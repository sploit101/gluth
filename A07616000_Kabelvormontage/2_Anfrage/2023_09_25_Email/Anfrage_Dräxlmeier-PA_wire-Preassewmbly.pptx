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3"/>
  </p:notesMasterIdLst>
  <p:sldIdLst>
    <p:sldId id="1192" r:id="rId2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F48"/>
    <a:srgbClr val="4DB8A0"/>
    <a:srgbClr val="FF6600"/>
    <a:srgbClr val="64CF95"/>
    <a:srgbClr val="8ED2C3"/>
    <a:srgbClr val="009900"/>
    <a:srgbClr val="16B75F"/>
    <a:srgbClr val="FF7C80"/>
    <a:srgbClr val="CDC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2597" autoAdjust="0"/>
  </p:normalViewPr>
  <p:slideViewPr>
    <p:cSldViewPr snapToGrid="0">
      <p:cViewPr varScale="1">
        <p:scale>
          <a:sx n="79" d="100"/>
          <a:sy n="79" d="100"/>
        </p:scale>
        <p:origin x="126" y="5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401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B9D02-9FFC-4758-9EDA-EB9E451655DE}" type="datetimeFigureOut">
              <a:rPr lang="de-DE" smtClean="0"/>
              <a:t>24.09.2024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ED572-F9A9-4535-91E4-E5029B1F5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00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004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151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E9EA7661-F82F-9971-5416-981AA6F8B8B4}"/>
              </a:ext>
            </a:extLst>
          </p:cNvPr>
          <p:cNvSpPr>
            <a:spLocks noChangeAspect="1"/>
          </p:cNvSpPr>
          <p:nvPr userDrawn="1"/>
        </p:nvSpPr>
        <p:spPr>
          <a:xfrm>
            <a:off x="10701770" y="0"/>
            <a:ext cx="273668" cy="360000"/>
          </a:xfrm>
          <a:prstGeom prst="rect">
            <a:avLst/>
          </a:prstGeom>
          <a:solidFill>
            <a:srgbClr val="2C3F48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endParaRPr sz="633" dirty="0">
              <a:latin typeface="+mj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b="1" smtClean="0">
                <a:solidFill>
                  <a:schemeClr val="bg1"/>
                </a:solidFill>
                <a:latin typeface="+mj-lt"/>
              </a:rPr>
              <a:t>‹Nr.›</a:t>
            </a:fld>
            <a:endParaRPr lang="de-DE" sz="1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Projektbezeichnung | Titel">
            <a:extLst>
              <a:ext uri="{FF2B5EF4-FFF2-40B4-BE49-F238E27FC236}">
                <a16:creationId xmlns:a16="http://schemas.microsoft.com/office/drawing/2014/main" id="{7EB79AE8-0D8C-C49B-AFA0-2C9B5F4077EF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+mj-lt"/>
              </a:rPr>
              <a:t>Projektbezeichnung</a:t>
            </a:r>
            <a:r>
              <a:rPr sz="1000" dirty="0">
                <a:solidFill>
                  <a:srgbClr val="2C3F48"/>
                </a:solidFill>
                <a:latin typeface="+mj-lt"/>
              </a:rPr>
              <a:t> |</a:t>
            </a:r>
            <a:r>
              <a:rPr sz="1000" dirty="0">
                <a:solidFill>
                  <a:schemeClr val="bg1"/>
                </a:solidFill>
                <a:latin typeface="+mj-lt"/>
              </a:rPr>
              <a:t> </a:t>
            </a:r>
            <a:fld id="{CAC0FAC3-4F51-4337-9266-2CDA171E87B2}" type="datetime1">
              <a:rPr lang="de-DE" sz="1000" smtClean="0">
                <a:solidFill>
                  <a:schemeClr val="bg1"/>
                </a:solidFill>
                <a:latin typeface="+mj-lt"/>
                <a:ea typeface="Gilroy ExtraBold"/>
                <a:cs typeface="Gilroy ExtraBold"/>
                <a:sym typeface="Gilroy ExtraBold"/>
              </a:rPr>
              <a:t>24.09.2024</a:t>
            </a:fld>
            <a:endParaRPr sz="1000" dirty="0">
              <a:solidFill>
                <a:schemeClr val="bg1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95421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6" name="gluth-logo_RZ_rgb.png" descr="gluth-logo_RZ_rgb.png">
            <a:extLst>
              <a:ext uri="{FF2B5EF4-FFF2-40B4-BE49-F238E27FC236}">
                <a16:creationId xmlns:a16="http://schemas.microsoft.com/office/drawing/2014/main" id="{09991ADD-9B75-7CDB-BE00-7F86E7AA4B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4208" y="6169583"/>
            <a:ext cx="1853667" cy="55505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Projektbezeichnung | Titel">
            <a:extLst>
              <a:ext uri="{FF2B5EF4-FFF2-40B4-BE49-F238E27FC236}">
                <a16:creationId xmlns:a16="http://schemas.microsoft.com/office/drawing/2014/main" id="{6FBCAB55-7A36-744A-313E-F701D83C3678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+mj-lt"/>
              </a:rPr>
              <a:t>Projektbezeichnung</a:t>
            </a:r>
            <a:r>
              <a:rPr sz="1000" dirty="0">
                <a:solidFill>
                  <a:srgbClr val="2C3F48"/>
                </a:solidFill>
                <a:latin typeface="+mj-lt"/>
              </a:rPr>
              <a:t> | </a:t>
            </a:r>
            <a:fld id="{3C0A5C85-D6AC-4518-BE8C-D4372821F754}" type="datetime1">
              <a:rPr lang="de-DE" sz="1000" smtClean="0">
                <a:solidFill>
                  <a:srgbClr val="4DB8A0"/>
                </a:solidFill>
                <a:latin typeface="+mj-lt"/>
                <a:ea typeface="Gilroy ExtraBold"/>
                <a:cs typeface="Gilroy ExtraBold"/>
                <a:sym typeface="Gilroy ExtraBold"/>
              </a:rPr>
              <a:t>24.09.2024</a:t>
            </a:fld>
            <a:endParaRPr sz="1000" dirty="0">
              <a:solidFill>
                <a:srgbClr val="4DB8A0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 dirty="0">
              <a:latin typeface="+mj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b="1" smtClean="0">
                <a:solidFill>
                  <a:srgbClr val="2C3F48"/>
                </a:solidFill>
                <a:latin typeface="+mj-lt"/>
              </a:rPr>
              <a:t>‹Nr.›</a:t>
            </a:fld>
            <a:endParaRPr lang="de-DE" sz="1000" b="1" dirty="0">
              <a:solidFill>
                <a:srgbClr val="2C3F48"/>
              </a:solidFill>
              <a:latin typeface="+mj-lt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7EDDE7-1837-9DEF-31C0-8531113810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3687" y="121782"/>
            <a:ext cx="6909683" cy="284849"/>
          </a:xfrm>
          <a:prstGeom prst="rect">
            <a:avLst/>
          </a:prstGeom>
        </p:spPr>
        <p:txBody>
          <a:bodyPr anchor="t"/>
          <a:lstStyle>
            <a:lvl1pPr algn="ctr">
              <a:defRPr lang="de-DE" sz="1600" kern="1200" dirty="0">
                <a:solidFill>
                  <a:srgbClr val="2C3F48"/>
                </a:solidFill>
                <a:latin typeface="+mj-lt"/>
                <a:ea typeface="Gilroy Light"/>
                <a:cs typeface="Gilroy Light"/>
              </a:defRPr>
            </a:lvl1pPr>
          </a:lstStyle>
          <a:p>
            <a:r>
              <a:rPr lang="de-DE" dirty="0"/>
              <a:t>Folientitel</a:t>
            </a:r>
          </a:p>
        </p:txBody>
      </p:sp>
      <p:pic>
        <p:nvPicPr>
          <p:cNvPr id="4" name="Grafik 3" descr="Ein Bild, das Dunkelheit, Screenshot, Muster, Schwarz enthält.&#10;&#10;Automatisch generierte Beschreibung">
            <a:extLst>
              <a:ext uri="{FF2B5EF4-FFF2-40B4-BE49-F238E27FC236}">
                <a16:creationId xmlns:a16="http://schemas.microsoft.com/office/drawing/2014/main" id="{F7D7AE5E-5A0C-DB66-824E-3C5B17CB86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2000" y="0"/>
            <a:ext cx="2520000" cy="2280617"/>
          </a:xfrm>
          <a:prstGeom prst="rect">
            <a:avLst/>
          </a:prstGeom>
        </p:spPr>
      </p:pic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ED6144C0-0872-049D-2989-A14B89128B0C}"/>
              </a:ext>
            </a:extLst>
          </p:cNvPr>
          <p:cNvCxnSpPr>
            <a:cxnSpLocks/>
          </p:cNvCxnSpPr>
          <p:nvPr userDrawn="1"/>
        </p:nvCxnSpPr>
        <p:spPr>
          <a:xfrm>
            <a:off x="549566" y="446389"/>
            <a:ext cx="9278015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40000" dist="12700" dir="5400000" rotWithShape="0">
              <a:srgbClr val="000000">
                <a:alpha val="31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577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39E30ABF-7ED5-3B2D-22C1-3EB9EAFEA898}"/>
              </a:ext>
            </a:extLst>
          </p:cNvPr>
          <p:cNvSpPr/>
          <p:nvPr userDrawn="1"/>
        </p:nvSpPr>
        <p:spPr>
          <a:xfrm>
            <a:off x="8003263" y="4744016"/>
            <a:ext cx="3413157" cy="114318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5485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54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6" r:id="rId3"/>
    <p:sldLayoutId id="2147483658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01DD6D-6B7D-4ADE-BFD9-804B91EC9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600" dirty="0">
                <a:latin typeface="+mj-lt"/>
              </a:rPr>
              <a:t>Infos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C1E91AC-D60B-757B-5715-3BFA7969F628}"/>
              </a:ext>
            </a:extLst>
          </p:cNvPr>
          <p:cNvSpPr txBox="1"/>
          <p:nvPr/>
        </p:nvSpPr>
        <p:spPr>
          <a:xfrm>
            <a:off x="5632704" y="2022130"/>
            <a:ext cx="795528" cy="2157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3C1A66E-326A-B62A-9B9A-94121922C0C4}"/>
              </a:ext>
            </a:extLst>
          </p:cNvPr>
          <p:cNvSpPr txBox="1"/>
          <p:nvPr/>
        </p:nvSpPr>
        <p:spPr>
          <a:xfrm>
            <a:off x="585724" y="698500"/>
            <a:ext cx="106362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24.09.2024, Telefonat mit Frau </a:t>
            </a:r>
            <a:r>
              <a:rPr lang="de-DE" dirty="0" err="1"/>
              <a:t>Schandl</a:t>
            </a:r>
            <a:r>
              <a:rPr lang="de-DE" dirty="0"/>
              <a:t> </a:t>
            </a:r>
          </a:p>
          <a:p>
            <a:endParaRPr lang="de-DE" dirty="0"/>
          </a:p>
          <a:p>
            <a:r>
              <a:rPr lang="de-DE" dirty="0"/>
              <a:t>Ähnliche Anlage für </a:t>
            </a:r>
            <a:r>
              <a:rPr lang="de-DE" dirty="0" err="1"/>
              <a:t>HighVolt</a:t>
            </a:r>
            <a:r>
              <a:rPr lang="de-DE" dirty="0"/>
              <a:t>-Bereich vorhanden, aber für den </a:t>
            </a:r>
            <a:r>
              <a:rPr lang="de-DE" dirty="0" err="1"/>
              <a:t>LowVolt</a:t>
            </a:r>
            <a:r>
              <a:rPr lang="de-DE" dirty="0"/>
              <a:t> Bereich noch nicht</a:t>
            </a:r>
          </a:p>
          <a:p>
            <a:r>
              <a:rPr lang="de-DE" dirty="0"/>
              <a:t>Deshalb ist Dräxlmeier offen bezüglich der Umsetzung</a:t>
            </a:r>
          </a:p>
          <a:p>
            <a:r>
              <a:rPr lang="de-DE" dirty="0"/>
              <a:t>Terminplanung aus dem Lastenheft ist unrealistisch</a:t>
            </a:r>
          </a:p>
          <a:p>
            <a:r>
              <a:rPr lang="de-DE" dirty="0"/>
              <a:t>Herr </a:t>
            </a:r>
            <a:r>
              <a:rPr lang="de-DE" dirty="0" err="1"/>
              <a:t>Levente</a:t>
            </a:r>
            <a:r>
              <a:rPr lang="de-DE" dirty="0"/>
              <a:t> ist technischer Ansprechpartner, Termin kann organisiert werden</a:t>
            </a:r>
          </a:p>
          <a:p>
            <a:r>
              <a:rPr lang="de-DE" dirty="0"/>
              <a:t>Richtpreis Anfang Oktober wäre gut</a:t>
            </a:r>
          </a:p>
          <a:p>
            <a:r>
              <a:rPr lang="de-DE" dirty="0"/>
              <a:t>Umsetzung Mitte 2025</a:t>
            </a:r>
          </a:p>
          <a:p>
            <a:r>
              <a:rPr lang="de-DE" dirty="0"/>
              <a:t>Budget &lt;&lt; 1.000.000€ (eher bei 500.000€)</a:t>
            </a:r>
          </a:p>
          <a:p>
            <a:r>
              <a:rPr lang="de-DE" dirty="0"/>
              <a:t>Weniger Automatisieren, als im LH angegeben</a:t>
            </a:r>
          </a:p>
          <a:p>
            <a:r>
              <a:rPr lang="de-DE" dirty="0"/>
              <a:t>23 Sekunden Taktzeit ist </a:t>
            </a:r>
            <a:r>
              <a:rPr lang="de-DE" dirty="0" err="1"/>
              <a:t>vorgabe</a:t>
            </a:r>
            <a:endParaRPr lang="de-DE" dirty="0"/>
          </a:p>
          <a:p>
            <a:endParaRPr lang="de-DE" dirty="0"/>
          </a:p>
          <a:p>
            <a:r>
              <a:rPr lang="de-DE" dirty="0"/>
              <a:t>Weiteres </a:t>
            </a:r>
            <a:r>
              <a:rPr lang="de-DE" dirty="0" err="1"/>
              <a:t>Vorgenhen</a:t>
            </a:r>
            <a:r>
              <a:rPr lang="de-DE" dirty="0"/>
              <a:t>:</a:t>
            </a:r>
          </a:p>
          <a:p>
            <a:r>
              <a:rPr lang="de-DE" dirty="0"/>
              <a:t>Kurze Terminschiene an Frau </a:t>
            </a:r>
            <a:r>
              <a:rPr lang="de-DE" dirty="0" err="1"/>
              <a:t>Schandl</a:t>
            </a:r>
            <a:r>
              <a:rPr lang="de-DE" dirty="0"/>
              <a:t> schicken, dann wird entschieden, ob </a:t>
            </a:r>
            <a:r>
              <a:rPr lang="de-DE"/>
              <a:t>es weiter geht.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E56FF6A-2EBF-09DE-DF67-7F8BB241C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589063"/>
            <a:ext cx="5212526" cy="64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888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Gluth">
      <a:dk1>
        <a:srgbClr val="000000"/>
      </a:dk1>
      <a:lt1>
        <a:srgbClr val="FFFFFF"/>
      </a:lt1>
      <a:dk2>
        <a:srgbClr val="2C3E48"/>
      </a:dk2>
      <a:lt2>
        <a:srgbClr val="54B19E"/>
      </a:lt2>
      <a:accent1>
        <a:srgbClr val="008976"/>
      </a:accent1>
      <a:accent2>
        <a:srgbClr val="C0504D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93</Words>
  <Application>Microsoft Office PowerPoint</Application>
  <PresentationFormat>Breitbild</PresentationFormat>
  <Paragraphs>16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Office-Design</vt:lpstr>
      <vt:lpstr>Infos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Hohenwarter Thomas</dc:creator>
  <cp:lastModifiedBy>Radlbeck Ulrich</cp:lastModifiedBy>
  <cp:revision>326</cp:revision>
  <cp:lastPrinted>2023-03-03T08:30:24Z</cp:lastPrinted>
  <dcterms:created xsi:type="dcterms:W3CDTF">2021-03-17T11:57:24Z</dcterms:created>
  <dcterms:modified xsi:type="dcterms:W3CDTF">2024-09-24T06:36:17Z</dcterms:modified>
</cp:coreProperties>
</file>