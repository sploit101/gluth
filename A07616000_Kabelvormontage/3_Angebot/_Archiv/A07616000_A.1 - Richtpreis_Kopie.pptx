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4"/>
  </p:notesMasterIdLst>
  <p:sldIdLst>
    <p:sldId id="256" r:id="rId2"/>
    <p:sldId id="1110" r:id="rId3"/>
    <p:sldId id="1199" r:id="rId4"/>
    <p:sldId id="1296" r:id="rId5"/>
    <p:sldId id="1295" r:id="rId6"/>
    <p:sldId id="1193" r:id="rId7"/>
    <p:sldId id="1207" r:id="rId8"/>
    <p:sldId id="1194" r:id="rId9"/>
    <p:sldId id="1208" r:id="rId10"/>
    <p:sldId id="1204" r:id="rId11"/>
    <p:sldId id="1304" r:id="rId12"/>
    <p:sldId id="1298" r:id="rId13"/>
    <p:sldId id="1299" r:id="rId14"/>
    <p:sldId id="1300" r:id="rId15"/>
    <p:sldId id="1301" r:id="rId16"/>
    <p:sldId id="1303" r:id="rId17"/>
    <p:sldId id="1306" r:id="rId18"/>
    <p:sldId id="1210" r:id="rId19"/>
    <p:sldId id="1219" r:id="rId20"/>
    <p:sldId id="1302" r:id="rId21"/>
    <p:sldId id="1305" r:id="rId22"/>
    <p:sldId id="1220" r:id="rId23"/>
    <p:sldId id="1216" r:id="rId24"/>
    <p:sldId id="1215" r:id="rId25"/>
    <p:sldId id="1214" r:id="rId26"/>
    <p:sldId id="1212" r:id="rId27"/>
    <p:sldId id="1196" r:id="rId28"/>
    <p:sldId id="1195" r:id="rId29"/>
    <p:sldId id="1200" r:id="rId30"/>
    <p:sldId id="1197" r:id="rId31"/>
    <p:sldId id="1198" r:id="rId32"/>
    <p:sldId id="1183" r:id="rId3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D2C3"/>
    <a:srgbClr val="4F81BD"/>
    <a:srgbClr val="FF6600"/>
    <a:srgbClr val="64CF95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59" autoAdjust="0"/>
    <p:restoredTop sz="92597" autoAdjust="0"/>
  </p:normalViewPr>
  <p:slideViewPr>
    <p:cSldViewPr snapToGrid="0">
      <p:cViewPr varScale="1">
        <p:scale>
          <a:sx n="159" d="100"/>
          <a:sy n="159" d="100"/>
        </p:scale>
        <p:origin x="1854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02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1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8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A07616000_A</a:t>
            </a:r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A07616000_A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03.06.2025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A07643000_B – Angebot </a:t>
            </a:r>
            <a:r>
              <a:rPr sz="1000" dirty="0">
                <a:solidFill>
                  <a:srgbClr val="2C3F48"/>
                </a:solidFill>
                <a:latin typeface="+mj-lt"/>
              </a:rPr>
              <a:t>| </a:t>
            </a:r>
            <a:r>
              <a:rPr lang="de-DE" sz="1000" dirty="0">
                <a:solidFill>
                  <a:srgbClr val="4DB8A0"/>
                </a:solidFill>
                <a:latin typeface="+mj-lt"/>
                <a:sym typeface="Gilroy ExtraBold"/>
              </a:rPr>
              <a:t>08.04.2025</a:t>
            </a:r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647A44-1BE1-D8C4-64E2-48910E5FC2F7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2063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  <p:sldLayoutId id="2147483659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microsoft.com/office/2007/relationships/hdphoto" Target="../media/hdphoto3.wdp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microsoft.com/office/2007/relationships/hdphoto" Target="../media/hdphoto3.wdp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569950" y="749685"/>
            <a:ext cx="6875456" cy="91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800" dirty="0" err="1"/>
              <a:t>Our</a:t>
            </a:r>
            <a:r>
              <a:rPr lang="de-DE" sz="2800" dirty="0"/>
              <a:t> </a:t>
            </a:r>
            <a:r>
              <a:rPr lang="de-DE" sz="2800" dirty="0" err="1"/>
              <a:t>guide</a:t>
            </a:r>
            <a:r>
              <a:rPr lang="de-DE" sz="2800" dirty="0"/>
              <a:t> </a:t>
            </a:r>
            <a:r>
              <a:rPr lang="de-DE" sz="2800" dirty="0" err="1"/>
              <a:t>price</a:t>
            </a:r>
            <a:r>
              <a:rPr lang="de-DE" sz="2800" dirty="0"/>
              <a:t> </a:t>
            </a:r>
            <a:r>
              <a:rPr lang="de-DE" sz="2800" dirty="0" err="1"/>
              <a:t>offer</a:t>
            </a:r>
            <a:r>
              <a:rPr lang="de-DE" sz="2800" dirty="0"/>
              <a:t>: </a:t>
            </a:r>
            <a:r>
              <a:rPr lang="de-DE" sz="2000" dirty="0"/>
              <a:t>A07616000_A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Automatic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production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line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for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wire</a:t>
            </a:r>
            <a:r>
              <a:rPr lang="de-DE" sz="2800" b="1" dirty="0">
                <a:solidFill>
                  <a:srgbClr val="8ED2C3"/>
                </a:solidFill>
                <a:latin typeface="Calibri" panose="020F0502020204030204" pitchFamily="34" charset="0"/>
              </a:rPr>
              <a:t> </a:t>
            </a:r>
            <a:r>
              <a:rPr lang="de-DE" sz="2800" b="1" dirty="0" err="1">
                <a:solidFill>
                  <a:srgbClr val="8ED2C3"/>
                </a:solidFill>
                <a:latin typeface="Calibri" panose="020F0502020204030204" pitchFamily="34" charset="0"/>
              </a:rPr>
              <a:t>processing</a:t>
            </a:r>
            <a:endParaRPr sz="2800" b="1" dirty="0">
              <a:solidFill>
                <a:srgbClr val="8ED2C3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821" y="4702275"/>
            <a:ext cx="2027414" cy="8592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E2CE726-E39A-5B62-2050-009A0C486E8B}"/>
              </a:ext>
            </a:extLst>
          </p:cNvPr>
          <p:cNvSpPr txBox="1"/>
          <p:nvPr/>
        </p:nvSpPr>
        <p:spPr>
          <a:xfrm>
            <a:off x="519150" y="2978234"/>
            <a:ext cx="2062219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Florian Schötz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Technical </a:t>
            </a: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sales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schoetz.florian@gluth.eu 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544-965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+49 151 / 20832983  	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780E428-333A-7D4B-0846-7661E8B7BE24}"/>
              </a:ext>
            </a:extLst>
          </p:cNvPr>
          <p:cNvSpPr txBox="1"/>
          <p:nvPr/>
        </p:nvSpPr>
        <p:spPr>
          <a:xfrm>
            <a:off x="500987" y="26152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person Gluth: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579452B-B259-2EBE-EFFE-65181C573B7B}"/>
              </a:ext>
            </a:extLst>
          </p:cNvPr>
          <p:cNvSpPr txBox="1"/>
          <p:nvPr/>
        </p:nvSpPr>
        <p:spPr>
          <a:xfrm>
            <a:off x="5020256" y="262160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person Dräxlmaier: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288582-564D-D396-BA47-547C5A2271D6}"/>
              </a:ext>
            </a:extLst>
          </p:cNvPr>
          <p:cNvSpPr txBox="1"/>
          <p:nvPr/>
        </p:nvSpPr>
        <p:spPr>
          <a:xfrm>
            <a:off x="5039054" y="2986605"/>
            <a:ext cx="2652171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de-DE"/>
            </a:defPPr>
            <a:lvl1pPr>
              <a:lnSpc>
                <a:spcPts val="1582"/>
              </a:lnSpc>
              <a:defRPr sz="1055">
                <a:solidFill>
                  <a:srgbClr val="FFFFFF"/>
                </a:solidFill>
                <a:latin typeface="Gilroy Light" pitchFamily="2" charset="77"/>
                <a:cs typeface="Arial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de-DE" dirty="0"/>
              <a:t>Thomas </a:t>
            </a:r>
            <a:r>
              <a:rPr lang="de-DE" dirty="0" err="1"/>
              <a:t>Eglseder</a:t>
            </a:r>
            <a:endParaRPr lang="de-DE" dirty="0"/>
          </a:p>
          <a:p>
            <a:r>
              <a:rPr lang="de-DE" dirty="0" err="1"/>
              <a:t>Purchase</a:t>
            </a:r>
            <a:endParaRPr lang="de-DE" dirty="0"/>
          </a:p>
          <a:p>
            <a:r>
              <a:rPr lang="de-DE" dirty="0"/>
              <a:t>E-Mail:  Thomas.eglseder@draexlmaier.com </a:t>
            </a:r>
            <a:br>
              <a:rPr lang="de-DE" dirty="0"/>
            </a:br>
            <a:r>
              <a:rPr lang="de-DE" dirty="0"/>
              <a:t>Tel      : +49 8741 / 47 3574</a:t>
            </a:r>
          </a:p>
          <a:p>
            <a:r>
              <a:rPr lang="de-DE" dirty="0"/>
              <a:t>Mobil : +49 152 / 2800 4115	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FD4F6A-34E6-C771-E9F0-56937E415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6948" y="2976959"/>
            <a:ext cx="2592388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582"/>
              </a:lnSpc>
            </a:pP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Radlbeck Ulrich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Technical </a:t>
            </a:r>
            <a:r>
              <a:rPr lang="de-DE" altLang="de-DE" sz="1055" dirty="0" err="1">
                <a:solidFill>
                  <a:srgbClr val="FFFFFF"/>
                </a:solidFill>
                <a:latin typeface="Gilroy Light" pitchFamily="2" charset="77"/>
              </a:rPr>
              <a:t>sales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E-Mail: radlbeck.ulrich@gluth.eu</a:t>
            </a:r>
          </a:p>
          <a:p>
            <a:pPr>
              <a:lnSpc>
                <a:spcPts val="1582"/>
              </a:lnSpc>
            </a:pP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Tel:      +49 9421 / 544-56</a:t>
            </a:r>
            <a:b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altLang="de-DE" sz="1055" dirty="0">
                <a:solidFill>
                  <a:srgbClr val="FFFFFF"/>
                </a:solidFill>
                <a:latin typeface="Gilroy Light" pitchFamily="2" charset="77"/>
              </a:rPr>
              <a:t>Mobil: +49 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171 / 9493494</a:t>
            </a:r>
            <a:endParaRPr lang="de-DE" altLang="de-DE" sz="1055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B9274EE-5C3C-97D7-AB08-63C957E66085}"/>
              </a:ext>
            </a:extLst>
          </p:cNvPr>
          <p:cNvSpPr txBox="1"/>
          <p:nvPr/>
        </p:nvSpPr>
        <p:spPr>
          <a:xfrm>
            <a:off x="504919" y="1709802"/>
            <a:ext cx="5747769" cy="5027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+mj-lt"/>
              </a:rPr>
              <a:t>24.04.2025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1582"/>
              </a:lnSpc>
            </a:pPr>
            <a:r>
              <a:rPr lang="de-DE" sz="1400" dirty="0">
                <a:solidFill>
                  <a:srgbClr val="FFFFFF"/>
                </a:solidFill>
                <a:latin typeface="+mj-lt"/>
              </a:rPr>
              <a:t>A07616000_A  </a:t>
            </a:r>
            <a:r>
              <a:rPr lang="de-DE" sz="1400" dirty="0" err="1">
                <a:solidFill>
                  <a:srgbClr val="FFFFFF"/>
                </a:solidFill>
                <a:latin typeface="+mj-lt"/>
              </a:rPr>
              <a:t>for</a:t>
            </a:r>
            <a:r>
              <a:rPr lang="de-DE" sz="1400" dirty="0">
                <a:solidFill>
                  <a:srgbClr val="FFFFFF"/>
                </a:solidFill>
                <a:latin typeface="+mj-lt"/>
              </a:rPr>
              <a:t> Lisa Dräxlmaier / Satu Mare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BAF098-62C9-7526-5792-71D834C6AB29}"/>
              </a:ext>
            </a:extLst>
          </p:cNvPr>
          <p:cNvSpPr txBox="1"/>
          <p:nvPr/>
        </p:nvSpPr>
        <p:spPr>
          <a:xfrm>
            <a:off x="7691225" y="2998010"/>
            <a:ext cx="2798975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de-DE"/>
            </a:defPPr>
            <a:lvl1pPr>
              <a:lnSpc>
                <a:spcPts val="1582"/>
              </a:lnSpc>
              <a:defRPr sz="1055">
                <a:solidFill>
                  <a:srgbClr val="FFFFFF"/>
                </a:solidFill>
                <a:latin typeface="Gilroy Light" pitchFamily="2" charset="77"/>
                <a:cs typeface="Arial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de-DE" dirty="0"/>
              <a:t>Juhasz </a:t>
            </a:r>
            <a:r>
              <a:rPr lang="de-DE" dirty="0" err="1"/>
              <a:t>Levente</a:t>
            </a:r>
            <a:endParaRPr lang="de-DE" dirty="0"/>
          </a:p>
          <a:p>
            <a:r>
              <a:rPr lang="de-DE" dirty="0"/>
              <a:t>Engineering</a:t>
            </a:r>
          </a:p>
          <a:p>
            <a:r>
              <a:rPr lang="de-DE" dirty="0"/>
              <a:t>E-Mail: Levente-istvan.juhasz@draexlmaier.com </a:t>
            </a:r>
          </a:p>
          <a:p>
            <a:r>
              <a:rPr lang="de-DE" dirty="0"/>
              <a:t>Tel      : +40 723 / 100 146</a:t>
            </a:r>
          </a:p>
          <a:p>
            <a:r>
              <a:rPr lang="de-DE" dirty="0"/>
              <a:t>Mobil : 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s ist eine Folie…">
            <a:extLst>
              <a:ext uri="{FF2B5EF4-FFF2-40B4-BE49-F238E27FC236}">
                <a16:creationId xmlns:a16="http://schemas.microsoft.com/office/drawing/2014/main" id="{18640E34-30E8-A217-0FA4-5EE22F045C96}"/>
              </a:ext>
            </a:extLst>
          </p:cNvPr>
          <p:cNvSpPr txBox="1"/>
          <p:nvPr/>
        </p:nvSpPr>
        <p:spPr>
          <a:xfrm>
            <a:off x="1952837" y="955127"/>
            <a:ext cx="5430006" cy="517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t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</a:t>
            </a:r>
            <a:r>
              <a:rPr lang="de-DE" sz="369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369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9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de-DE" sz="369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endParaRPr lang="de-DE" sz="28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Basics </a:t>
            </a:r>
            <a:r>
              <a:rPr lang="de-DE" sz="1500" dirty="0" err="1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</a:t>
            </a:r>
            <a:endParaRPr lang="de-DE" sz="1500" dirty="0">
              <a:solidFill>
                <a:srgbClr val="2C3F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Aufgaben Beschreibung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Übersicht Erzeugnisse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Hallenlayout / Platzbedarf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Konzept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Übersicht Prozesse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Havarie Konzept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Lieferumfang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Beistellungen BMW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Allgemeines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Terminplanung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500" dirty="0">
                <a:solidFill>
                  <a:srgbClr val="2C3F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Preisübersicht - Zahlung</a:t>
            </a:r>
          </a:p>
        </p:txBody>
      </p:sp>
    </p:spTree>
    <p:extLst>
      <p:ext uri="{BB962C8B-B14F-4D97-AF65-F5344CB8AC3E}">
        <p14:creationId xmlns:p14="http://schemas.microsoft.com/office/powerpoint/2010/main" val="266979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Basics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AC4C9F-1E10-78BF-F902-58730806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687" y="1342282"/>
            <a:ext cx="2594103" cy="36212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5BB740-2E06-54DE-EFD6-6735B0A1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457" y="1270092"/>
            <a:ext cx="2956835" cy="30923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E949705-AC33-16A5-407D-D2C490030319}"/>
              </a:ext>
            </a:extLst>
          </p:cNvPr>
          <p:cNvSpPr txBox="1"/>
          <p:nvPr/>
        </p:nvSpPr>
        <p:spPr>
          <a:xfrm>
            <a:off x="1784715" y="700102"/>
            <a:ext cx="238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Specifications</a:t>
            </a:r>
            <a: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</a:t>
            </a:r>
            <a: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34D6B64-A599-46C3-5FEC-A9BCFE79AF52}"/>
              </a:ext>
            </a:extLst>
          </p:cNvPr>
          <p:cNvSpPr txBox="1"/>
          <p:nvPr/>
        </p:nvSpPr>
        <p:spPr>
          <a:xfrm>
            <a:off x="6987458" y="700102"/>
            <a:ext cx="274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</a:t>
            </a:r>
            <a:r>
              <a:rPr lang="de-DE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documents</a:t>
            </a:r>
            <a: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</a:t>
            </a:r>
            <a: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02E93DF-7FEC-35CD-ACC2-60B5D327D683}"/>
              </a:ext>
            </a:extLst>
          </p:cNvPr>
          <p:cNvSpPr txBox="1"/>
          <p:nvPr/>
        </p:nvSpPr>
        <p:spPr>
          <a:xfrm>
            <a:off x="0" y="5704690"/>
            <a:ext cx="100411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215">
              <a:spcAft>
                <a:spcPts val="0"/>
              </a:spcAft>
            </a:pPr>
            <a:r>
              <a:rPr lang="en-US" sz="1400" dirty="0">
                <a:solidFill>
                  <a:srgbClr val="25363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time of preparing the quotation, we had no further data on your products! </a:t>
            </a:r>
          </a:p>
          <a:p>
            <a:pPr marL="450215">
              <a:spcAft>
                <a:spcPts val="0"/>
              </a:spcAft>
            </a:pPr>
            <a:endParaRPr lang="en-US" sz="1400" dirty="0">
              <a:solidFill>
                <a:srgbClr val="2536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0215">
              <a:spcAft>
                <a:spcPts val="0"/>
              </a:spcAft>
            </a:pPr>
            <a:r>
              <a:rPr lang="en-US" sz="1400" dirty="0">
                <a:solidFill>
                  <a:srgbClr val="25363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Should significant changes or additions to the current range of types arise in the course of the project, we reserve the right to offer these at a later date, with possible effects on price and delivery time, after consultation with you.</a:t>
            </a:r>
            <a:endParaRPr lang="de-DE" sz="1400" dirty="0">
              <a:solidFill>
                <a:srgbClr val="25363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4F8A11B-5B18-0A34-68E4-60CC31C16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521" y="4307543"/>
            <a:ext cx="3062037" cy="64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Basics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FF60227-D80A-9B1F-43AE-E2E955857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27" y="1143146"/>
            <a:ext cx="3493168" cy="253009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275E285-8896-1DDF-96A8-88A2E4677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75" y="3765628"/>
            <a:ext cx="3425685" cy="222923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4E36EB6-A9DE-8585-FA40-174E1D586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823" y="1272075"/>
            <a:ext cx="3425686" cy="2098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8DC2DB8-A0CF-A969-CAE4-118078B87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324" y="3765628"/>
            <a:ext cx="3362185" cy="223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1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A54D4164-9EA2-16F0-3F32-93FEC1E01874}"/>
              </a:ext>
            </a:extLst>
          </p:cNvPr>
          <p:cNvSpPr txBox="1">
            <a:spLocks/>
          </p:cNvSpPr>
          <p:nvPr/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 defTabSz="457200">
              <a:spcBef>
                <a:spcPct val="0"/>
              </a:spcBef>
              <a:buNone/>
              <a:defRPr lang="de-DE" sz="2000" b="1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Change </a:t>
            </a:r>
            <a:r>
              <a:rPr lang="de-DE" dirty="0" err="1"/>
              <a:t>history</a:t>
            </a:r>
            <a:r>
              <a:rPr lang="de-DE" dirty="0"/>
              <a:t> </a:t>
            </a:r>
            <a:r>
              <a:rPr lang="de-DE" dirty="0" err="1"/>
              <a:t>offer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3902439-F16A-30A6-1406-D72AC6B3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374519"/>
              </p:ext>
            </p:extLst>
          </p:nvPr>
        </p:nvGraphicFramePr>
        <p:xfrm>
          <a:off x="454660" y="1397846"/>
          <a:ext cx="10533380" cy="2506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340">
                  <a:extLst>
                    <a:ext uri="{9D8B030D-6E8A-4147-A177-3AD203B41FA5}">
                      <a16:colId xmlns:a16="http://schemas.microsoft.com/office/drawing/2014/main" val="306992914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746303903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619236726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3602500323"/>
                    </a:ext>
                  </a:extLst>
                </a:gridCol>
                <a:gridCol w="3223260">
                  <a:extLst>
                    <a:ext uri="{9D8B030D-6E8A-4147-A177-3AD203B41FA5}">
                      <a16:colId xmlns:a16="http://schemas.microsoft.com/office/drawing/2014/main" val="376224273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de-DE" sz="2000" dirty="0"/>
                        <a:t>Change </a:t>
                      </a:r>
                      <a:r>
                        <a:rPr lang="de-DE" sz="2000" dirty="0" err="1"/>
                        <a:t>history</a:t>
                      </a:r>
                      <a:r>
                        <a:rPr lang="de-DE" sz="2000" dirty="0"/>
                        <a:t> </a:t>
                      </a:r>
                      <a:r>
                        <a:rPr lang="de-DE" sz="2000" dirty="0" err="1"/>
                        <a:t>offer</a:t>
                      </a:r>
                      <a:r>
                        <a:rPr lang="de-DE" sz="2000" dirty="0"/>
                        <a:t>:</a:t>
                      </a:r>
                    </a:p>
                    <a:p>
                      <a:endParaRPr lang="de-DE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8ED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067292"/>
                  </a:ext>
                </a:extLst>
              </a:tr>
              <a:tr h="545254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Angebotsversion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Verantwortlicher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Änderungen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Bemerkungen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43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A07616000</a:t>
                      </a:r>
                    </a:p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390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1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5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6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8CBAC-E2D3-4553-7EFE-46E9E90F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B7975F-6210-C333-7239-147641C3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975576"/>
            <a:ext cx="4146100" cy="20124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C196DB-AFA2-C053-AEE9-8D37975D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55774"/>
            <a:ext cx="4782843" cy="21528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102427E-A1B8-12C0-094B-9F56A3E81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771" y="973225"/>
            <a:ext cx="4107085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1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DD63B7D-DFAB-6F14-F817-89C9BFBA1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44" y="895570"/>
            <a:ext cx="3892216" cy="15961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EBF4D46-57B8-1CC1-E89F-65921EA69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413"/>
          <a:stretch/>
        </p:blipFill>
        <p:spPr>
          <a:xfrm>
            <a:off x="1473993" y="2473701"/>
            <a:ext cx="3837950" cy="25434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ED41CFF-4D89-E207-4E9F-40A7C7857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354" b="-9726"/>
          <a:stretch/>
        </p:blipFill>
        <p:spPr>
          <a:xfrm>
            <a:off x="5721746" y="1088857"/>
            <a:ext cx="3591033" cy="348915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9B3EADC-9885-B49D-B935-FEE623F6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746" y="4079603"/>
            <a:ext cx="3609082" cy="242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9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CFC03A4-CB0C-4849-3823-5E752128D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81" y="1353232"/>
            <a:ext cx="4461961" cy="506492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B41A1EE-A886-DB5A-4A79-DFF52784531A}"/>
              </a:ext>
            </a:extLst>
          </p:cNvPr>
          <p:cNvSpPr txBox="1"/>
          <p:nvPr/>
        </p:nvSpPr>
        <p:spPr>
          <a:xfrm>
            <a:off x="5828919" y="1533646"/>
            <a:ext cx="58557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Different </a:t>
            </a:r>
            <a:r>
              <a:rPr lang="de-DE" dirty="0" err="1"/>
              <a:t>Orientations</a:t>
            </a:r>
            <a:r>
              <a:rPr lang="de-DE" dirty="0"/>
              <a:t> Crimp 1 and Crimp 2</a:t>
            </a:r>
          </a:p>
          <a:p>
            <a:endParaRPr lang="de-DE" dirty="0"/>
          </a:p>
          <a:p>
            <a:r>
              <a:rPr lang="de-DE" dirty="0"/>
              <a:t>Different </a:t>
            </a:r>
            <a:r>
              <a:rPr lang="de-DE" dirty="0" err="1"/>
              <a:t>Types</a:t>
            </a:r>
            <a:r>
              <a:rPr lang="de-DE" dirty="0"/>
              <a:t> Crimp 1 and Crimp 2</a:t>
            </a:r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Different </a:t>
            </a:r>
            <a:r>
              <a:rPr lang="de-DE" dirty="0" err="1"/>
              <a:t>Crimping</a:t>
            </a:r>
            <a:r>
              <a:rPr lang="de-DE" dirty="0"/>
              <a:t> Tools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crimping</a:t>
            </a:r>
            <a:r>
              <a:rPr lang="de-DE" dirty="0"/>
              <a:t> </a:t>
            </a:r>
            <a:r>
              <a:rPr lang="de-DE" dirty="0" err="1"/>
              <a:t>stations</a:t>
            </a:r>
            <a:endParaRPr lang="de-DE" dirty="0"/>
          </a:p>
          <a:p>
            <a:endParaRPr lang="de-DE" dirty="0"/>
          </a:p>
          <a:p>
            <a:r>
              <a:rPr lang="de-DE" dirty="0"/>
              <a:t>16mm² </a:t>
            </a:r>
            <a:r>
              <a:rPr lang="de-DE" dirty="0">
                <a:sym typeface="Wingdings" panose="05000000000000000000" pitchFamily="2" charset="2"/>
              </a:rPr>
              <a:t> 6 Seconds </a:t>
            </a:r>
            <a:r>
              <a:rPr lang="de-DE" dirty="0" err="1">
                <a:sym typeface="Wingdings" panose="05000000000000000000" pitchFamily="2" charset="2"/>
              </a:rPr>
              <a:t>target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 err="1">
                <a:sym typeface="Wingdings" panose="05000000000000000000" pitchFamily="2" charset="2"/>
              </a:rPr>
              <a:t>Longer</a:t>
            </a:r>
            <a:r>
              <a:rPr lang="de-DE" dirty="0">
                <a:sym typeface="Wingdings" panose="05000000000000000000" pitchFamily="2" charset="2"/>
              </a:rPr>
              <a:t> Time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bigger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cross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sections</a:t>
            </a: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8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24FA4-2497-0084-086A-80D3BB1C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4F7567-54D5-F470-FC4B-3D44B4AFD646}"/>
              </a:ext>
            </a:extLst>
          </p:cNvPr>
          <p:cNvSpPr txBox="1"/>
          <p:nvPr/>
        </p:nvSpPr>
        <p:spPr>
          <a:xfrm>
            <a:off x="520861" y="844952"/>
            <a:ext cx="74830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Questions: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Vertical</a:t>
            </a:r>
            <a:r>
              <a:rPr lang="de-DE" dirty="0"/>
              <a:t> </a:t>
            </a:r>
            <a:r>
              <a:rPr lang="de-DE" dirty="0" err="1"/>
              <a:t>orientation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Cable OK?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prefere</a:t>
            </a:r>
            <a:r>
              <a:rPr lang="de-DE" dirty="0"/>
              <a:t> </a:t>
            </a:r>
            <a:r>
              <a:rPr lang="de-DE" dirty="0" err="1"/>
              <a:t>cable</a:t>
            </a:r>
            <a:r>
              <a:rPr lang="de-DE" dirty="0"/>
              <a:t> </a:t>
            </a:r>
            <a:r>
              <a:rPr lang="de-DE" dirty="0" err="1"/>
              <a:t>cutting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feeding</a:t>
            </a:r>
            <a:r>
              <a:rPr lang="de-DE" dirty="0"/>
              <a:t>?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Dimensions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cable</a:t>
            </a:r>
            <a:r>
              <a:rPr lang="de-DE" dirty="0"/>
              <a:t> </a:t>
            </a:r>
            <a:r>
              <a:rPr lang="de-DE" dirty="0" err="1"/>
              <a:t>coil</a:t>
            </a:r>
            <a:r>
              <a:rPr lang="de-DE" dirty="0"/>
              <a:t> (Diameter, </a:t>
            </a:r>
            <a:r>
              <a:rPr lang="de-DE" dirty="0" err="1"/>
              <a:t>inner</a:t>
            </a:r>
            <a:r>
              <a:rPr lang="de-DE" dirty="0"/>
              <a:t> </a:t>
            </a:r>
            <a:r>
              <a:rPr lang="de-DE" dirty="0" err="1"/>
              <a:t>diameter</a:t>
            </a:r>
            <a:r>
              <a:rPr lang="de-DE" dirty="0"/>
              <a:t>, </a:t>
            </a:r>
            <a:r>
              <a:rPr lang="de-DE" dirty="0" err="1"/>
              <a:t>wheight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Crimping</a:t>
            </a:r>
            <a:r>
              <a:rPr lang="de-DE" dirty="0"/>
              <a:t> in horizontal </a:t>
            </a:r>
            <a:r>
              <a:rPr lang="de-DE" dirty="0" err="1"/>
              <a:t>direction</a:t>
            </a:r>
            <a:r>
              <a:rPr lang="de-DE" dirty="0"/>
              <a:t> possible?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Crimping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: </a:t>
            </a:r>
            <a:r>
              <a:rPr lang="de-DE" dirty="0" err="1"/>
              <a:t>shoud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 from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drawings</a:t>
            </a:r>
            <a:r>
              <a:rPr lang="de-DE" dirty="0"/>
              <a:t>?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Tolerance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Crimp1 and Crimp 2 (Orientation)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Shrink</a:t>
            </a:r>
            <a:r>
              <a:rPr lang="de-DE" dirty="0"/>
              <a:t> </a:t>
            </a:r>
            <a:r>
              <a:rPr lang="de-DE" dirty="0" err="1"/>
              <a:t>sleeve</a:t>
            </a:r>
            <a:r>
              <a:rPr lang="de-DE" dirty="0"/>
              <a:t>: </a:t>
            </a:r>
            <a:r>
              <a:rPr lang="de-DE" dirty="0" err="1"/>
              <a:t>has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feeded</a:t>
            </a:r>
            <a:r>
              <a:rPr lang="de-DE" dirty="0"/>
              <a:t> </a:t>
            </a:r>
            <a:r>
              <a:rPr lang="de-DE" dirty="0" err="1"/>
              <a:t>bevore</a:t>
            </a:r>
            <a:r>
              <a:rPr lang="de-DE" dirty="0"/>
              <a:t> </a:t>
            </a:r>
            <a:r>
              <a:rPr lang="de-DE" dirty="0" err="1"/>
              <a:t>crimping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Shrink</a:t>
            </a:r>
            <a:r>
              <a:rPr lang="de-DE" dirty="0"/>
              <a:t> </a:t>
            </a:r>
            <a:r>
              <a:rPr lang="de-DE" dirty="0" err="1"/>
              <a:t>sleeve</a:t>
            </a:r>
            <a:r>
              <a:rPr lang="de-DE" dirty="0"/>
              <a:t>: supportet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bulk</a:t>
            </a:r>
            <a:r>
              <a:rPr lang="de-DE" dirty="0"/>
              <a:t> material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endless</a:t>
            </a:r>
            <a:r>
              <a:rPr lang="de-DE" dirty="0"/>
              <a:t>?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Timeplanning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Project?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706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feil: 180-Grad 24">
            <a:extLst>
              <a:ext uri="{FF2B5EF4-FFF2-40B4-BE49-F238E27FC236}">
                <a16:creationId xmlns:a16="http://schemas.microsoft.com/office/drawing/2014/main" id="{5E2028FF-CC4A-F187-CF50-699353B35F48}"/>
              </a:ext>
            </a:extLst>
          </p:cNvPr>
          <p:cNvSpPr/>
          <p:nvPr/>
        </p:nvSpPr>
        <p:spPr>
          <a:xfrm rot="10800000">
            <a:off x="6416222" y="3426750"/>
            <a:ext cx="583139" cy="485338"/>
          </a:xfrm>
          <a:prstGeom prst="uturnArrow">
            <a:avLst>
              <a:gd name="adj1" fmla="val 15842"/>
              <a:gd name="adj2" fmla="val 7895"/>
              <a:gd name="adj3" fmla="val 1308"/>
              <a:gd name="adj4" fmla="val 43750"/>
              <a:gd name="adj5" fmla="val 100000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CDCACF-FA6D-63DB-9853-242F80D0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Cable</a:t>
            </a:r>
          </a:p>
        </p:txBody>
      </p:sp>
      <p:grpSp>
        <p:nvGrpSpPr>
          <p:cNvPr id="609" name="Gruppieren 608">
            <a:extLst>
              <a:ext uri="{FF2B5EF4-FFF2-40B4-BE49-F238E27FC236}">
                <a16:creationId xmlns:a16="http://schemas.microsoft.com/office/drawing/2014/main" id="{7333129A-B862-6244-FB7D-059842C5FF5D}"/>
              </a:ext>
            </a:extLst>
          </p:cNvPr>
          <p:cNvGrpSpPr/>
          <p:nvPr/>
        </p:nvGrpSpPr>
        <p:grpSpPr>
          <a:xfrm>
            <a:off x="10373946" y="1654823"/>
            <a:ext cx="766368" cy="1774177"/>
            <a:chOff x="2794873" y="734073"/>
            <a:chExt cx="1658891" cy="3840410"/>
          </a:xfrm>
        </p:grpSpPr>
        <p:sp>
          <p:nvSpPr>
            <p:cNvPr id="610" name="Rechteck 609">
              <a:extLst>
                <a:ext uri="{FF2B5EF4-FFF2-40B4-BE49-F238E27FC236}">
                  <a16:creationId xmlns:a16="http://schemas.microsoft.com/office/drawing/2014/main" id="{A4EBB992-5C35-9EAC-BDE7-96E0B41521B1}"/>
                </a:ext>
              </a:extLst>
            </p:cNvPr>
            <p:cNvSpPr/>
            <p:nvPr/>
          </p:nvSpPr>
          <p:spPr>
            <a:xfrm>
              <a:off x="2926092" y="734073"/>
              <a:ext cx="71437" cy="285892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1" name="Rechteck 610">
              <a:extLst>
                <a:ext uri="{FF2B5EF4-FFF2-40B4-BE49-F238E27FC236}">
                  <a16:creationId xmlns:a16="http://schemas.microsoft.com/office/drawing/2014/main" id="{BD0548BB-8249-DAE0-0442-E0229BD665DA}"/>
                </a:ext>
              </a:extLst>
            </p:cNvPr>
            <p:cNvSpPr/>
            <p:nvPr/>
          </p:nvSpPr>
          <p:spPr>
            <a:xfrm>
              <a:off x="2876775" y="1019964"/>
              <a:ext cx="170071" cy="3554519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612" name="Gerader Verbinder 611">
              <a:extLst>
                <a:ext uri="{FF2B5EF4-FFF2-40B4-BE49-F238E27FC236}">
                  <a16:creationId xmlns:a16="http://schemas.microsoft.com/office/drawing/2014/main" id="{46FB6F4E-14F7-D570-4378-A29E8BCA0759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1864361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Gerader Verbinder 612">
              <a:extLst>
                <a:ext uri="{FF2B5EF4-FFF2-40B4-BE49-F238E27FC236}">
                  <a16:creationId xmlns:a16="http://schemas.microsoft.com/office/drawing/2014/main" id="{82415F6D-CBB7-F815-5403-9BEC5F4C95D5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2255387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Freihandform: Form 613">
              <a:extLst>
                <a:ext uri="{FF2B5EF4-FFF2-40B4-BE49-F238E27FC236}">
                  <a16:creationId xmlns:a16="http://schemas.microsoft.com/office/drawing/2014/main" id="{199818DC-98D9-07CA-B9E4-363C3FD72C0B}"/>
                </a:ext>
              </a:extLst>
            </p:cNvPr>
            <p:cNvSpPr/>
            <p:nvPr/>
          </p:nvSpPr>
          <p:spPr>
            <a:xfrm>
              <a:off x="4363452" y="1864361"/>
              <a:ext cx="90312" cy="400783"/>
            </a:xfrm>
            <a:custGeom>
              <a:avLst/>
              <a:gdLst>
                <a:gd name="connsiteX0" fmla="*/ 36095 w 90312"/>
                <a:gd name="connsiteY0" fmla="*/ 0 h 400783"/>
                <a:gd name="connsiteX1" fmla="*/ 30079 w 90312"/>
                <a:gd name="connsiteY1" fmla="*/ 36095 h 400783"/>
                <a:gd name="connsiteX2" fmla="*/ 18047 w 90312"/>
                <a:gd name="connsiteY2" fmla="*/ 114300 h 400783"/>
                <a:gd name="connsiteX3" fmla="*/ 6016 w 90312"/>
                <a:gd name="connsiteY3" fmla="*/ 144379 h 400783"/>
                <a:gd name="connsiteX4" fmla="*/ 0 w 90312"/>
                <a:gd name="connsiteY4" fmla="*/ 162426 h 400783"/>
                <a:gd name="connsiteX5" fmla="*/ 12031 w 90312"/>
                <a:gd name="connsiteY5" fmla="*/ 180474 h 400783"/>
                <a:gd name="connsiteX6" fmla="*/ 60158 w 90312"/>
                <a:gd name="connsiteY6" fmla="*/ 204537 h 400783"/>
                <a:gd name="connsiteX7" fmla="*/ 84221 w 90312"/>
                <a:gd name="connsiteY7" fmla="*/ 240632 h 400783"/>
                <a:gd name="connsiteX8" fmla="*/ 90237 w 90312"/>
                <a:gd name="connsiteY8" fmla="*/ 258679 h 400783"/>
                <a:gd name="connsiteX9" fmla="*/ 72189 w 90312"/>
                <a:gd name="connsiteY9" fmla="*/ 354932 h 400783"/>
                <a:gd name="connsiteX10" fmla="*/ 60158 w 90312"/>
                <a:gd name="connsiteY10" fmla="*/ 372979 h 400783"/>
                <a:gd name="connsiteX11" fmla="*/ 30079 w 90312"/>
                <a:gd name="connsiteY11" fmla="*/ 391026 h 400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12" h="400783">
                  <a:moveTo>
                    <a:pt x="36095" y="0"/>
                  </a:moveTo>
                  <a:cubicBezTo>
                    <a:pt x="34090" y="12032"/>
                    <a:pt x="31804" y="24020"/>
                    <a:pt x="30079" y="36095"/>
                  </a:cubicBezTo>
                  <a:cubicBezTo>
                    <a:pt x="27410" y="54777"/>
                    <a:pt x="24315" y="93407"/>
                    <a:pt x="18047" y="114300"/>
                  </a:cubicBezTo>
                  <a:cubicBezTo>
                    <a:pt x="14944" y="124643"/>
                    <a:pt x="9808" y="134268"/>
                    <a:pt x="6016" y="144379"/>
                  </a:cubicBezTo>
                  <a:cubicBezTo>
                    <a:pt x="3790" y="150316"/>
                    <a:pt x="2005" y="156410"/>
                    <a:pt x="0" y="162426"/>
                  </a:cubicBezTo>
                  <a:cubicBezTo>
                    <a:pt x="4010" y="168442"/>
                    <a:pt x="6108" y="176328"/>
                    <a:pt x="12031" y="180474"/>
                  </a:cubicBezTo>
                  <a:cubicBezTo>
                    <a:pt x="26725" y="190760"/>
                    <a:pt x="60158" y="204537"/>
                    <a:pt x="60158" y="204537"/>
                  </a:cubicBezTo>
                  <a:cubicBezTo>
                    <a:pt x="68179" y="216569"/>
                    <a:pt x="77198" y="227992"/>
                    <a:pt x="84221" y="240632"/>
                  </a:cubicBezTo>
                  <a:cubicBezTo>
                    <a:pt x="87301" y="246175"/>
                    <a:pt x="90237" y="252338"/>
                    <a:pt x="90237" y="258679"/>
                  </a:cubicBezTo>
                  <a:cubicBezTo>
                    <a:pt x="90237" y="312608"/>
                    <a:pt x="92509" y="319372"/>
                    <a:pt x="72189" y="354932"/>
                  </a:cubicBezTo>
                  <a:cubicBezTo>
                    <a:pt x="68602" y="361209"/>
                    <a:pt x="65712" y="368350"/>
                    <a:pt x="60158" y="372979"/>
                  </a:cubicBezTo>
                  <a:cubicBezTo>
                    <a:pt x="-19699" y="439528"/>
                    <a:pt x="59277" y="361833"/>
                    <a:pt x="30079" y="3910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5" name="Rechteck 614">
              <a:extLst>
                <a:ext uri="{FF2B5EF4-FFF2-40B4-BE49-F238E27FC236}">
                  <a16:creationId xmlns:a16="http://schemas.microsoft.com/office/drawing/2014/main" id="{89F4F65E-00B9-ADAB-50B1-6A194B04D25C}"/>
                </a:ext>
              </a:extLst>
            </p:cNvPr>
            <p:cNvSpPr/>
            <p:nvPr/>
          </p:nvSpPr>
          <p:spPr>
            <a:xfrm>
              <a:off x="3458670" y="937354"/>
              <a:ext cx="170072" cy="25013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6" name="Rechteck 615">
              <a:extLst>
                <a:ext uri="{FF2B5EF4-FFF2-40B4-BE49-F238E27FC236}">
                  <a16:creationId xmlns:a16="http://schemas.microsoft.com/office/drawing/2014/main" id="{08D5481A-9266-4122-77FA-BDA7880B1D3E}"/>
                </a:ext>
              </a:extLst>
            </p:cNvPr>
            <p:cNvSpPr/>
            <p:nvPr/>
          </p:nvSpPr>
          <p:spPr>
            <a:xfrm>
              <a:off x="3276942" y="1245563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7" name="Rechteck 616">
              <a:extLst>
                <a:ext uri="{FF2B5EF4-FFF2-40B4-BE49-F238E27FC236}">
                  <a16:creationId xmlns:a16="http://schemas.microsoft.com/office/drawing/2014/main" id="{ED95CED3-85DE-7704-5BF9-350162A16D14}"/>
                </a:ext>
              </a:extLst>
            </p:cNvPr>
            <p:cNvSpPr/>
            <p:nvPr/>
          </p:nvSpPr>
          <p:spPr>
            <a:xfrm>
              <a:off x="3276942" y="2511168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8" name="Rechteck 617">
              <a:extLst>
                <a:ext uri="{FF2B5EF4-FFF2-40B4-BE49-F238E27FC236}">
                  <a16:creationId xmlns:a16="http://schemas.microsoft.com/office/drawing/2014/main" id="{AC1128AF-F935-731A-B7E9-9401C4D8097F}"/>
                </a:ext>
              </a:extLst>
            </p:cNvPr>
            <p:cNvSpPr/>
            <p:nvPr/>
          </p:nvSpPr>
          <p:spPr>
            <a:xfrm>
              <a:off x="3142958" y="937353"/>
              <a:ext cx="165600" cy="21201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9" name="Rechteck 618">
              <a:extLst>
                <a:ext uri="{FF2B5EF4-FFF2-40B4-BE49-F238E27FC236}">
                  <a16:creationId xmlns:a16="http://schemas.microsoft.com/office/drawing/2014/main" id="{D1F50F4C-EB52-60B9-85E9-20CB6445C61D}"/>
                </a:ext>
              </a:extLst>
            </p:cNvPr>
            <p:cNvSpPr/>
            <p:nvPr/>
          </p:nvSpPr>
          <p:spPr>
            <a:xfrm rot="10800000">
              <a:off x="2794873" y="934717"/>
              <a:ext cx="342000" cy="3532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0" name="Rechteck 619">
              <a:extLst>
                <a:ext uri="{FF2B5EF4-FFF2-40B4-BE49-F238E27FC236}">
                  <a16:creationId xmlns:a16="http://schemas.microsoft.com/office/drawing/2014/main" id="{2CCEC123-40B1-0CEE-C15F-EFE72F883811}"/>
                </a:ext>
              </a:extLst>
            </p:cNvPr>
            <p:cNvSpPr/>
            <p:nvPr/>
          </p:nvSpPr>
          <p:spPr>
            <a:xfrm rot="10800000">
              <a:off x="2796872" y="2674520"/>
              <a:ext cx="342000" cy="13652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1" name="Ellipse 620">
              <a:extLst>
                <a:ext uri="{FF2B5EF4-FFF2-40B4-BE49-F238E27FC236}">
                  <a16:creationId xmlns:a16="http://schemas.microsoft.com/office/drawing/2014/main" id="{04836289-2FDB-B614-3D0E-8BE9C37AB3EA}"/>
                </a:ext>
              </a:extLst>
            </p:cNvPr>
            <p:cNvSpPr/>
            <p:nvPr/>
          </p:nvSpPr>
          <p:spPr>
            <a:xfrm>
              <a:off x="2887659" y="1052317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2" name="Ellipse 621">
              <a:extLst>
                <a:ext uri="{FF2B5EF4-FFF2-40B4-BE49-F238E27FC236}">
                  <a16:creationId xmlns:a16="http://schemas.microsoft.com/office/drawing/2014/main" id="{17C188E0-C3D9-5436-98FF-3E88E635D41B}"/>
                </a:ext>
              </a:extLst>
            </p:cNvPr>
            <p:cNvSpPr/>
            <p:nvPr/>
          </p:nvSpPr>
          <p:spPr>
            <a:xfrm>
              <a:off x="2897473" y="266596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23" name="Rechteck 622">
            <a:extLst>
              <a:ext uri="{FF2B5EF4-FFF2-40B4-BE49-F238E27FC236}">
                <a16:creationId xmlns:a16="http://schemas.microsoft.com/office/drawing/2014/main" id="{DEC6CBE4-A4E7-C332-A856-BD47DC1C5DA1}"/>
              </a:ext>
            </a:extLst>
          </p:cNvPr>
          <p:cNvSpPr/>
          <p:nvPr/>
        </p:nvSpPr>
        <p:spPr>
          <a:xfrm>
            <a:off x="2734595" y="1732095"/>
            <a:ext cx="2147303" cy="74370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&amp; Strip</a:t>
            </a:r>
          </a:p>
        </p:txBody>
      </p:sp>
      <p:sp>
        <p:nvSpPr>
          <p:cNvPr id="624" name="Rechteck 623">
            <a:extLst>
              <a:ext uri="{FF2B5EF4-FFF2-40B4-BE49-F238E27FC236}">
                <a16:creationId xmlns:a16="http://schemas.microsoft.com/office/drawing/2014/main" id="{A9890028-41EC-6BC4-C963-CD3CD5D759F3}"/>
              </a:ext>
            </a:extLst>
          </p:cNvPr>
          <p:cNvSpPr/>
          <p:nvPr/>
        </p:nvSpPr>
        <p:spPr>
          <a:xfrm>
            <a:off x="10415147" y="1567061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6" name="Ellipse 625">
            <a:extLst>
              <a:ext uri="{FF2B5EF4-FFF2-40B4-BE49-F238E27FC236}">
                <a16:creationId xmlns:a16="http://schemas.microsoft.com/office/drawing/2014/main" id="{C52FCDF3-3CFE-6B7E-7512-8ABDC0E88945}"/>
              </a:ext>
            </a:extLst>
          </p:cNvPr>
          <p:cNvSpPr/>
          <p:nvPr/>
        </p:nvSpPr>
        <p:spPr>
          <a:xfrm>
            <a:off x="1947707" y="1636357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7" name="Ellipse 626">
            <a:extLst>
              <a:ext uri="{FF2B5EF4-FFF2-40B4-BE49-F238E27FC236}">
                <a16:creationId xmlns:a16="http://schemas.microsoft.com/office/drawing/2014/main" id="{2A5F4AD2-E0AF-E944-58C9-E9A29EF47883}"/>
              </a:ext>
            </a:extLst>
          </p:cNvPr>
          <p:cNvSpPr/>
          <p:nvPr/>
        </p:nvSpPr>
        <p:spPr>
          <a:xfrm>
            <a:off x="1947707" y="2609726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29" name="Gerader Verbinder 628">
            <a:extLst>
              <a:ext uri="{FF2B5EF4-FFF2-40B4-BE49-F238E27FC236}">
                <a16:creationId xmlns:a16="http://schemas.microsoft.com/office/drawing/2014/main" id="{7E08F785-A8F0-6967-EF87-B114CD815B6E}"/>
              </a:ext>
            </a:extLst>
          </p:cNvPr>
          <p:cNvCxnSpPr>
            <a:endCxn id="626" idx="1"/>
          </p:cNvCxnSpPr>
          <p:nvPr/>
        </p:nvCxnSpPr>
        <p:spPr>
          <a:xfrm flipV="1">
            <a:off x="704346" y="1667250"/>
            <a:ext cx="1274254" cy="432261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Gerader Verbinder 629">
            <a:extLst>
              <a:ext uri="{FF2B5EF4-FFF2-40B4-BE49-F238E27FC236}">
                <a16:creationId xmlns:a16="http://schemas.microsoft.com/office/drawing/2014/main" id="{22C51221-575F-0A85-DE86-7A5759D23E6F}"/>
              </a:ext>
            </a:extLst>
          </p:cNvPr>
          <p:cNvCxnSpPr>
            <a:cxnSpLocks/>
            <a:stCxn id="627" idx="6"/>
            <a:endCxn id="626" idx="6"/>
          </p:cNvCxnSpPr>
          <p:nvPr/>
        </p:nvCxnSpPr>
        <p:spPr>
          <a:xfrm flipV="1">
            <a:off x="2158660" y="1741834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Gerader Verbinder 632">
            <a:extLst>
              <a:ext uri="{FF2B5EF4-FFF2-40B4-BE49-F238E27FC236}">
                <a16:creationId xmlns:a16="http://schemas.microsoft.com/office/drawing/2014/main" id="{154252C1-E92F-B323-A65B-A0AB89E64F44}"/>
              </a:ext>
            </a:extLst>
          </p:cNvPr>
          <p:cNvCxnSpPr>
            <a:cxnSpLocks/>
          </p:cNvCxnSpPr>
          <p:nvPr/>
        </p:nvCxnSpPr>
        <p:spPr>
          <a:xfrm flipV="1">
            <a:off x="1947707" y="1741833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Gerader Verbinder 633">
            <a:extLst>
              <a:ext uri="{FF2B5EF4-FFF2-40B4-BE49-F238E27FC236}">
                <a16:creationId xmlns:a16="http://schemas.microsoft.com/office/drawing/2014/main" id="{952AA21C-3F77-0C45-5B33-CD180309414F}"/>
              </a:ext>
            </a:extLst>
          </p:cNvPr>
          <p:cNvCxnSpPr>
            <a:cxnSpLocks/>
            <a:stCxn id="626" idx="7"/>
          </p:cNvCxnSpPr>
          <p:nvPr/>
        </p:nvCxnSpPr>
        <p:spPr>
          <a:xfrm>
            <a:off x="2127767" y="1667250"/>
            <a:ext cx="606828" cy="602315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7" name="Grafik 636" descr="Roboterhand mit einfarbiger Füllung">
            <a:extLst>
              <a:ext uri="{FF2B5EF4-FFF2-40B4-BE49-F238E27FC236}">
                <a16:creationId xmlns:a16="http://schemas.microsoft.com/office/drawing/2014/main" id="{68358574-5D53-0A2C-635D-ED8A0C405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558065" y="919394"/>
            <a:ext cx="1829905" cy="1829905"/>
          </a:xfrm>
          <a:prstGeom prst="rect">
            <a:avLst/>
          </a:prstGeom>
        </p:spPr>
      </p:pic>
      <p:grpSp>
        <p:nvGrpSpPr>
          <p:cNvPr id="643" name="Gruppieren 642">
            <a:extLst>
              <a:ext uri="{FF2B5EF4-FFF2-40B4-BE49-F238E27FC236}">
                <a16:creationId xmlns:a16="http://schemas.microsoft.com/office/drawing/2014/main" id="{E66760AA-D534-1A3A-EB40-98721C3DC40E}"/>
              </a:ext>
            </a:extLst>
          </p:cNvPr>
          <p:cNvGrpSpPr/>
          <p:nvPr/>
        </p:nvGrpSpPr>
        <p:grpSpPr>
          <a:xfrm rot="5400000">
            <a:off x="5972461" y="1252829"/>
            <a:ext cx="78569" cy="2068826"/>
            <a:chOff x="6851814" y="1766023"/>
            <a:chExt cx="78569" cy="2068826"/>
          </a:xfrm>
        </p:grpSpPr>
        <p:sp>
          <p:nvSpPr>
            <p:cNvPr id="638" name="Rechteck 637">
              <a:extLst>
                <a:ext uri="{FF2B5EF4-FFF2-40B4-BE49-F238E27FC236}">
                  <a16:creationId xmlns:a16="http://schemas.microsoft.com/office/drawing/2014/main" id="{C0D6BED8-F112-A151-1A82-7E9E3AFCAC77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9" name="Rechteck 638">
              <a:extLst>
                <a:ext uri="{FF2B5EF4-FFF2-40B4-BE49-F238E27FC236}">
                  <a16:creationId xmlns:a16="http://schemas.microsoft.com/office/drawing/2014/main" id="{CDDAA9BC-8BE4-61D1-F5BE-856DB4A3EA2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0" name="Rechteck 639">
              <a:extLst>
                <a:ext uri="{FF2B5EF4-FFF2-40B4-BE49-F238E27FC236}">
                  <a16:creationId xmlns:a16="http://schemas.microsoft.com/office/drawing/2014/main" id="{8D677E5D-0C5A-1FF8-D335-B7E8F804CE50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1" name="Rechteck 640">
              <a:extLst>
                <a:ext uri="{FF2B5EF4-FFF2-40B4-BE49-F238E27FC236}">
                  <a16:creationId xmlns:a16="http://schemas.microsoft.com/office/drawing/2014/main" id="{06FFC919-043B-F7B8-B1A5-9E694131CB7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2" name="Rechteck 641">
              <a:extLst>
                <a:ext uri="{FF2B5EF4-FFF2-40B4-BE49-F238E27FC236}">
                  <a16:creationId xmlns:a16="http://schemas.microsoft.com/office/drawing/2014/main" id="{D500387F-1CCD-4847-9407-793077840AEA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25" name="Ellipse 624">
            <a:extLst>
              <a:ext uri="{FF2B5EF4-FFF2-40B4-BE49-F238E27FC236}">
                <a16:creationId xmlns:a16="http://schemas.microsoft.com/office/drawing/2014/main" id="{9F9F894C-4E26-F390-56AA-E05502514BD3}"/>
              </a:ext>
            </a:extLst>
          </p:cNvPr>
          <p:cNvSpPr/>
          <p:nvPr/>
        </p:nvSpPr>
        <p:spPr>
          <a:xfrm>
            <a:off x="493295" y="2051384"/>
            <a:ext cx="751974" cy="751974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E53C269-4F7C-5786-28F4-266E913FAB48}"/>
              </a:ext>
            </a:extLst>
          </p:cNvPr>
          <p:cNvCxnSpPr/>
          <p:nvPr/>
        </p:nvCxnSpPr>
        <p:spPr>
          <a:xfrm>
            <a:off x="2057400" y="2610476"/>
            <a:ext cx="0" cy="2105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CE47EB3-0400-A2DE-518B-CA0BE43FB079}"/>
              </a:ext>
            </a:extLst>
          </p:cNvPr>
          <p:cNvSpPr/>
          <p:nvPr/>
        </p:nvSpPr>
        <p:spPr>
          <a:xfrm>
            <a:off x="5058619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E2E775E-877B-91BC-29C5-AA58E5B3A899}"/>
              </a:ext>
            </a:extLst>
          </p:cNvPr>
          <p:cNvSpPr/>
          <p:nvPr/>
        </p:nvSpPr>
        <p:spPr>
          <a:xfrm>
            <a:off x="5125879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D8A0006-78FC-A27F-7977-609573252616}"/>
              </a:ext>
            </a:extLst>
          </p:cNvPr>
          <p:cNvSpPr/>
          <p:nvPr/>
        </p:nvSpPr>
        <p:spPr>
          <a:xfrm>
            <a:off x="5338991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73A979E-5074-CF4B-B640-DE2E803A3F31}"/>
              </a:ext>
            </a:extLst>
          </p:cNvPr>
          <p:cNvSpPr/>
          <p:nvPr/>
        </p:nvSpPr>
        <p:spPr>
          <a:xfrm>
            <a:off x="5751194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4D3BC28-D6C8-2D4F-63FD-9988F1FF7CC3}"/>
              </a:ext>
            </a:extLst>
          </p:cNvPr>
          <p:cNvSpPr/>
          <p:nvPr/>
        </p:nvSpPr>
        <p:spPr>
          <a:xfrm>
            <a:off x="5818454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8162EBC-111A-A5E6-EDEB-44A8DBA5FCD8}"/>
              </a:ext>
            </a:extLst>
          </p:cNvPr>
          <p:cNvSpPr/>
          <p:nvPr/>
        </p:nvSpPr>
        <p:spPr>
          <a:xfrm>
            <a:off x="6031566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82D7CB3-51A8-8533-12CA-B4EAA73D933E}"/>
              </a:ext>
            </a:extLst>
          </p:cNvPr>
          <p:cNvSpPr/>
          <p:nvPr/>
        </p:nvSpPr>
        <p:spPr>
          <a:xfrm rot="10800000" flipV="1">
            <a:off x="5058619" y="3215390"/>
            <a:ext cx="1081312" cy="113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/>
                </a:solidFill>
              </a:rPr>
              <a:t>Handover</a:t>
            </a:r>
            <a:r>
              <a:rPr lang="de-DE" sz="700" dirty="0">
                <a:solidFill>
                  <a:schemeClr val="tx1"/>
                </a:solidFill>
              </a:rPr>
              <a:t> Unit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C38F99B-A3F4-E415-D3AC-F33834643CA0}"/>
              </a:ext>
            </a:extLst>
          </p:cNvPr>
          <p:cNvSpPr/>
          <p:nvPr/>
        </p:nvSpPr>
        <p:spPr>
          <a:xfrm>
            <a:off x="6416223" y="2981762"/>
            <a:ext cx="78569" cy="485338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BD033AF-536B-0C14-1995-D34BC25E25CB}"/>
              </a:ext>
            </a:extLst>
          </p:cNvPr>
          <p:cNvSpPr/>
          <p:nvPr/>
        </p:nvSpPr>
        <p:spPr>
          <a:xfrm rot="10800000">
            <a:off x="6439007" y="2850679"/>
            <a:ext cx="33002" cy="13207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1132DDE-E962-60EA-9C64-9A45C296D9E6}"/>
              </a:ext>
            </a:extLst>
          </p:cNvPr>
          <p:cNvSpPr/>
          <p:nvPr/>
        </p:nvSpPr>
        <p:spPr>
          <a:xfrm rot="10800000">
            <a:off x="6416706" y="2738606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2D86E63-1E44-4634-09BD-E2D9D807D576}"/>
              </a:ext>
            </a:extLst>
          </p:cNvPr>
          <p:cNvSpPr/>
          <p:nvPr/>
        </p:nvSpPr>
        <p:spPr>
          <a:xfrm rot="10800000">
            <a:off x="6943094" y="2848831"/>
            <a:ext cx="33002" cy="13207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5342812-BBFC-4854-A4D6-FC0BBA14C382}"/>
              </a:ext>
            </a:extLst>
          </p:cNvPr>
          <p:cNvSpPr/>
          <p:nvPr/>
        </p:nvSpPr>
        <p:spPr>
          <a:xfrm rot="10800000">
            <a:off x="6920793" y="2736758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98D2933-8FB1-C481-9B43-1FD8CE7A633E}"/>
              </a:ext>
            </a:extLst>
          </p:cNvPr>
          <p:cNvSpPr/>
          <p:nvPr/>
        </p:nvSpPr>
        <p:spPr>
          <a:xfrm>
            <a:off x="6922152" y="2981762"/>
            <a:ext cx="78569" cy="485338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4FD53FD-E589-625A-44D4-E6D12A2BE839}"/>
              </a:ext>
            </a:extLst>
          </p:cNvPr>
          <p:cNvSpPr/>
          <p:nvPr/>
        </p:nvSpPr>
        <p:spPr>
          <a:xfrm>
            <a:off x="6929834" y="3442149"/>
            <a:ext cx="64800" cy="49901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2DDB281-2A47-40FA-3B6E-4ED775B795C9}"/>
              </a:ext>
            </a:extLst>
          </p:cNvPr>
          <p:cNvSpPr/>
          <p:nvPr/>
        </p:nvSpPr>
        <p:spPr>
          <a:xfrm>
            <a:off x="6420768" y="3438540"/>
            <a:ext cx="64800" cy="49901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DBD5F99-53F6-D0D1-3490-A2728CB98621}"/>
              </a:ext>
            </a:extLst>
          </p:cNvPr>
          <p:cNvCxnSpPr/>
          <p:nvPr/>
        </p:nvCxnSpPr>
        <p:spPr>
          <a:xfrm>
            <a:off x="6453168" y="2578911"/>
            <a:ext cx="52292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F15E642F-B2A6-A95F-4F93-950A6305BA44}"/>
              </a:ext>
            </a:extLst>
          </p:cNvPr>
          <p:cNvSpPr txBox="1"/>
          <p:nvPr/>
        </p:nvSpPr>
        <p:spPr>
          <a:xfrm>
            <a:off x="6523123" y="2447004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100mm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28BC11A-D18A-18F3-019C-854E420970ED}"/>
              </a:ext>
            </a:extLst>
          </p:cNvPr>
          <p:cNvCxnSpPr>
            <a:cxnSpLocks/>
          </p:cNvCxnSpPr>
          <p:nvPr/>
        </p:nvCxnSpPr>
        <p:spPr>
          <a:xfrm flipH="1" flipV="1">
            <a:off x="7148206" y="2803358"/>
            <a:ext cx="0" cy="62339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4C15466D-D7E5-DEFD-4D2F-D01907FFE878}"/>
              </a:ext>
            </a:extLst>
          </p:cNvPr>
          <p:cNvSpPr txBox="1"/>
          <p:nvPr/>
        </p:nvSpPr>
        <p:spPr>
          <a:xfrm rot="16200000">
            <a:off x="6897012" y="2994232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70mm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A911E1A-756A-B425-02E1-0DFAA5915EE0}"/>
              </a:ext>
            </a:extLst>
          </p:cNvPr>
          <p:cNvCxnSpPr>
            <a:cxnSpLocks/>
          </p:cNvCxnSpPr>
          <p:nvPr/>
        </p:nvCxnSpPr>
        <p:spPr>
          <a:xfrm flipV="1">
            <a:off x="7148206" y="3426749"/>
            <a:ext cx="0" cy="50707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68C72A34-3742-ACD8-CF5C-6BA96C961A95}"/>
              </a:ext>
            </a:extLst>
          </p:cNvPr>
          <p:cNvSpPr txBox="1"/>
          <p:nvPr/>
        </p:nvSpPr>
        <p:spPr>
          <a:xfrm rot="16200000">
            <a:off x="6897013" y="3572378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variable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8C93908-82AD-0251-26EC-1568927AABF0}"/>
              </a:ext>
            </a:extLst>
          </p:cNvPr>
          <p:cNvSpPr/>
          <p:nvPr/>
        </p:nvSpPr>
        <p:spPr>
          <a:xfrm>
            <a:off x="370537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Feeding</a:t>
            </a:r>
            <a:r>
              <a:rPr lang="de-DE" dirty="0"/>
              <a:t> Unit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ADF997-5FD8-AE10-4DA0-064FE09E7247}"/>
              </a:ext>
            </a:extLst>
          </p:cNvPr>
          <p:cNvSpPr/>
          <p:nvPr/>
        </p:nvSpPr>
        <p:spPr>
          <a:xfrm>
            <a:off x="2533145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 &amp; Strip Unit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7F83E76-0BEF-7C7A-F429-BB66B8A2EC26}"/>
              </a:ext>
            </a:extLst>
          </p:cNvPr>
          <p:cNvSpPr/>
          <p:nvPr/>
        </p:nvSpPr>
        <p:spPr>
          <a:xfrm>
            <a:off x="4685493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Handover</a:t>
            </a:r>
            <a:r>
              <a:rPr lang="de-DE" dirty="0"/>
              <a:t> Unit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C677279-FE55-DDB3-D14C-BF9CDE5C9EA0}"/>
              </a:ext>
            </a:extLst>
          </p:cNvPr>
          <p:cNvSpPr/>
          <p:nvPr/>
        </p:nvSpPr>
        <p:spPr>
          <a:xfrm>
            <a:off x="7359805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Robot Handling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BDC22C4-46BF-512E-A30A-FC7AA454E56F}"/>
              </a:ext>
            </a:extLst>
          </p:cNvPr>
          <p:cNvSpPr/>
          <p:nvPr/>
        </p:nvSpPr>
        <p:spPr>
          <a:xfrm>
            <a:off x="10034117" y="4216585"/>
            <a:ext cx="1550019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Round Table</a:t>
            </a:r>
          </a:p>
        </p:txBody>
      </p:sp>
    </p:spTree>
    <p:extLst>
      <p:ext uri="{BB962C8B-B14F-4D97-AF65-F5344CB8AC3E}">
        <p14:creationId xmlns:p14="http://schemas.microsoft.com/office/powerpoint/2010/main" val="345995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B87BF-7CED-6A8E-B6DF-4630763F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2F851A3-ACE8-BC6B-EB4E-0E3A8AF58FDC}"/>
              </a:ext>
            </a:extLst>
          </p:cNvPr>
          <p:cNvGrpSpPr/>
          <p:nvPr/>
        </p:nvGrpSpPr>
        <p:grpSpPr>
          <a:xfrm>
            <a:off x="493295" y="1135033"/>
            <a:ext cx="10124867" cy="4686051"/>
            <a:chOff x="493295" y="1135033"/>
            <a:chExt cx="10124867" cy="4686051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58E0DDF-1555-A686-7724-9F2E32E96FB0}"/>
                </a:ext>
              </a:extLst>
            </p:cNvPr>
            <p:cNvSpPr/>
            <p:nvPr/>
          </p:nvSpPr>
          <p:spPr>
            <a:xfrm>
              <a:off x="2734595" y="2445893"/>
              <a:ext cx="2147303" cy="98310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Cutting </a:t>
              </a:r>
              <a:r>
                <a:rPr lang="de-DE" dirty="0" err="1"/>
                <a:t>unit</a:t>
              </a:r>
              <a:endParaRPr lang="de-DE" dirty="0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9DF6265-4180-10C4-A5BB-C5A6A8A6D67F}"/>
                </a:ext>
              </a:extLst>
            </p:cNvPr>
            <p:cNvSpPr/>
            <p:nvPr/>
          </p:nvSpPr>
          <p:spPr>
            <a:xfrm>
              <a:off x="1947707" y="2350155"/>
              <a:ext cx="210953" cy="210953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23B25FA-BB31-AF30-6D69-B0D41147C229}"/>
                </a:ext>
              </a:extLst>
            </p:cNvPr>
            <p:cNvSpPr/>
            <p:nvPr/>
          </p:nvSpPr>
          <p:spPr>
            <a:xfrm>
              <a:off x="1947707" y="3323524"/>
              <a:ext cx="210953" cy="210953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A11C0CA-0ECD-4302-33F1-67C22DC92D90}"/>
                </a:ext>
              </a:extLst>
            </p:cNvPr>
            <p:cNvCxnSpPr>
              <a:endCxn id="5" idx="1"/>
            </p:cNvCxnSpPr>
            <p:nvPr/>
          </p:nvCxnSpPr>
          <p:spPr>
            <a:xfrm flipV="1">
              <a:off x="704346" y="2381048"/>
              <a:ext cx="1274254" cy="432261"/>
            </a:xfrm>
            <a:prstGeom prst="line">
              <a:avLst/>
            </a:prstGeom>
            <a:ln>
              <a:solidFill>
                <a:srgbClr val="FF99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17F426EA-DE1C-8789-FF66-4B50B8F7894C}"/>
                </a:ext>
              </a:extLst>
            </p:cNvPr>
            <p:cNvCxnSpPr>
              <a:cxnSpLocks/>
              <a:stCxn id="6" idx="6"/>
              <a:endCxn id="5" idx="6"/>
            </p:cNvCxnSpPr>
            <p:nvPr/>
          </p:nvCxnSpPr>
          <p:spPr>
            <a:xfrm flipV="1">
              <a:off x="2158660" y="2455632"/>
              <a:ext cx="0" cy="973369"/>
            </a:xfrm>
            <a:prstGeom prst="line">
              <a:avLst/>
            </a:prstGeom>
            <a:ln>
              <a:solidFill>
                <a:srgbClr val="FF99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9EF43A96-7FA4-E76A-4BFC-2DA4C6CF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7707" y="2455631"/>
              <a:ext cx="0" cy="973369"/>
            </a:xfrm>
            <a:prstGeom prst="line">
              <a:avLst/>
            </a:prstGeom>
            <a:ln>
              <a:solidFill>
                <a:srgbClr val="FF99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1F71F81B-32DD-0D7A-E946-D5D4F1E82BE6}"/>
                </a:ext>
              </a:extLst>
            </p:cNvPr>
            <p:cNvCxnSpPr>
              <a:cxnSpLocks/>
              <a:stCxn id="5" idx="7"/>
            </p:cNvCxnSpPr>
            <p:nvPr/>
          </p:nvCxnSpPr>
          <p:spPr>
            <a:xfrm>
              <a:off x="2127767" y="2381048"/>
              <a:ext cx="606828" cy="602315"/>
            </a:xfrm>
            <a:prstGeom prst="line">
              <a:avLst/>
            </a:prstGeom>
            <a:ln>
              <a:solidFill>
                <a:srgbClr val="FF99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A792855-855C-BA3A-AEBE-B756470CEBB4}"/>
                </a:ext>
              </a:extLst>
            </p:cNvPr>
            <p:cNvSpPr/>
            <p:nvPr/>
          </p:nvSpPr>
          <p:spPr>
            <a:xfrm rot="5400000">
              <a:off x="6163434" y="1823006"/>
              <a:ext cx="64933" cy="2404201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7A79CD9-12B6-D889-7E59-53FAFEB778AE}"/>
                </a:ext>
              </a:extLst>
            </p:cNvPr>
            <p:cNvSpPr/>
            <p:nvPr/>
          </p:nvSpPr>
          <p:spPr>
            <a:xfrm>
              <a:off x="493295" y="2765182"/>
              <a:ext cx="751974" cy="751974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56497E71-CF5C-5D7A-2163-D5A715A5F804}"/>
                </a:ext>
              </a:extLst>
            </p:cNvPr>
            <p:cNvCxnSpPr/>
            <p:nvPr/>
          </p:nvCxnSpPr>
          <p:spPr>
            <a:xfrm>
              <a:off x="2057400" y="3324274"/>
              <a:ext cx="0" cy="21055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2872E36-41C4-DE92-19FB-2620A9EDA2B2}"/>
                </a:ext>
              </a:extLst>
            </p:cNvPr>
            <p:cNvSpPr/>
            <p:nvPr/>
          </p:nvSpPr>
          <p:spPr>
            <a:xfrm rot="10800000">
              <a:off x="7005061" y="2351875"/>
              <a:ext cx="388737" cy="359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8DDA4C6-669B-FDEA-B2D4-08FD5E925AB1}"/>
                </a:ext>
              </a:extLst>
            </p:cNvPr>
            <p:cNvSpPr/>
            <p:nvPr/>
          </p:nvSpPr>
          <p:spPr>
            <a:xfrm rot="10800000">
              <a:off x="7072321" y="2718772"/>
              <a:ext cx="45719" cy="210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4579515-6CD7-8AEB-8DBC-05B405A4FEB0}"/>
                </a:ext>
              </a:extLst>
            </p:cNvPr>
            <p:cNvSpPr/>
            <p:nvPr/>
          </p:nvSpPr>
          <p:spPr>
            <a:xfrm rot="10800000">
              <a:off x="7285433" y="2718772"/>
              <a:ext cx="45719" cy="210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564B1B9-3481-85E1-6623-8E570BA61F2D}"/>
                </a:ext>
              </a:extLst>
            </p:cNvPr>
            <p:cNvSpPr/>
            <p:nvPr/>
          </p:nvSpPr>
          <p:spPr>
            <a:xfrm>
              <a:off x="6711574" y="3357739"/>
              <a:ext cx="388737" cy="359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BF99C5E-56FA-CE95-8B65-ED3ABF57708C}"/>
                </a:ext>
              </a:extLst>
            </p:cNvPr>
            <p:cNvSpPr/>
            <p:nvPr/>
          </p:nvSpPr>
          <p:spPr>
            <a:xfrm>
              <a:off x="6778834" y="3146786"/>
              <a:ext cx="45719" cy="210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EA90706-4049-3AA0-222B-CCCAC8EE7990}"/>
                </a:ext>
              </a:extLst>
            </p:cNvPr>
            <p:cNvSpPr/>
            <p:nvPr/>
          </p:nvSpPr>
          <p:spPr>
            <a:xfrm>
              <a:off x="6991946" y="3146786"/>
              <a:ext cx="45719" cy="210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C8640E8-EECA-7316-32ED-DDEFD6350BC0}"/>
                </a:ext>
              </a:extLst>
            </p:cNvPr>
            <p:cNvSpPr/>
            <p:nvPr/>
          </p:nvSpPr>
          <p:spPr>
            <a:xfrm rot="10800000" flipV="1">
              <a:off x="5049888" y="3717688"/>
              <a:ext cx="2050565" cy="100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 err="1">
                  <a:solidFill>
                    <a:schemeClr val="tx1"/>
                  </a:solidFill>
                </a:rPr>
                <a:t>Handover</a:t>
              </a:r>
              <a:r>
                <a:rPr lang="de-DE" sz="700" dirty="0">
                  <a:solidFill>
                    <a:schemeClr val="tx1"/>
                  </a:solidFill>
                </a:rPr>
                <a:t> Unit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375A0B8-FB8F-8471-47AA-E89B5B6874F1}"/>
                </a:ext>
              </a:extLst>
            </p:cNvPr>
            <p:cNvSpPr/>
            <p:nvPr/>
          </p:nvSpPr>
          <p:spPr>
            <a:xfrm>
              <a:off x="704346" y="1135033"/>
              <a:ext cx="1629344" cy="2624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err="1"/>
                <a:t>Feeding</a:t>
              </a:r>
              <a:r>
                <a:rPr lang="de-DE" sz="1400" dirty="0"/>
                <a:t> Unit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712CBA8-2E95-D113-1A94-B62649C777D4}"/>
                </a:ext>
              </a:extLst>
            </p:cNvPr>
            <p:cNvSpPr/>
            <p:nvPr/>
          </p:nvSpPr>
          <p:spPr>
            <a:xfrm>
              <a:off x="2342645" y="1135033"/>
              <a:ext cx="2147303" cy="2624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/>
                <a:t>Cutting Unit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D442B6F7-5F69-ED4B-1B63-0E9F82563107}"/>
                </a:ext>
              </a:extLst>
            </p:cNvPr>
            <p:cNvSpPr/>
            <p:nvPr/>
          </p:nvSpPr>
          <p:spPr>
            <a:xfrm>
              <a:off x="4494993" y="1135033"/>
              <a:ext cx="2553507" cy="2624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err="1"/>
                <a:t>Handover</a:t>
              </a:r>
              <a:r>
                <a:rPr lang="de-DE" sz="1400" dirty="0"/>
                <a:t> Unit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F6FFA35D-89A6-F13F-5992-79DAD9BDEF2D}"/>
                </a:ext>
              </a:extLst>
            </p:cNvPr>
            <p:cNvSpPr/>
            <p:nvPr/>
          </p:nvSpPr>
          <p:spPr>
            <a:xfrm>
              <a:off x="7048655" y="1135033"/>
              <a:ext cx="1784195" cy="2624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/>
                <a:t>Handling Cable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F1E502C-328C-F072-2ED8-E0EB71BC6355}"/>
                </a:ext>
              </a:extLst>
            </p:cNvPr>
            <p:cNvSpPr/>
            <p:nvPr/>
          </p:nvSpPr>
          <p:spPr>
            <a:xfrm>
              <a:off x="8833967" y="1135033"/>
              <a:ext cx="1784195" cy="2624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/>
                <a:t>Linear Transfersystem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2B218DC1-4F84-2714-B884-019E8F2058CF}"/>
                </a:ext>
              </a:extLst>
            </p:cNvPr>
            <p:cNvCxnSpPr>
              <a:cxnSpLocks/>
            </p:cNvCxnSpPr>
            <p:nvPr/>
          </p:nvCxnSpPr>
          <p:spPr>
            <a:xfrm>
              <a:off x="5743729" y="3536032"/>
              <a:ext cx="704542" cy="0"/>
            </a:xfrm>
            <a:prstGeom prst="straightConnector1">
              <a:avLst/>
            </a:prstGeom>
            <a:ln w="6350">
              <a:headEnd w="sm" len="sm"/>
              <a:tailEnd type="triangl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CF64BE1D-DE42-2936-CF5F-57B5A7C1C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8226" y="2937446"/>
              <a:ext cx="1718875" cy="2883638"/>
            </a:xfrm>
            <a:prstGeom prst="rect">
              <a:avLst/>
            </a:prstGeom>
          </p:spPr>
        </p:pic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832EE28C-2354-4CFE-08FC-24446AE8F536}"/>
                </a:ext>
              </a:extLst>
            </p:cNvPr>
            <p:cNvSpPr/>
            <p:nvPr/>
          </p:nvSpPr>
          <p:spPr>
            <a:xfrm>
              <a:off x="6623050" y="1957452"/>
              <a:ext cx="3616307" cy="32740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</a:schemeClr>
                </a:gs>
                <a:gs pos="19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F1E6B9B-B329-3DA4-2EF7-6E6F0F76E89B}"/>
                </a:ext>
              </a:extLst>
            </p:cNvPr>
            <p:cNvSpPr/>
            <p:nvPr/>
          </p:nvSpPr>
          <p:spPr>
            <a:xfrm>
              <a:off x="2711080" y="3845712"/>
              <a:ext cx="4689068" cy="32740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</a:schemeClr>
                </a:gs>
                <a:gs pos="19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06691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567F4279-E7E2-C30D-C3AB-71C9E065BE11}"/>
              </a:ext>
            </a:extLst>
          </p:cNvPr>
          <p:cNvSpPr/>
          <p:nvPr/>
        </p:nvSpPr>
        <p:spPr>
          <a:xfrm rot="10800000">
            <a:off x="10031384" y="2604944"/>
            <a:ext cx="1999450" cy="1157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8998BC4-3921-71D4-CB4C-DB6A5A41E338}"/>
              </a:ext>
            </a:extLst>
          </p:cNvPr>
          <p:cNvSpPr/>
          <p:nvPr/>
        </p:nvSpPr>
        <p:spPr>
          <a:xfrm rot="10800000">
            <a:off x="10032129" y="1779208"/>
            <a:ext cx="1999450" cy="1157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5" name="Ellipse 454">
            <a:extLst>
              <a:ext uri="{FF2B5EF4-FFF2-40B4-BE49-F238E27FC236}">
                <a16:creationId xmlns:a16="http://schemas.microsoft.com/office/drawing/2014/main" id="{B108B3B8-6FBF-5557-76A0-4367769AC4A7}"/>
              </a:ext>
            </a:extLst>
          </p:cNvPr>
          <p:cNvSpPr/>
          <p:nvPr/>
        </p:nvSpPr>
        <p:spPr>
          <a:xfrm>
            <a:off x="10114415" y="299807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3" name="Ellipse 452">
            <a:extLst>
              <a:ext uri="{FF2B5EF4-FFF2-40B4-BE49-F238E27FC236}">
                <a16:creationId xmlns:a16="http://schemas.microsoft.com/office/drawing/2014/main" id="{6B988D60-903B-86C3-C72C-33B5A4AD2405}"/>
              </a:ext>
            </a:extLst>
          </p:cNvPr>
          <p:cNvSpPr/>
          <p:nvPr/>
        </p:nvSpPr>
        <p:spPr>
          <a:xfrm>
            <a:off x="8745048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2" name="Ellipse 451">
            <a:extLst>
              <a:ext uri="{FF2B5EF4-FFF2-40B4-BE49-F238E27FC236}">
                <a16:creationId xmlns:a16="http://schemas.microsoft.com/office/drawing/2014/main" id="{0F9E84E8-0A56-B5A9-3ACC-D8C0D686C561}"/>
              </a:ext>
            </a:extLst>
          </p:cNvPr>
          <p:cNvSpPr/>
          <p:nvPr/>
        </p:nvSpPr>
        <p:spPr>
          <a:xfrm>
            <a:off x="8414276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9" name="Gruppieren 448">
            <a:extLst>
              <a:ext uri="{FF2B5EF4-FFF2-40B4-BE49-F238E27FC236}">
                <a16:creationId xmlns:a16="http://schemas.microsoft.com/office/drawing/2014/main" id="{FEE0D7B8-7537-8DED-1928-4893477DDE15}"/>
              </a:ext>
            </a:extLst>
          </p:cNvPr>
          <p:cNvGrpSpPr/>
          <p:nvPr/>
        </p:nvGrpSpPr>
        <p:grpSpPr>
          <a:xfrm rot="10800000">
            <a:off x="8089369" y="2608161"/>
            <a:ext cx="69580" cy="193454"/>
            <a:chOff x="2849757" y="2999802"/>
            <a:chExt cx="69580" cy="193454"/>
          </a:xfrm>
        </p:grpSpPr>
        <p:sp>
          <p:nvSpPr>
            <p:cNvPr id="450" name="Rechteck 449">
              <a:extLst>
                <a:ext uri="{FF2B5EF4-FFF2-40B4-BE49-F238E27FC236}">
                  <a16:creationId xmlns:a16="http://schemas.microsoft.com/office/drawing/2014/main" id="{005739C7-7F74-7829-DAF1-1666F81B13FD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15B2EECA-64B2-9193-BA70-3AB15E1A2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Gruppieren 442">
            <a:extLst>
              <a:ext uri="{FF2B5EF4-FFF2-40B4-BE49-F238E27FC236}">
                <a16:creationId xmlns:a16="http://schemas.microsoft.com/office/drawing/2014/main" id="{8DCFAD51-652D-34FA-96C0-4F151F44461C}"/>
              </a:ext>
            </a:extLst>
          </p:cNvPr>
          <p:cNvGrpSpPr/>
          <p:nvPr/>
        </p:nvGrpSpPr>
        <p:grpSpPr>
          <a:xfrm rot="10800000">
            <a:off x="6790230" y="2609785"/>
            <a:ext cx="69580" cy="193454"/>
            <a:chOff x="2849757" y="2999802"/>
            <a:chExt cx="69580" cy="193454"/>
          </a:xfrm>
        </p:grpSpPr>
        <p:sp>
          <p:nvSpPr>
            <p:cNvPr id="444" name="Rechteck 443">
              <a:extLst>
                <a:ext uri="{FF2B5EF4-FFF2-40B4-BE49-F238E27FC236}">
                  <a16:creationId xmlns:a16="http://schemas.microsoft.com/office/drawing/2014/main" id="{FF747A45-0BFA-0A16-D62E-F70D98595F1B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5" name="Gerade Verbindung mit Pfeil 444">
              <a:extLst>
                <a:ext uri="{FF2B5EF4-FFF2-40B4-BE49-F238E27FC236}">
                  <a16:creationId xmlns:a16="http://schemas.microsoft.com/office/drawing/2014/main" id="{27E54FC0-AE8A-2F82-C204-38A04B0F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" name="Ellipse 439">
            <a:extLst>
              <a:ext uri="{FF2B5EF4-FFF2-40B4-BE49-F238E27FC236}">
                <a16:creationId xmlns:a16="http://schemas.microsoft.com/office/drawing/2014/main" id="{3BACC9ED-0B69-334F-3623-A3806709912A}"/>
              </a:ext>
            </a:extLst>
          </p:cNvPr>
          <p:cNvSpPr/>
          <p:nvPr/>
        </p:nvSpPr>
        <p:spPr>
          <a:xfrm>
            <a:off x="5480259" y="2991503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8" name="Ellipse 437">
            <a:extLst>
              <a:ext uri="{FF2B5EF4-FFF2-40B4-BE49-F238E27FC236}">
                <a16:creationId xmlns:a16="http://schemas.microsoft.com/office/drawing/2014/main" id="{1A72A9C7-4B58-F3B1-815A-2C9879596295}"/>
              </a:ext>
            </a:extLst>
          </p:cNvPr>
          <p:cNvSpPr/>
          <p:nvPr/>
        </p:nvSpPr>
        <p:spPr>
          <a:xfrm>
            <a:off x="4828614" y="2996170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9" name="Ellipse 438">
            <a:extLst>
              <a:ext uri="{FF2B5EF4-FFF2-40B4-BE49-F238E27FC236}">
                <a16:creationId xmlns:a16="http://schemas.microsoft.com/office/drawing/2014/main" id="{031347A9-470E-5A2F-0CC7-190CD1065F91}"/>
              </a:ext>
            </a:extLst>
          </p:cNvPr>
          <p:cNvSpPr/>
          <p:nvPr/>
        </p:nvSpPr>
        <p:spPr>
          <a:xfrm>
            <a:off x="449378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5" name="Gruppieren 434">
            <a:extLst>
              <a:ext uri="{FF2B5EF4-FFF2-40B4-BE49-F238E27FC236}">
                <a16:creationId xmlns:a16="http://schemas.microsoft.com/office/drawing/2014/main" id="{9F52DBC8-0273-2A18-8576-B8A996B7A106}"/>
              </a:ext>
            </a:extLst>
          </p:cNvPr>
          <p:cNvGrpSpPr/>
          <p:nvPr/>
        </p:nvGrpSpPr>
        <p:grpSpPr>
          <a:xfrm>
            <a:off x="4177614" y="2993789"/>
            <a:ext cx="69580" cy="193454"/>
            <a:chOff x="2849757" y="2999802"/>
            <a:chExt cx="69580" cy="193454"/>
          </a:xfrm>
        </p:grpSpPr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9BA7E1A2-4B34-531E-F75D-E2413EAB2F5A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7" name="Gerade Verbindung mit Pfeil 436">
              <a:extLst>
                <a:ext uri="{FF2B5EF4-FFF2-40B4-BE49-F238E27FC236}">
                  <a16:creationId xmlns:a16="http://schemas.microsoft.com/office/drawing/2014/main" id="{43DCC557-25D4-CBE2-CF45-0396F6CB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4" name="Ellipse 433">
            <a:extLst>
              <a:ext uri="{FF2B5EF4-FFF2-40B4-BE49-F238E27FC236}">
                <a16:creationId xmlns:a16="http://schemas.microsoft.com/office/drawing/2014/main" id="{DD74DF63-9DFC-378C-AB35-9BC15F46C3E9}"/>
              </a:ext>
            </a:extLst>
          </p:cNvPr>
          <p:cNvSpPr/>
          <p:nvPr/>
        </p:nvSpPr>
        <p:spPr>
          <a:xfrm>
            <a:off x="252115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3" name="Ellipse 422">
            <a:extLst>
              <a:ext uri="{FF2B5EF4-FFF2-40B4-BE49-F238E27FC236}">
                <a16:creationId xmlns:a16="http://schemas.microsoft.com/office/drawing/2014/main" id="{5BF27D1F-6628-8AAA-CEAB-3EA3D6986126}"/>
              </a:ext>
            </a:extLst>
          </p:cNvPr>
          <p:cNvSpPr/>
          <p:nvPr/>
        </p:nvSpPr>
        <p:spPr>
          <a:xfrm>
            <a:off x="2205364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88FA469-4905-4CE8-826B-317175BFEEBA}"/>
              </a:ext>
            </a:extLst>
          </p:cNvPr>
          <p:cNvSpPr/>
          <p:nvPr/>
        </p:nvSpPr>
        <p:spPr>
          <a:xfrm>
            <a:off x="395983" y="4768562"/>
            <a:ext cx="1440000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A4DFE79B-90C9-FD6C-1192-F38EEE6D64D0}"/>
              </a:ext>
            </a:extLst>
          </p:cNvPr>
          <p:cNvSpPr/>
          <p:nvPr/>
        </p:nvSpPr>
        <p:spPr>
          <a:xfrm rot="5400000">
            <a:off x="9778375" y="3261136"/>
            <a:ext cx="983685" cy="6808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1773F86C-0E1B-BEE9-6FF2-9322F527A39F}"/>
              </a:ext>
            </a:extLst>
          </p:cNvPr>
          <p:cNvSpPr/>
          <p:nvPr/>
        </p:nvSpPr>
        <p:spPr>
          <a:xfrm rot="5400000">
            <a:off x="10807878" y="2706643"/>
            <a:ext cx="446463" cy="5828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AF3910DC-0D2F-3CCF-C4B7-7B7B2188DB45}"/>
              </a:ext>
            </a:extLst>
          </p:cNvPr>
          <p:cNvSpPr/>
          <p:nvPr/>
        </p:nvSpPr>
        <p:spPr>
          <a:xfrm rot="5400000">
            <a:off x="9876153" y="2037785"/>
            <a:ext cx="863639" cy="43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Rechteck 251">
            <a:extLst>
              <a:ext uri="{FF2B5EF4-FFF2-40B4-BE49-F238E27FC236}">
                <a16:creationId xmlns:a16="http://schemas.microsoft.com/office/drawing/2014/main" id="{759DC640-E30D-139A-32FB-1B5FC731EF8F}"/>
              </a:ext>
            </a:extLst>
          </p:cNvPr>
          <p:cNvSpPr/>
          <p:nvPr/>
        </p:nvSpPr>
        <p:spPr>
          <a:xfrm rot="5400000">
            <a:off x="8895545" y="3121006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Rechteck 224">
            <a:extLst>
              <a:ext uri="{FF2B5EF4-FFF2-40B4-BE49-F238E27FC236}">
                <a16:creationId xmlns:a16="http://schemas.microsoft.com/office/drawing/2014/main" id="{2E6A7E92-1EB9-034A-3553-136A57F31961}"/>
              </a:ext>
            </a:extLst>
          </p:cNvPr>
          <p:cNvSpPr/>
          <p:nvPr/>
        </p:nvSpPr>
        <p:spPr>
          <a:xfrm rot="5400000">
            <a:off x="5013304" y="2376225"/>
            <a:ext cx="427241" cy="36687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B62A2A78-989D-41C7-0BAE-3FCC7BA74364}"/>
              </a:ext>
            </a:extLst>
          </p:cNvPr>
          <p:cNvSpPr/>
          <p:nvPr/>
        </p:nvSpPr>
        <p:spPr>
          <a:xfrm rot="5400000">
            <a:off x="6290080" y="3121407"/>
            <a:ext cx="427241" cy="3106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9" name="Rechteck 168">
            <a:extLst>
              <a:ext uri="{FF2B5EF4-FFF2-40B4-BE49-F238E27FC236}">
                <a16:creationId xmlns:a16="http://schemas.microsoft.com/office/drawing/2014/main" id="{8D90B7E3-30E8-3FBE-58D6-EC2FC58DB353}"/>
              </a:ext>
            </a:extLst>
          </p:cNvPr>
          <p:cNvSpPr/>
          <p:nvPr/>
        </p:nvSpPr>
        <p:spPr>
          <a:xfrm rot="5400000">
            <a:off x="5467354" y="2288020"/>
            <a:ext cx="427241" cy="54320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1AD31DD-704D-78FE-109A-3DF08A18C6B3}"/>
              </a:ext>
            </a:extLst>
          </p:cNvPr>
          <p:cNvSpPr/>
          <p:nvPr/>
        </p:nvSpPr>
        <p:spPr>
          <a:xfrm rot="5400000">
            <a:off x="5576755" y="1733206"/>
            <a:ext cx="1416563" cy="6601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0D35D68-041B-04B2-8389-3F1AE8A56C1F}"/>
              </a:ext>
            </a:extLst>
          </p:cNvPr>
          <p:cNvSpPr/>
          <p:nvPr/>
        </p:nvSpPr>
        <p:spPr>
          <a:xfrm rot="5400000">
            <a:off x="5569233" y="1933802"/>
            <a:ext cx="1218415" cy="3792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96ED78E7-BB42-51B5-1465-DD4487E13C40}"/>
              </a:ext>
            </a:extLst>
          </p:cNvPr>
          <p:cNvSpPr/>
          <p:nvPr/>
        </p:nvSpPr>
        <p:spPr>
          <a:xfrm>
            <a:off x="1785608" y="2819901"/>
            <a:ext cx="9180000" cy="1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B38364BA-B878-38A4-5D7D-1C74AD4F112C}"/>
              </a:ext>
            </a:extLst>
          </p:cNvPr>
          <p:cNvSpPr/>
          <p:nvPr/>
        </p:nvSpPr>
        <p:spPr>
          <a:xfrm rot="5400000">
            <a:off x="1560536" y="1684351"/>
            <a:ext cx="1404036" cy="7453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50C243E3-42B2-4F0B-34DC-2CCF688341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6740" y="1069909"/>
            <a:ext cx="782808" cy="1285331"/>
          </a:xfrm>
          <a:prstGeom prst="rect">
            <a:avLst/>
          </a:prstGeom>
        </p:spPr>
      </p:pic>
      <p:sp>
        <p:nvSpPr>
          <p:cNvPr id="109" name="Rechteck 108">
            <a:extLst>
              <a:ext uri="{FF2B5EF4-FFF2-40B4-BE49-F238E27FC236}">
                <a16:creationId xmlns:a16="http://schemas.microsoft.com/office/drawing/2014/main" id="{D6BE3DC5-2F9C-3597-3B5D-75EAB6AD6AA2}"/>
              </a:ext>
            </a:extLst>
          </p:cNvPr>
          <p:cNvSpPr/>
          <p:nvPr/>
        </p:nvSpPr>
        <p:spPr>
          <a:xfrm rot="5400000">
            <a:off x="1124230" y="4082492"/>
            <a:ext cx="2389952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9A83A0-11B2-7FB8-5140-7F38FB85F34B}"/>
              </a:ext>
            </a:extLst>
          </p:cNvPr>
          <p:cNvSpPr/>
          <p:nvPr/>
        </p:nvSpPr>
        <p:spPr>
          <a:xfrm rot="16200000">
            <a:off x="1959506" y="4933321"/>
            <a:ext cx="800775" cy="3272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Cuting</a:t>
            </a:r>
            <a:endParaRPr lang="de-DE" sz="11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74141EE-041C-6888-7573-D41952B95829}"/>
              </a:ext>
            </a:extLst>
          </p:cNvPr>
          <p:cNvCxnSpPr>
            <a:cxnSpLocks/>
          </p:cNvCxnSpPr>
          <p:nvPr/>
        </p:nvCxnSpPr>
        <p:spPr>
          <a:xfrm flipV="1">
            <a:off x="2240326" y="5479822"/>
            <a:ext cx="0" cy="800328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ylinder 53">
            <a:extLst>
              <a:ext uri="{FF2B5EF4-FFF2-40B4-BE49-F238E27FC236}">
                <a16:creationId xmlns:a16="http://schemas.microsoft.com/office/drawing/2014/main" id="{E2EB6F2D-00D9-D8CB-B3C9-73FF6DADAC42}"/>
              </a:ext>
            </a:extLst>
          </p:cNvPr>
          <p:cNvSpPr/>
          <p:nvPr/>
        </p:nvSpPr>
        <p:spPr>
          <a:xfrm>
            <a:off x="633685" y="5274144"/>
            <a:ext cx="953245" cy="1104312"/>
          </a:xfrm>
          <a:prstGeom prst="can">
            <a:avLst>
              <a:gd name="adj" fmla="val 9961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238203A-4650-9AAB-ACB9-FE6310B2159C}"/>
              </a:ext>
            </a:extLst>
          </p:cNvPr>
          <p:cNvGrpSpPr/>
          <p:nvPr/>
        </p:nvGrpSpPr>
        <p:grpSpPr>
          <a:xfrm>
            <a:off x="2180023" y="2796091"/>
            <a:ext cx="75705" cy="277927"/>
            <a:chOff x="3476670" y="3647733"/>
            <a:chExt cx="75705" cy="27792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B5C822E-7479-CEFE-DB0C-191246EB95D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Verbinder: gekrümmt 61">
              <a:extLst>
                <a:ext uri="{FF2B5EF4-FFF2-40B4-BE49-F238E27FC236}">
                  <a16:creationId xmlns:a16="http://schemas.microsoft.com/office/drawing/2014/main" id="{C03C96CB-BFF3-4FB1-4C39-550F989859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6B6D27A3-97EE-81E1-FD89-1CE23B5EEB88}"/>
              </a:ext>
            </a:extLst>
          </p:cNvPr>
          <p:cNvGrpSpPr/>
          <p:nvPr/>
        </p:nvGrpSpPr>
        <p:grpSpPr>
          <a:xfrm rot="10800000" flipH="1">
            <a:off x="2222038" y="3152798"/>
            <a:ext cx="22754" cy="1472726"/>
            <a:chOff x="6851814" y="1766023"/>
            <a:chExt cx="78569" cy="2068826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E344AD0-9A79-E3C1-EC0E-8EC950451355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6E3495E2-4F5E-64AD-719A-D351370371C6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034C1B35-E88A-275E-719D-EC942D4D9B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F22D2757-CC97-BB76-91D5-D118AD26FC75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B1B9FEB-0975-C089-65F7-E7CAB19BAD4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88F6367B-CBAA-07F7-88D0-4ACF42B47219}"/>
              </a:ext>
            </a:extLst>
          </p:cNvPr>
          <p:cNvGrpSpPr/>
          <p:nvPr/>
        </p:nvGrpSpPr>
        <p:grpSpPr>
          <a:xfrm>
            <a:off x="2501924" y="2795908"/>
            <a:ext cx="75705" cy="277927"/>
            <a:chOff x="3476670" y="3647733"/>
            <a:chExt cx="75705" cy="277927"/>
          </a:xfrm>
        </p:grpSpPr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4D24A9C9-2FAD-4909-FE51-49F8A9B2A4F2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Verbinder: gekrümmt 79">
              <a:extLst>
                <a:ext uri="{FF2B5EF4-FFF2-40B4-BE49-F238E27FC236}">
                  <a16:creationId xmlns:a16="http://schemas.microsoft.com/office/drawing/2014/main" id="{16054D7C-94C1-1760-1E08-2088E59C4D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E58F645D-9B46-481B-3807-1CF991C3F52B}"/>
              </a:ext>
            </a:extLst>
          </p:cNvPr>
          <p:cNvGrpSpPr/>
          <p:nvPr/>
        </p:nvGrpSpPr>
        <p:grpSpPr>
          <a:xfrm>
            <a:off x="2822492" y="2811273"/>
            <a:ext cx="75705" cy="277927"/>
            <a:chOff x="3476670" y="3647733"/>
            <a:chExt cx="75705" cy="277927"/>
          </a:xfrm>
        </p:grpSpPr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AB022BFC-6A4A-9B92-08A6-EF4D4594245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3" name="Verbinder: gekrümmt 82">
              <a:extLst>
                <a:ext uri="{FF2B5EF4-FFF2-40B4-BE49-F238E27FC236}">
                  <a16:creationId xmlns:a16="http://schemas.microsoft.com/office/drawing/2014/main" id="{E7704BA5-4314-4EF6-1A32-E3CE2891EB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FE4E41C9-636D-234F-8F01-F6D9CBEA3B1F}"/>
              </a:ext>
            </a:extLst>
          </p:cNvPr>
          <p:cNvGrpSpPr/>
          <p:nvPr/>
        </p:nvGrpSpPr>
        <p:grpSpPr>
          <a:xfrm>
            <a:off x="3142888" y="2806402"/>
            <a:ext cx="75705" cy="277927"/>
            <a:chOff x="3476670" y="3647733"/>
            <a:chExt cx="75705" cy="277927"/>
          </a:xfrm>
        </p:grpSpPr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287C2BA7-B453-CFD1-D5DF-7A33A7AF50E4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6" name="Verbinder: gekrümmt 85">
              <a:extLst>
                <a:ext uri="{FF2B5EF4-FFF2-40B4-BE49-F238E27FC236}">
                  <a16:creationId xmlns:a16="http://schemas.microsoft.com/office/drawing/2014/main" id="{21603F25-B21F-8390-A794-6F6846A530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FFAEDE89-A8EE-8864-D0AF-DB580CBB7328}"/>
              </a:ext>
            </a:extLst>
          </p:cNvPr>
          <p:cNvGrpSpPr/>
          <p:nvPr/>
        </p:nvGrpSpPr>
        <p:grpSpPr>
          <a:xfrm>
            <a:off x="3477218" y="2744492"/>
            <a:ext cx="75705" cy="277927"/>
            <a:chOff x="3476670" y="3647733"/>
            <a:chExt cx="75705" cy="277927"/>
          </a:xfrm>
        </p:grpSpPr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D9CE541E-5E87-951F-C986-30A4F2AD2A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9" name="Verbinder: gekrümmt 88">
              <a:extLst>
                <a:ext uri="{FF2B5EF4-FFF2-40B4-BE49-F238E27FC236}">
                  <a16:creationId xmlns:a16="http://schemas.microsoft.com/office/drawing/2014/main" id="{775CE08C-AC64-509E-EE33-5410DE4585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9925675-B7F3-852C-6300-91727BAB5A08}"/>
              </a:ext>
            </a:extLst>
          </p:cNvPr>
          <p:cNvGrpSpPr/>
          <p:nvPr/>
        </p:nvGrpSpPr>
        <p:grpSpPr>
          <a:xfrm>
            <a:off x="3811693" y="2806403"/>
            <a:ext cx="75705" cy="277927"/>
            <a:chOff x="3476670" y="3647733"/>
            <a:chExt cx="75705" cy="277927"/>
          </a:xfrm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07A5480-0719-B44F-F948-558EE11D050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2" name="Verbinder: gekrümmt 91">
              <a:extLst>
                <a:ext uri="{FF2B5EF4-FFF2-40B4-BE49-F238E27FC236}">
                  <a16:creationId xmlns:a16="http://schemas.microsoft.com/office/drawing/2014/main" id="{83164723-05E8-EF79-E1B4-557DF15028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FA33E9D9-053F-A0EA-2C67-3E409B728B07}"/>
              </a:ext>
            </a:extLst>
          </p:cNvPr>
          <p:cNvGrpSpPr/>
          <p:nvPr/>
        </p:nvGrpSpPr>
        <p:grpSpPr>
          <a:xfrm>
            <a:off x="4145951" y="2808958"/>
            <a:ext cx="75705" cy="277927"/>
            <a:chOff x="3476670" y="3647733"/>
            <a:chExt cx="75705" cy="277927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81060DFB-E3C7-C362-81F2-1D1F056C67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5" name="Verbinder: gekrümmt 94">
              <a:extLst>
                <a:ext uri="{FF2B5EF4-FFF2-40B4-BE49-F238E27FC236}">
                  <a16:creationId xmlns:a16="http://schemas.microsoft.com/office/drawing/2014/main" id="{1FBB9258-637E-2420-9B55-11C069C7E7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B359BEE-4999-D354-544F-1C3A4E49B9FB}"/>
              </a:ext>
            </a:extLst>
          </p:cNvPr>
          <p:cNvGrpSpPr/>
          <p:nvPr/>
        </p:nvGrpSpPr>
        <p:grpSpPr>
          <a:xfrm>
            <a:off x="4474134" y="2806403"/>
            <a:ext cx="75705" cy="277927"/>
            <a:chOff x="3476670" y="3647733"/>
            <a:chExt cx="75705" cy="277927"/>
          </a:xfrm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F4070B80-E2B9-B6A3-E425-DE173946F27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Verbinder: gekrümmt 97">
              <a:extLst>
                <a:ext uri="{FF2B5EF4-FFF2-40B4-BE49-F238E27FC236}">
                  <a16:creationId xmlns:a16="http://schemas.microsoft.com/office/drawing/2014/main" id="{B5B0E973-DB24-DEE3-8B06-2A2037DAE9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F3A2BB2D-208D-F1D6-F4B3-51DD92AEA4AD}"/>
              </a:ext>
            </a:extLst>
          </p:cNvPr>
          <p:cNvGrpSpPr/>
          <p:nvPr/>
        </p:nvGrpSpPr>
        <p:grpSpPr>
          <a:xfrm rot="10800000">
            <a:off x="7461460" y="2768267"/>
            <a:ext cx="75705" cy="277927"/>
            <a:chOff x="3476670" y="3647733"/>
            <a:chExt cx="75705" cy="277927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5181A6FC-EC0D-BC75-4759-C6F2D17E5EC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7" name="Verbinder: gekrümmt 106">
              <a:extLst>
                <a:ext uri="{FF2B5EF4-FFF2-40B4-BE49-F238E27FC236}">
                  <a16:creationId xmlns:a16="http://schemas.microsoft.com/office/drawing/2014/main" id="{8EC2ED03-122C-C069-0894-F375B80A2A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11" name="Flussdiagramm: Datenträger mit direktem Zugriff 110">
            <a:extLst>
              <a:ext uri="{FF2B5EF4-FFF2-40B4-BE49-F238E27FC236}">
                <a16:creationId xmlns:a16="http://schemas.microsoft.com/office/drawing/2014/main" id="{CA65ADE4-1B8E-0543-30F2-857A357F8680}"/>
              </a:ext>
            </a:extLst>
          </p:cNvPr>
          <p:cNvSpPr/>
          <p:nvPr/>
        </p:nvSpPr>
        <p:spPr>
          <a:xfrm rot="19835810">
            <a:off x="2211608" y="14984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Flussdiagramm: Datenträger mit direktem Zugriff 111">
            <a:extLst>
              <a:ext uri="{FF2B5EF4-FFF2-40B4-BE49-F238E27FC236}">
                <a16:creationId xmlns:a16="http://schemas.microsoft.com/office/drawing/2014/main" id="{60B69C78-FF0E-6FE3-845D-9775CA99A1B9}"/>
              </a:ext>
            </a:extLst>
          </p:cNvPr>
          <p:cNvSpPr/>
          <p:nvPr/>
        </p:nvSpPr>
        <p:spPr>
          <a:xfrm rot="19835810">
            <a:off x="2237271" y="157689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Flussdiagramm: Datenträger mit direktem Zugriff 112">
            <a:extLst>
              <a:ext uri="{FF2B5EF4-FFF2-40B4-BE49-F238E27FC236}">
                <a16:creationId xmlns:a16="http://schemas.microsoft.com/office/drawing/2014/main" id="{4527F419-717C-3EB0-CA71-89527FE26813}"/>
              </a:ext>
            </a:extLst>
          </p:cNvPr>
          <p:cNvSpPr/>
          <p:nvPr/>
        </p:nvSpPr>
        <p:spPr>
          <a:xfrm rot="3152920">
            <a:off x="2154603" y="158857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Flussdiagramm: Datenträger mit direktem Zugriff 113">
            <a:extLst>
              <a:ext uri="{FF2B5EF4-FFF2-40B4-BE49-F238E27FC236}">
                <a16:creationId xmlns:a16="http://schemas.microsoft.com/office/drawing/2014/main" id="{3A22D148-7D54-B80E-7768-558A6FF76025}"/>
              </a:ext>
            </a:extLst>
          </p:cNvPr>
          <p:cNvSpPr/>
          <p:nvPr/>
        </p:nvSpPr>
        <p:spPr>
          <a:xfrm rot="3152920">
            <a:off x="2246868" y="14124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Flussdiagramm: Datenträger mit direktem Zugriff 114">
            <a:extLst>
              <a:ext uri="{FF2B5EF4-FFF2-40B4-BE49-F238E27FC236}">
                <a16:creationId xmlns:a16="http://schemas.microsoft.com/office/drawing/2014/main" id="{C7CDF857-FD2A-5A87-9D50-BC61302A5210}"/>
              </a:ext>
            </a:extLst>
          </p:cNvPr>
          <p:cNvSpPr/>
          <p:nvPr/>
        </p:nvSpPr>
        <p:spPr>
          <a:xfrm rot="1182316">
            <a:off x="2194140" y="166949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Flussdiagramm: Datenträger mit direktem Zugriff 115">
            <a:extLst>
              <a:ext uri="{FF2B5EF4-FFF2-40B4-BE49-F238E27FC236}">
                <a16:creationId xmlns:a16="http://schemas.microsoft.com/office/drawing/2014/main" id="{31AE4DCA-3F86-C86F-78B9-54B705AEF539}"/>
              </a:ext>
            </a:extLst>
          </p:cNvPr>
          <p:cNvSpPr/>
          <p:nvPr/>
        </p:nvSpPr>
        <p:spPr>
          <a:xfrm rot="1182316">
            <a:off x="2166662" y="141720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Flussdiagramm: Datenträger mit direktem Zugriff 120">
            <a:extLst>
              <a:ext uri="{FF2B5EF4-FFF2-40B4-BE49-F238E27FC236}">
                <a16:creationId xmlns:a16="http://schemas.microsoft.com/office/drawing/2014/main" id="{7987E0F7-A8A3-CAC0-4C51-83A64A14A979}"/>
              </a:ext>
            </a:extLst>
          </p:cNvPr>
          <p:cNvSpPr/>
          <p:nvPr/>
        </p:nvSpPr>
        <p:spPr>
          <a:xfrm rot="5400000">
            <a:off x="2521265" y="2879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Flussdiagramm: Datenträger mit direktem Zugriff 121">
            <a:extLst>
              <a:ext uri="{FF2B5EF4-FFF2-40B4-BE49-F238E27FC236}">
                <a16:creationId xmlns:a16="http://schemas.microsoft.com/office/drawing/2014/main" id="{A049A892-D159-F60B-3D9A-6A4CE9A9432C}"/>
              </a:ext>
            </a:extLst>
          </p:cNvPr>
          <p:cNvSpPr/>
          <p:nvPr/>
        </p:nvSpPr>
        <p:spPr>
          <a:xfrm rot="5400000">
            <a:off x="2841947" y="288798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7FF9CB88-7098-6BDB-FE52-C227A076CBBA}"/>
              </a:ext>
            </a:extLst>
          </p:cNvPr>
          <p:cNvSpPr/>
          <p:nvPr/>
        </p:nvSpPr>
        <p:spPr>
          <a:xfrm>
            <a:off x="2536025" y="2233917"/>
            <a:ext cx="80507" cy="50398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Flussdiagramm: Datenträger mit direktem Zugriff 116">
            <a:extLst>
              <a:ext uri="{FF2B5EF4-FFF2-40B4-BE49-F238E27FC236}">
                <a16:creationId xmlns:a16="http://schemas.microsoft.com/office/drawing/2014/main" id="{CC1A8905-7DDE-34E0-DE3A-E62514BB59E9}"/>
              </a:ext>
            </a:extLst>
          </p:cNvPr>
          <p:cNvSpPr/>
          <p:nvPr/>
        </p:nvSpPr>
        <p:spPr>
          <a:xfrm rot="5400000">
            <a:off x="2528622" y="23221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Flussdiagramm: Datenträger mit direktem Zugriff 117">
            <a:extLst>
              <a:ext uri="{FF2B5EF4-FFF2-40B4-BE49-F238E27FC236}">
                <a16:creationId xmlns:a16="http://schemas.microsoft.com/office/drawing/2014/main" id="{0530DD74-AFFA-547F-813F-6736FD5E629B}"/>
              </a:ext>
            </a:extLst>
          </p:cNvPr>
          <p:cNvSpPr/>
          <p:nvPr/>
        </p:nvSpPr>
        <p:spPr>
          <a:xfrm rot="5400000">
            <a:off x="2528622" y="2499168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Flussdiagramm: Datenträger mit direktem Zugriff 118">
            <a:extLst>
              <a:ext uri="{FF2B5EF4-FFF2-40B4-BE49-F238E27FC236}">
                <a16:creationId xmlns:a16="http://schemas.microsoft.com/office/drawing/2014/main" id="{94FF3375-600C-7594-2005-8B2390FD854D}"/>
              </a:ext>
            </a:extLst>
          </p:cNvPr>
          <p:cNvSpPr/>
          <p:nvPr/>
        </p:nvSpPr>
        <p:spPr>
          <a:xfrm rot="5400000">
            <a:off x="2528622" y="265805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lussdiagramm: Datenträger mit direktem Zugriff 125">
            <a:extLst>
              <a:ext uri="{FF2B5EF4-FFF2-40B4-BE49-F238E27FC236}">
                <a16:creationId xmlns:a16="http://schemas.microsoft.com/office/drawing/2014/main" id="{C521B0A3-0028-4459-48CF-05A70F000653}"/>
              </a:ext>
            </a:extLst>
          </p:cNvPr>
          <p:cNvSpPr/>
          <p:nvPr/>
        </p:nvSpPr>
        <p:spPr>
          <a:xfrm rot="5400000">
            <a:off x="3164991" y="2882280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lussdiagramm: Datenträger mit direktem Zugriff 126">
            <a:extLst>
              <a:ext uri="{FF2B5EF4-FFF2-40B4-BE49-F238E27FC236}">
                <a16:creationId xmlns:a16="http://schemas.microsoft.com/office/drawing/2014/main" id="{3C8E84B4-5C41-E7F7-BEC2-E79DA8A2B7D3}"/>
              </a:ext>
            </a:extLst>
          </p:cNvPr>
          <p:cNvSpPr/>
          <p:nvPr/>
        </p:nvSpPr>
        <p:spPr>
          <a:xfrm rot="5400000">
            <a:off x="3495877" y="28285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0074B172-7F57-FC56-61A8-D63928DF8B6B}"/>
              </a:ext>
            </a:extLst>
          </p:cNvPr>
          <p:cNvSpPr/>
          <p:nvPr/>
        </p:nvSpPr>
        <p:spPr>
          <a:xfrm rot="5400000">
            <a:off x="2676004" y="2380882"/>
            <a:ext cx="427241" cy="3357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8D48A40-7452-2EA9-C8A3-8E58F553731F}"/>
              </a:ext>
            </a:extLst>
          </p:cNvPr>
          <p:cNvSpPr/>
          <p:nvPr/>
        </p:nvSpPr>
        <p:spPr>
          <a:xfrm>
            <a:off x="2845973" y="2457626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8970BA40-5B09-2D00-7E2B-498A08499127}"/>
              </a:ext>
            </a:extLst>
          </p:cNvPr>
          <p:cNvSpPr/>
          <p:nvPr/>
        </p:nvSpPr>
        <p:spPr>
          <a:xfrm rot="5400000">
            <a:off x="4002246" y="2373247"/>
            <a:ext cx="427241" cy="34433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Flussdiagramm: Datenträger mit direktem Zugriff 20">
            <a:extLst>
              <a:ext uri="{FF2B5EF4-FFF2-40B4-BE49-F238E27FC236}">
                <a16:creationId xmlns:a16="http://schemas.microsoft.com/office/drawing/2014/main" id="{9F289692-A3B5-4675-7EA8-1B4E672B2EB6}"/>
              </a:ext>
            </a:extLst>
          </p:cNvPr>
          <p:cNvSpPr/>
          <p:nvPr/>
        </p:nvSpPr>
        <p:spPr>
          <a:xfrm rot="5400000">
            <a:off x="3831637" y="289684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lussdiagramm: Datenträger mit direktem Zugriff 25">
            <a:extLst>
              <a:ext uri="{FF2B5EF4-FFF2-40B4-BE49-F238E27FC236}">
                <a16:creationId xmlns:a16="http://schemas.microsoft.com/office/drawing/2014/main" id="{68039ACD-61EE-8941-DCDE-C08CFA42E85A}"/>
              </a:ext>
            </a:extLst>
          </p:cNvPr>
          <p:cNvSpPr/>
          <p:nvPr/>
        </p:nvSpPr>
        <p:spPr>
          <a:xfrm rot="5400000">
            <a:off x="4164213" y="288677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7D615C6-99F0-6641-35A9-154009DB2AF7}"/>
              </a:ext>
            </a:extLst>
          </p:cNvPr>
          <p:cNvSpPr/>
          <p:nvPr/>
        </p:nvSpPr>
        <p:spPr>
          <a:xfrm>
            <a:off x="6030509" y="2998551"/>
            <a:ext cx="282366" cy="12498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9EC228B3-6E1E-F539-0ADA-BC14EBDB2D0E}"/>
              </a:ext>
            </a:extLst>
          </p:cNvPr>
          <p:cNvCxnSpPr>
            <a:cxnSpLocks/>
          </p:cNvCxnSpPr>
          <p:nvPr/>
        </p:nvCxnSpPr>
        <p:spPr>
          <a:xfrm flipV="1">
            <a:off x="6216655" y="2627059"/>
            <a:ext cx="0" cy="259119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Ellipse 63">
            <a:extLst>
              <a:ext uri="{FF2B5EF4-FFF2-40B4-BE49-F238E27FC236}">
                <a16:creationId xmlns:a16="http://schemas.microsoft.com/office/drawing/2014/main" id="{8BCE9345-76DD-0F3B-9676-F5916744A5A7}"/>
              </a:ext>
            </a:extLst>
          </p:cNvPr>
          <p:cNvSpPr/>
          <p:nvPr/>
        </p:nvSpPr>
        <p:spPr>
          <a:xfrm>
            <a:off x="5990650" y="2649605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BC83000-F42D-9452-D2B3-FFF2149958F7}"/>
              </a:ext>
            </a:extLst>
          </p:cNvPr>
          <p:cNvSpPr/>
          <p:nvPr/>
        </p:nvSpPr>
        <p:spPr>
          <a:xfrm>
            <a:off x="6298603" y="2651976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346640D-7307-9C41-51CE-11BD01903A9A}"/>
              </a:ext>
            </a:extLst>
          </p:cNvPr>
          <p:cNvSpPr/>
          <p:nvPr/>
        </p:nvSpPr>
        <p:spPr>
          <a:xfrm>
            <a:off x="5990650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86F249B-83B7-45D2-96D7-F4E9ED745511}"/>
              </a:ext>
            </a:extLst>
          </p:cNvPr>
          <p:cNvSpPr/>
          <p:nvPr/>
        </p:nvSpPr>
        <p:spPr>
          <a:xfrm>
            <a:off x="6296043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C409B2DA-8935-3276-48D6-806416A390EA}"/>
              </a:ext>
            </a:extLst>
          </p:cNvPr>
          <p:cNvGrpSpPr/>
          <p:nvPr/>
        </p:nvGrpSpPr>
        <p:grpSpPr>
          <a:xfrm rot="10800000">
            <a:off x="7790993" y="2717462"/>
            <a:ext cx="75705" cy="277927"/>
            <a:chOff x="3476670" y="3647733"/>
            <a:chExt cx="75705" cy="277927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FCC5F1CB-1508-D960-0DE1-E562D8A8005E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0" name="Verbinder: gekrümmt 99">
              <a:extLst>
                <a:ext uri="{FF2B5EF4-FFF2-40B4-BE49-F238E27FC236}">
                  <a16:creationId xmlns:a16="http://schemas.microsoft.com/office/drawing/2014/main" id="{0C0D5965-B7DE-0678-B894-2C20B2604D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581B6CC-063A-A7D0-1D5B-C7360B85D436}"/>
              </a:ext>
            </a:extLst>
          </p:cNvPr>
          <p:cNvGrpSpPr/>
          <p:nvPr/>
        </p:nvGrpSpPr>
        <p:grpSpPr>
          <a:xfrm rot="10800000">
            <a:off x="6814554" y="2720064"/>
            <a:ext cx="75705" cy="277927"/>
            <a:chOff x="3476670" y="3647733"/>
            <a:chExt cx="75705" cy="277927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C6EB60B8-B299-1FC5-3D45-18F9AC276B0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0" name="Verbinder: gekrümmt 109">
              <a:extLst>
                <a:ext uri="{FF2B5EF4-FFF2-40B4-BE49-F238E27FC236}">
                  <a16:creationId xmlns:a16="http://schemas.microsoft.com/office/drawing/2014/main" id="{D7C9376C-4D55-9BAE-8459-AACC75BDD8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5E2CCE8-5CC3-2A07-C863-E2D248CEDB7B}"/>
              </a:ext>
            </a:extLst>
          </p:cNvPr>
          <p:cNvGrpSpPr/>
          <p:nvPr/>
        </p:nvGrpSpPr>
        <p:grpSpPr>
          <a:xfrm rot="10800000">
            <a:off x="7140248" y="2720064"/>
            <a:ext cx="75705" cy="277927"/>
            <a:chOff x="3476670" y="3647733"/>
            <a:chExt cx="75705" cy="277927"/>
          </a:xfrm>
        </p:grpSpPr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9001CD8F-24AD-C4F6-8C90-6CFC8E1BF960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2" name="Verbinder: gekrümmt 131">
              <a:extLst>
                <a:ext uri="{FF2B5EF4-FFF2-40B4-BE49-F238E27FC236}">
                  <a16:creationId xmlns:a16="http://schemas.microsoft.com/office/drawing/2014/main" id="{481C7FD7-B614-1AD9-7292-40F5B037DC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54" name="Grafik 153">
            <a:extLst>
              <a:ext uri="{FF2B5EF4-FFF2-40B4-BE49-F238E27FC236}">
                <a16:creationId xmlns:a16="http://schemas.microsoft.com/office/drawing/2014/main" id="{0DBDA5C3-779A-CFEC-4BE6-A18847DBF2E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5935" y="670680"/>
            <a:ext cx="357431" cy="449580"/>
          </a:xfrm>
          <a:prstGeom prst="rect">
            <a:avLst/>
          </a:prstGeom>
        </p:spPr>
      </p:pic>
      <p:sp>
        <p:nvSpPr>
          <p:cNvPr id="135" name="Rechteck 134">
            <a:extLst>
              <a:ext uri="{FF2B5EF4-FFF2-40B4-BE49-F238E27FC236}">
                <a16:creationId xmlns:a16="http://schemas.microsoft.com/office/drawing/2014/main" id="{AAD6C9FC-A776-D253-45DA-D7B16BC38273}"/>
              </a:ext>
            </a:extLst>
          </p:cNvPr>
          <p:cNvSpPr/>
          <p:nvPr/>
        </p:nvSpPr>
        <p:spPr>
          <a:xfrm rot="5400000">
            <a:off x="2860631" y="1593195"/>
            <a:ext cx="1404036" cy="9328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8" name="Grafik 137">
            <a:extLst>
              <a:ext uri="{FF2B5EF4-FFF2-40B4-BE49-F238E27FC236}">
                <a16:creationId xmlns:a16="http://schemas.microsoft.com/office/drawing/2014/main" id="{B63B5135-1ED5-0B08-7B06-B82601F83DA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>
            <a:off x="3501003" y="2317689"/>
            <a:ext cx="92019" cy="392999"/>
          </a:xfrm>
          <a:prstGeom prst="rect">
            <a:avLst/>
          </a:prstGeom>
        </p:spPr>
      </p:pic>
      <p:pic>
        <p:nvPicPr>
          <p:cNvPr id="148" name="Grafik 147">
            <a:extLst>
              <a:ext uri="{FF2B5EF4-FFF2-40B4-BE49-F238E27FC236}">
                <a16:creationId xmlns:a16="http://schemas.microsoft.com/office/drawing/2014/main" id="{A8BE2E55-5C0E-DBFA-12DA-CD28254F796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6429" y="839807"/>
            <a:ext cx="979170" cy="1335382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AF549F94-17ED-4B95-7F55-0A44F7DF9E4B}"/>
              </a:ext>
            </a:extLst>
          </p:cNvPr>
          <p:cNvSpPr/>
          <p:nvPr/>
        </p:nvSpPr>
        <p:spPr>
          <a:xfrm>
            <a:off x="3270521" y="2232784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E78E592-31C4-C6F6-E869-50CFA15B471E}"/>
              </a:ext>
            </a:extLst>
          </p:cNvPr>
          <p:cNvSpPr/>
          <p:nvPr/>
        </p:nvSpPr>
        <p:spPr>
          <a:xfrm>
            <a:off x="3248497" y="2678478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CB1619A-B5EC-5F52-2B98-A7D6DAED02DA}"/>
              </a:ext>
            </a:extLst>
          </p:cNvPr>
          <p:cNvSpPr/>
          <p:nvPr/>
        </p:nvSpPr>
        <p:spPr>
          <a:xfrm>
            <a:off x="3763647" y="2677491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7D4AE4C-A45D-1940-8FBF-7D26ADFA9EA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02643" y="1486320"/>
            <a:ext cx="90077" cy="28388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0F4C8609-07D8-7519-3A3F-346F919B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4958048">
            <a:off x="3555043" y="1638720"/>
            <a:ext cx="90077" cy="2838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F01A61B-4F88-174A-1560-80CD83EA29E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487417" y="1499796"/>
            <a:ext cx="90077" cy="28388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EA7EE023-588F-A357-596A-853D3874C7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386186" y="1736793"/>
            <a:ext cx="90077" cy="28388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B655D0CF-B044-1CDA-1B6C-7EDBE39AC0C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8479124">
            <a:off x="3452855" y="1720781"/>
            <a:ext cx="90077" cy="2838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BE3780B-E568-9FD4-D536-ADD0BE01A88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46852" y="1604247"/>
            <a:ext cx="90077" cy="2838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B6EACD5-237E-6262-4E32-AF3EE49E614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529648" y="1766726"/>
            <a:ext cx="90077" cy="28388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221C6338-8940-EF3F-64A2-BC58E3B8499B}"/>
              </a:ext>
            </a:extLst>
          </p:cNvPr>
          <p:cNvSpPr/>
          <p:nvPr/>
        </p:nvSpPr>
        <p:spPr>
          <a:xfrm>
            <a:off x="3500710" y="227851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C901B-432D-847E-C6B9-8F817263F6E8}"/>
              </a:ext>
            </a:extLst>
          </p:cNvPr>
          <p:cNvSpPr/>
          <p:nvPr/>
        </p:nvSpPr>
        <p:spPr>
          <a:xfrm>
            <a:off x="3469813" y="2150923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6F1231C-C20C-9BCC-BE3D-A9BF051D7B2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3498785" y="2252543"/>
            <a:ext cx="90077" cy="28388"/>
          </a:xfrm>
          <a:prstGeom prst="rect">
            <a:avLst/>
          </a:prstGeom>
        </p:spPr>
      </p:pic>
      <p:sp>
        <p:nvSpPr>
          <p:cNvPr id="52" name="Bogen 51">
            <a:extLst>
              <a:ext uri="{FF2B5EF4-FFF2-40B4-BE49-F238E27FC236}">
                <a16:creationId xmlns:a16="http://schemas.microsoft.com/office/drawing/2014/main" id="{E0301303-1792-68A2-F840-D540278BCA0B}"/>
              </a:ext>
            </a:extLst>
          </p:cNvPr>
          <p:cNvSpPr/>
          <p:nvPr/>
        </p:nvSpPr>
        <p:spPr>
          <a:xfrm rot="2415078">
            <a:off x="3505084" y="2381779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9DD90AD8-0DDC-4986-05F1-1D9464E783BB}"/>
              </a:ext>
            </a:extLst>
          </p:cNvPr>
          <p:cNvSpPr/>
          <p:nvPr/>
        </p:nvSpPr>
        <p:spPr>
          <a:xfrm rot="5400000">
            <a:off x="3477262" y="2407029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4906A5FA-D49A-CE1E-325F-8582FEE65451}"/>
              </a:ext>
            </a:extLst>
          </p:cNvPr>
          <p:cNvSpPr/>
          <p:nvPr/>
        </p:nvSpPr>
        <p:spPr>
          <a:xfrm rot="10800000">
            <a:off x="3495501" y="269616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9F00691A-FC5A-7DA5-DC16-18E3CF763A6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3498327" y="2736875"/>
            <a:ext cx="90077" cy="28388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C9B5DD36-6EC5-A04C-CF72-8A9C9BE9EE9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476" y="550500"/>
            <a:ext cx="357431" cy="449580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596F564D-491E-AA7A-FC99-880334351AE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3835593" y="2787421"/>
            <a:ext cx="90077" cy="28388"/>
          </a:xfrm>
          <a:prstGeom prst="rect">
            <a:avLst/>
          </a:prstGeom>
        </p:spPr>
      </p:pic>
      <p:pic>
        <p:nvPicPr>
          <p:cNvPr id="156" name="Grafik 155">
            <a:extLst>
              <a:ext uri="{FF2B5EF4-FFF2-40B4-BE49-F238E27FC236}">
                <a16:creationId xmlns:a16="http://schemas.microsoft.com/office/drawing/2014/main" id="{39810939-682A-2083-86A0-88206C44F78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169085" y="2781323"/>
            <a:ext cx="90077" cy="28388"/>
          </a:xfrm>
          <a:prstGeom prst="rect">
            <a:avLst/>
          </a:prstGeom>
        </p:spPr>
      </p:pic>
      <p:pic>
        <p:nvPicPr>
          <p:cNvPr id="157" name="Grafik 156">
            <a:extLst>
              <a:ext uri="{FF2B5EF4-FFF2-40B4-BE49-F238E27FC236}">
                <a16:creationId xmlns:a16="http://schemas.microsoft.com/office/drawing/2014/main" id="{A6E4D99C-7F59-B07C-5F9F-C700F578C7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495119" y="2792484"/>
            <a:ext cx="90077" cy="28388"/>
          </a:xfrm>
          <a:prstGeom prst="rect">
            <a:avLst/>
          </a:prstGeom>
        </p:spPr>
      </p:pic>
      <p:sp>
        <p:nvSpPr>
          <p:cNvPr id="158" name="Flussdiagramm: Datenträger mit direktem Zugriff 157">
            <a:extLst>
              <a:ext uri="{FF2B5EF4-FFF2-40B4-BE49-F238E27FC236}">
                <a16:creationId xmlns:a16="http://schemas.microsoft.com/office/drawing/2014/main" id="{5FF19632-A04D-7BD9-6614-BE57E123636E}"/>
              </a:ext>
            </a:extLst>
          </p:cNvPr>
          <p:cNvSpPr/>
          <p:nvPr/>
        </p:nvSpPr>
        <p:spPr>
          <a:xfrm rot="5400000">
            <a:off x="4493417" y="2895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D3F4F245-E8FD-39CA-D9E7-EC62339F4842}"/>
              </a:ext>
            </a:extLst>
          </p:cNvPr>
          <p:cNvGrpSpPr/>
          <p:nvPr/>
        </p:nvGrpSpPr>
        <p:grpSpPr>
          <a:xfrm>
            <a:off x="5457635" y="2808958"/>
            <a:ext cx="75705" cy="277927"/>
            <a:chOff x="3476670" y="3647733"/>
            <a:chExt cx="75705" cy="277927"/>
          </a:xfrm>
        </p:grpSpPr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DB87E526-B2CA-17CD-DF91-13241C8C7F6C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1" name="Verbinder: gekrümmt 160">
              <a:extLst>
                <a:ext uri="{FF2B5EF4-FFF2-40B4-BE49-F238E27FC236}">
                  <a16:creationId xmlns:a16="http://schemas.microsoft.com/office/drawing/2014/main" id="{27189C0C-9AD8-486F-5C49-1ADEAB4B81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62" name="Flussdiagramm: Datenträger mit direktem Zugriff 161">
            <a:extLst>
              <a:ext uri="{FF2B5EF4-FFF2-40B4-BE49-F238E27FC236}">
                <a16:creationId xmlns:a16="http://schemas.microsoft.com/office/drawing/2014/main" id="{20A9809A-24A1-E2EF-B393-F61362914901}"/>
              </a:ext>
            </a:extLst>
          </p:cNvPr>
          <p:cNvSpPr/>
          <p:nvPr/>
        </p:nvSpPr>
        <p:spPr>
          <a:xfrm rot="5400000">
            <a:off x="5475897" y="2855816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3" name="Grafik 162">
            <a:extLst>
              <a:ext uri="{FF2B5EF4-FFF2-40B4-BE49-F238E27FC236}">
                <a16:creationId xmlns:a16="http://schemas.microsoft.com/office/drawing/2014/main" id="{E52F30E5-AC60-B2D7-9C17-81EE8488BB5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480769" y="2781323"/>
            <a:ext cx="90077" cy="28388"/>
          </a:xfrm>
          <a:prstGeom prst="rect">
            <a:avLst/>
          </a:prstGeom>
        </p:spPr>
      </p:pic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5EDE8B4D-15CF-15D2-391A-BE6B0D8787B0}"/>
              </a:ext>
            </a:extLst>
          </p:cNvPr>
          <p:cNvGrpSpPr/>
          <p:nvPr/>
        </p:nvGrpSpPr>
        <p:grpSpPr>
          <a:xfrm>
            <a:off x="5785397" y="2807970"/>
            <a:ext cx="75705" cy="277927"/>
            <a:chOff x="3476670" y="3647733"/>
            <a:chExt cx="75705" cy="277927"/>
          </a:xfrm>
        </p:grpSpPr>
        <p:sp>
          <p:nvSpPr>
            <p:cNvPr id="165" name="Rechteck 164">
              <a:extLst>
                <a:ext uri="{FF2B5EF4-FFF2-40B4-BE49-F238E27FC236}">
                  <a16:creationId xmlns:a16="http://schemas.microsoft.com/office/drawing/2014/main" id="{0349320A-D31F-0C34-3D9F-2B6E53CC68AC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6" name="Verbinder: gekrümmt 165">
              <a:extLst>
                <a:ext uri="{FF2B5EF4-FFF2-40B4-BE49-F238E27FC236}">
                  <a16:creationId xmlns:a16="http://schemas.microsoft.com/office/drawing/2014/main" id="{6A7950E7-FA51-760E-6D6E-1D5D399CB7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67" name="Flussdiagramm: Datenträger mit direktem Zugriff 166">
            <a:extLst>
              <a:ext uri="{FF2B5EF4-FFF2-40B4-BE49-F238E27FC236}">
                <a16:creationId xmlns:a16="http://schemas.microsoft.com/office/drawing/2014/main" id="{9DE9A2FB-501D-5068-2574-9AB837269DD2}"/>
              </a:ext>
            </a:extLst>
          </p:cNvPr>
          <p:cNvSpPr/>
          <p:nvPr/>
        </p:nvSpPr>
        <p:spPr>
          <a:xfrm rot="5400000">
            <a:off x="5806040" y="285721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8" name="Grafik 167">
            <a:extLst>
              <a:ext uri="{FF2B5EF4-FFF2-40B4-BE49-F238E27FC236}">
                <a16:creationId xmlns:a16="http://schemas.microsoft.com/office/drawing/2014/main" id="{AC37E4DE-FF99-3323-F18F-24B2EEB6CEB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808531" y="2780335"/>
            <a:ext cx="90077" cy="28388"/>
          </a:xfrm>
          <a:prstGeom prst="rect">
            <a:avLst/>
          </a:prstGeom>
        </p:spPr>
      </p:pic>
      <p:sp>
        <p:nvSpPr>
          <p:cNvPr id="170" name="Rechteck 169">
            <a:extLst>
              <a:ext uri="{FF2B5EF4-FFF2-40B4-BE49-F238E27FC236}">
                <a16:creationId xmlns:a16="http://schemas.microsoft.com/office/drawing/2014/main" id="{329D6D22-56B7-EA0B-E848-CEF842B84378}"/>
              </a:ext>
            </a:extLst>
          </p:cNvPr>
          <p:cNvSpPr/>
          <p:nvPr/>
        </p:nvSpPr>
        <p:spPr>
          <a:xfrm>
            <a:off x="5454767" y="2671259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1" name="Rechteck 170">
            <a:extLst>
              <a:ext uri="{FF2B5EF4-FFF2-40B4-BE49-F238E27FC236}">
                <a16:creationId xmlns:a16="http://schemas.microsoft.com/office/drawing/2014/main" id="{1D001FEE-0A86-2D5F-8EF3-120CEA5AB4B2}"/>
              </a:ext>
            </a:extLst>
          </p:cNvPr>
          <p:cNvSpPr/>
          <p:nvPr/>
        </p:nvSpPr>
        <p:spPr>
          <a:xfrm>
            <a:off x="5481058" y="2861154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2" name="Rechteck 171">
            <a:extLst>
              <a:ext uri="{FF2B5EF4-FFF2-40B4-BE49-F238E27FC236}">
                <a16:creationId xmlns:a16="http://schemas.microsoft.com/office/drawing/2014/main" id="{35F52911-08EE-CDA9-0BEA-8DEE202BF369}"/>
              </a:ext>
            </a:extLst>
          </p:cNvPr>
          <p:cNvSpPr/>
          <p:nvPr/>
        </p:nvSpPr>
        <p:spPr>
          <a:xfrm>
            <a:off x="5538207" y="2863533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505C6703-B0C8-62D2-B7BE-68B91B712000}"/>
              </a:ext>
            </a:extLst>
          </p:cNvPr>
          <p:cNvSpPr/>
          <p:nvPr/>
        </p:nvSpPr>
        <p:spPr>
          <a:xfrm>
            <a:off x="5769092" y="2668995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B042EA01-62CC-0E37-E9D1-C59B04561965}"/>
              </a:ext>
            </a:extLst>
          </p:cNvPr>
          <p:cNvSpPr/>
          <p:nvPr/>
        </p:nvSpPr>
        <p:spPr>
          <a:xfrm>
            <a:off x="4138190" y="2571320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Rechteck 174">
            <a:extLst>
              <a:ext uri="{FF2B5EF4-FFF2-40B4-BE49-F238E27FC236}">
                <a16:creationId xmlns:a16="http://schemas.microsoft.com/office/drawing/2014/main" id="{C076B540-B1AB-EC29-FF5C-41CB9C0A96A8}"/>
              </a:ext>
            </a:extLst>
          </p:cNvPr>
          <p:cNvSpPr/>
          <p:nvPr/>
        </p:nvSpPr>
        <p:spPr>
          <a:xfrm rot="5400000">
            <a:off x="6346021" y="3095008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3A7F1CBA-F49D-E294-EB59-5BD570392CB7}"/>
              </a:ext>
            </a:extLst>
          </p:cNvPr>
          <p:cNvSpPr/>
          <p:nvPr/>
        </p:nvSpPr>
        <p:spPr>
          <a:xfrm>
            <a:off x="6459740" y="295053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15008FD5-21D4-AC01-DB5F-2F8D384F783C}"/>
              </a:ext>
            </a:extLst>
          </p:cNvPr>
          <p:cNvSpPr/>
          <p:nvPr/>
        </p:nvSpPr>
        <p:spPr>
          <a:xfrm>
            <a:off x="6516889" y="295291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: nach links gekrümmt 48">
            <a:extLst>
              <a:ext uri="{FF2B5EF4-FFF2-40B4-BE49-F238E27FC236}">
                <a16:creationId xmlns:a16="http://schemas.microsoft.com/office/drawing/2014/main" id="{99703C28-9E86-F98C-9D9E-7CA074B0465D}"/>
              </a:ext>
            </a:extLst>
          </p:cNvPr>
          <p:cNvSpPr/>
          <p:nvPr/>
        </p:nvSpPr>
        <p:spPr>
          <a:xfrm flipV="1">
            <a:off x="6452303" y="2855078"/>
            <a:ext cx="131431" cy="81018"/>
          </a:xfrm>
          <a:prstGeom prst="curvedLeftArrow">
            <a:avLst>
              <a:gd name="adj1" fmla="val 2609"/>
              <a:gd name="adj2" fmla="val 26023"/>
              <a:gd name="adj3" fmla="val 33341"/>
            </a:avLst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3824930F-A0AE-ED6E-3E91-E6B2A2995AAA}"/>
              </a:ext>
            </a:extLst>
          </p:cNvPr>
          <p:cNvSpPr/>
          <p:nvPr/>
        </p:nvSpPr>
        <p:spPr>
          <a:xfrm rot="16200000">
            <a:off x="6804382" y="3268244"/>
            <a:ext cx="1404036" cy="9348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4" name="Grafik 183">
            <a:extLst>
              <a:ext uri="{FF2B5EF4-FFF2-40B4-BE49-F238E27FC236}">
                <a16:creationId xmlns:a16="http://schemas.microsoft.com/office/drawing/2014/main" id="{DA3F21FF-F1D0-AEF7-F3A1-715E8B8553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 rot="10800000">
            <a:off x="7419886" y="3084607"/>
            <a:ext cx="92019" cy="392999"/>
          </a:xfrm>
          <a:prstGeom prst="rect">
            <a:avLst/>
          </a:prstGeom>
        </p:spPr>
      </p:pic>
      <p:pic>
        <p:nvPicPr>
          <p:cNvPr id="185" name="Grafik 184">
            <a:extLst>
              <a:ext uri="{FF2B5EF4-FFF2-40B4-BE49-F238E27FC236}">
                <a16:creationId xmlns:a16="http://schemas.microsoft.com/office/drawing/2014/main" id="{3AF96B92-E592-E6B3-53F5-58F67AC91AF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7004453" y="3620106"/>
            <a:ext cx="979170" cy="1335382"/>
          </a:xfrm>
          <a:prstGeom prst="rect">
            <a:avLst/>
          </a:prstGeom>
        </p:spPr>
      </p:pic>
      <p:sp>
        <p:nvSpPr>
          <p:cNvPr id="186" name="Ellipse 185">
            <a:extLst>
              <a:ext uri="{FF2B5EF4-FFF2-40B4-BE49-F238E27FC236}">
                <a16:creationId xmlns:a16="http://schemas.microsoft.com/office/drawing/2014/main" id="{DA769E3F-EE81-B18D-8F36-790D85A71F2A}"/>
              </a:ext>
            </a:extLst>
          </p:cNvPr>
          <p:cNvSpPr/>
          <p:nvPr/>
        </p:nvSpPr>
        <p:spPr>
          <a:xfrm rot="10800000">
            <a:off x="7202387" y="3022511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B26DAF5E-5D7B-CBAA-0961-A607F98CCCC0}"/>
              </a:ext>
            </a:extLst>
          </p:cNvPr>
          <p:cNvSpPr/>
          <p:nvPr/>
        </p:nvSpPr>
        <p:spPr>
          <a:xfrm rot="10800000">
            <a:off x="7692417" y="3044817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C8153EF-1105-2FB9-1396-C8D956E768DF}"/>
              </a:ext>
            </a:extLst>
          </p:cNvPr>
          <p:cNvSpPr/>
          <p:nvPr/>
        </p:nvSpPr>
        <p:spPr>
          <a:xfrm rot="10800000">
            <a:off x="7177267" y="3045804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9" name="Grafik 188">
            <a:extLst>
              <a:ext uri="{FF2B5EF4-FFF2-40B4-BE49-F238E27FC236}">
                <a16:creationId xmlns:a16="http://schemas.microsoft.com/office/drawing/2014/main" id="{4079A98D-4935-4ACA-D99D-9BC0D4238CD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7577332" y="4280587"/>
            <a:ext cx="90077" cy="28388"/>
          </a:xfrm>
          <a:prstGeom prst="rect">
            <a:avLst/>
          </a:prstGeom>
        </p:spPr>
      </p:pic>
      <p:pic>
        <p:nvPicPr>
          <p:cNvPr id="190" name="Grafik 189">
            <a:extLst>
              <a:ext uri="{FF2B5EF4-FFF2-40B4-BE49-F238E27FC236}">
                <a16:creationId xmlns:a16="http://schemas.microsoft.com/office/drawing/2014/main" id="{65333E51-5BF0-E9B3-2826-E984CC69EB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5758048">
            <a:off x="7424932" y="4128187"/>
            <a:ext cx="90077" cy="28388"/>
          </a:xfrm>
          <a:prstGeom prst="rect">
            <a:avLst/>
          </a:prstGeom>
        </p:spPr>
      </p:pic>
      <p:pic>
        <p:nvPicPr>
          <p:cNvPr id="191" name="Grafik 190">
            <a:extLst>
              <a:ext uri="{FF2B5EF4-FFF2-40B4-BE49-F238E27FC236}">
                <a16:creationId xmlns:a16="http://schemas.microsoft.com/office/drawing/2014/main" id="{690D4B3F-F8F6-0C42-FF0A-57C96BA6AD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7492558" y="4267111"/>
            <a:ext cx="90077" cy="28388"/>
          </a:xfrm>
          <a:prstGeom prst="rect">
            <a:avLst/>
          </a:prstGeom>
        </p:spPr>
      </p:pic>
      <p:pic>
        <p:nvPicPr>
          <p:cNvPr id="192" name="Grafik 191">
            <a:extLst>
              <a:ext uri="{FF2B5EF4-FFF2-40B4-BE49-F238E27FC236}">
                <a16:creationId xmlns:a16="http://schemas.microsoft.com/office/drawing/2014/main" id="{09617F63-3C39-CBA0-42E7-CF5B32B9E1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7593789" y="4030114"/>
            <a:ext cx="90077" cy="28388"/>
          </a:xfrm>
          <a:prstGeom prst="rect">
            <a:avLst/>
          </a:prstGeom>
        </p:spPr>
      </p:pic>
      <p:pic>
        <p:nvPicPr>
          <p:cNvPr id="193" name="Grafik 192">
            <a:extLst>
              <a:ext uri="{FF2B5EF4-FFF2-40B4-BE49-F238E27FC236}">
                <a16:creationId xmlns:a16="http://schemas.microsoft.com/office/drawing/2014/main" id="{421A4DE6-DF8F-68B4-6EFC-6DD6D0BE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7679124">
            <a:off x="7527120" y="4046126"/>
            <a:ext cx="90077" cy="28388"/>
          </a:xfrm>
          <a:prstGeom prst="rect">
            <a:avLst/>
          </a:prstGeom>
        </p:spPr>
      </p:pic>
      <p:pic>
        <p:nvPicPr>
          <p:cNvPr id="194" name="Grafik 193">
            <a:extLst>
              <a:ext uri="{FF2B5EF4-FFF2-40B4-BE49-F238E27FC236}">
                <a16:creationId xmlns:a16="http://schemas.microsoft.com/office/drawing/2014/main" id="{D380CBFB-854F-3C47-295C-75B3B608368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7533123" y="4162660"/>
            <a:ext cx="90077" cy="28388"/>
          </a:xfrm>
          <a:prstGeom prst="rect">
            <a:avLst/>
          </a:prstGeom>
        </p:spPr>
      </p:pic>
      <p:pic>
        <p:nvPicPr>
          <p:cNvPr id="195" name="Grafik 194">
            <a:extLst>
              <a:ext uri="{FF2B5EF4-FFF2-40B4-BE49-F238E27FC236}">
                <a16:creationId xmlns:a16="http://schemas.microsoft.com/office/drawing/2014/main" id="{2B9C1228-F4C9-CDE4-F32B-985FE20C500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7450327" y="4000181"/>
            <a:ext cx="90077" cy="28388"/>
          </a:xfrm>
          <a:prstGeom prst="rect">
            <a:avLst/>
          </a:prstGeom>
        </p:spPr>
      </p:pic>
      <p:sp>
        <p:nvSpPr>
          <p:cNvPr id="196" name="Rechteck 195">
            <a:extLst>
              <a:ext uri="{FF2B5EF4-FFF2-40B4-BE49-F238E27FC236}">
                <a16:creationId xmlns:a16="http://schemas.microsoft.com/office/drawing/2014/main" id="{022E64A6-99E2-1EF8-C851-5F68A4AFF6CC}"/>
              </a:ext>
            </a:extLst>
          </p:cNvPr>
          <p:cNvSpPr/>
          <p:nvPr/>
        </p:nvSpPr>
        <p:spPr>
          <a:xfrm rot="10800000">
            <a:off x="7419593" y="347900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7" name="Rechteck 196">
            <a:extLst>
              <a:ext uri="{FF2B5EF4-FFF2-40B4-BE49-F238E27FC236}">
                <a16:creationId xmlns:a16="http://schemas.microsoft.com/office/drawing/2014/main" id="{682835AF-0542-A5CA-95C2-E82D0223D6F3}"/>
              </a:ext>
            </a:extLst>
          </p:cNvPr>
          <p:cNvSpPr/>
          <p:nvPr/>
        </p:nvSpPr>
        <p:spPr>
          <a:xfrm rot="10800000">
            <a:off x="7385738" y="3531285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8" name="Grafik 197">
            <a:extLst>
              <a:ext uri="{FF2B5EF4-FFF2-40B4-BE49-F238E27FC236}">
                <a16:creationId xmlns:a16="http://schemas.microsoft.com/office/drawing/2014/main" id="{9FA7252C-D303-539D-531D-5F6C60458C0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7424046" y="3514364"/>
            <a:ext cx="90077" cy="28388"/>
          </a:xfrm>
          <a:prstGeom prst="rect">
            <a:avLst/>
          </a:prstGeom>
        </p:spPr>
      </p:pic>
      <p:sp>
        <p:nvSpPr>
          <p:cNvPr id="199" name="Bogen 198">
            <a:extLst>
              <a:ext uri="{FF2B5EF4-FFF2-40B4-BE49-F238E27FC236}">
                <a16:creationId xmlns:a16="http://schemas.microsoft.com/office/drawing/2014/main" id="{95562F5C-B54F-17D5-7754-A300805CB146}"/>
              </a:ext>
            </a:extLst>
          </p:cNvPr>
          <p:cNvSpPr/>
          <p:nvPr/>
        </p:nvSpPr>
        <p:spPr>
          <a:xfrm rot="13215078">
            <a:off x="7271755" y="3190391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64D039EE-C6E8-A0AB-6B4B-BEEF327DAF77}"/>
              </a:ext>
            </a:extLst>
          </p:cNvPr>
          <p:cNvSpPr/>
          <p:nvPr/>
        </p:nvSpPr>
        <p:spPr>
          <a:xfrm rot="16200000">
            <a:off x="7395867" y="2775242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2442186D-CE47-8CF6-58D9-C0CB0C8B08E0}"/>
              </a:ext>
            </a:extLst>
          </p:cNvPr>
          <p:cNvSpPr/>
          <p:nvPr/>
        </p:nvSpPr>
        <p:spPr>
          <a:xfrm>
            <a:off x="7422421" y="306134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2" name="Grafik 201">
            <a:extLst>
              <a:ext uri="{FF2B5EF4-FFF2-40B4-BE49-F238E27FC236}">
                <a16:creationId xmlns:a16="http://schemas.microsoft.com/office/drawing/2014/main" id="{5D165D18-9B03-AD69-6D02-2E48D132D2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7424493" y="3084795"/>
            <a:ext cx="90077" cy="28388"/>
          </a:xfrm>
          <a:prstGeom prst="rect">
            <a:avLst/>
          </a:prstGeom>
        </p:spPr>
      </p:pic>
      <p:pic>
        <p:nvPicPr>
          <p:cNvPr id="203" name="Grafik 202">
            <a:extLst>
              <a:ext uri="{FF2B5EF4-FFF2-40B4-BE49-F238E27FC236}">
                <a16:creationId xmlns:a16="http://schemas.microsoft.com/office/drawing/2014/main" id="{02CDB01D-36F5-3D62-4E2D-79BEBA85D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7379145" y="4795215"/>
            <a:ext cx="357431" cy="449580"/>
          </a:xfrm>
          <a:prstGeom prst="rect">
            <a:avLst/>
          </a:prstGeom>
        </p:spPr>
      </p:pic>
      <p:sp>
        <p:nvSpPr>
          <p:cNvPr id="205" name="Rechteck 204">
            <a:extLst>
              <a:ext uri="{FF2B5EF4-FFF2-40B4-BE49-F238E27FC236}">
                <a16:creationId xmlns:a16="http://schemas.microsoft.com/office/drawing/2014/main" id="{B9192635-ECA2-11FF-7790-C87D7A98A8FD}"/>
              </a:ext>
            </a:extLst>
          </p:cNvPr>
          <p:cNvSpPr/>
          <p:nvPr/>
        </p:nvSpPr>
        <p:spPr>
          <a:xfrm rot="5400000">
            <a:off x="7903371" y="3107118"/>
            <a:ext cx="427241" cy="2823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4762C63-926B-B63F-636A-1B9E7FFAEA28}"/>
              </a:ext>
            </a:extLst>
          </p:cNvPr>
          <p:cNvSpPr/>
          <p:nvPr/>
        </p:nvSpPr>
        <p:spPr>
          <a:xfrm>
            <a:off x="8057142" y="2938199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7" name="Rechteck 206">
            <a:extLst>
              <a:ext uri="{FF2B5EF4-FFF2-40B4-BE49-F238E27FC236}">
                <a16:creationId xmlns:a16="http://schemas.microsoft.com/office/drawing/2014/main" id="{4CF97A18-134E-822D-39E8-9AF120158FF7}"/>
              </a:ext>
            </a:extLst>
          </p:cNvPr>
          <p:cNvSpPr/>
          <p:nvPr/>
        </p:nvSpPr>
        <p:spPr>
          <a:xfrm rot="5400000">
            <a:off x="6569460" y="3150998"/>
            <a:ext cx="427241" cy="2498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7735A3A5-6C18-CE57-3393-49BB2A4A5CAE}"/>
              </a:ext>
            </a:extLst>
          </p:cNvPr>
          <p:cNvSpPr/>
          <p:nvPr/>
        </p:nvSpPr>
        <p:spPr>
          <a:xfrm>
            <a:off x="6780573" y="3019450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1BC46769-951F-4204-1417-E95F5C95F01C}"/>
              </a:ext>
            </a:extLst>
          </p:cNvPr>
          <p:cNvSpPr/>
          <p:nvPr/>
        </p:nvSpPr>
        <p:spPr>
          <a:xfrm>
            <a:off x="6781826" y="29719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131602D7-8BCD-7E2B-A04F-F523897D8FB6}"/>
              </a:ext>
            </a:extLst>
          </p:cNvPr>
          <p:cNvSpPr/>
          <p:nvPr/>
        </p:nvSpPr>
        <p:spPr>
          <a:xfrm>
            <a:off x="6838975" y="29743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520BFCE1-781A-6382-DEE2-FB2ED23FC664}"/>
              </a:ext>
            </a:extLst>
          </p:cNvPr>
          <p:cNvSpPr/>
          <p:nvPr/>
        </p:nvSpPr>
        <p:spPr>
          <a:xfrm>
            <a:off x="2844523" y="280261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41B32C4C-70E9-D534-6937-CCF8BD0DAD6D}"/>
              </a:ext>
            </a:extLst>
          </p:cNvPr>
          <p:cNvSpPr/>
          <p:nvPr/>
        </p:nvSpPr>
        <p:spPr>
          <a:xfrm>
            <a:off x="2901672" y="2804997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97352789-E528-5003-2A1B-0DC3AE4726C5}"/>
              </a:ext>
            </a:extLst>
          </p:cNvPr>
          <p:cNvGrpSpPr/>
          <p:nvPr/>
        </p:nvGrpSpPr>
        <p:grpSpPr>
          <a:xfrm rot="10800000">
            <a:off x="8116879" y="2720064"/>
            <a:ext cx="75705" cy="277927"/>
            <a:chOff x="3476670" y="3647733"/>
            <a:chExt cx="75705" cy="277927"/>
          </a:xfrm>
        </p:grpSpPr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402DA68D-B22A-D3BF-AC51-1F9AE8312A2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5" name="Verbinder: gekrümmt 214">
              <a:extLst>
                <a:ext uri="{FF2B5EF4-FFF2-40B4-BE49-F238E27FC236}">
                  <a16:creationId xmlns:a16="http://schemas.microsoft.com/office/drawing/2014/main" id="{D5922C76-5713-8E09-9C87-3CAAC3DE84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A2B7AA3F-3CC5-B640-E556-E69F459775C2}"/>
              </a:ext>
            </a:extLst>
          </p:cNvPr>
          <p:cNvGrpSpPr/>
          <p:nvPr/>
        </p:nvGrpSpPr>
        <p:grpSpPr>
          <a:xfrm>
            <a:off x="5138136" y="2805783"/>
            <a:ext cx="75705" cy="277927"/>
            <a:chOff x="3476670" y="3647733"/>
            <a:chExt cx="75705" cy="277927"/>
          </a:xfrm>
        </p:grpSpPr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F651B3D9-08E6-C14C-F087-E778DE62BB7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0" name="Verbinder: gekrümmt 219">
              <a:extLst>
                <a:ext uri="{FF2B5EF4-FFF2-40B4-BE49-F238E27FC236}">
                  <a16:creationId xmlns:a16="http://schemas.microsoft.com/office/drawing/2014/main" id="{6DD7E2A0-A406-CB4D-B9A8-945226299C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221" name="Flussdiagramm: Datenträger mit direktem Zugriff 220">
            <a:extLst>
              <a:ext uri="{FF2B5EF4-FFF2-40B4-BE49-F238E27FC236}">
                <a16:creationId xmlns:a16="http://schemas.microsoft.com/office/drawing/2014/main" id="{F753FCD3-1040-9B6A-DA04-E69555251220}"/>
              </a:ext>
            </a:extLst>
          </p:cNvPr>
          <p:cNvSpPr/>
          <p:nvPr/>
        </p:nvSpPr>
        <p:spPr>
          <a:xfrm rot="5400000">
            <a:off x="5156398" y="288359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2" name="Grafik 221">
            <a:extLst>
              <a:ext uri="{FF2B5EF4-FFF2-40B4-BE49-F238E27FC236}">
                <a16:creationId xmlns:a16="http://schemas.microsoft.com/office/drawing/2014/main" id="{086E33D6-868C-2DD6-6102-607A7138BA3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161270" y="2778148"/>
            <a:ext cx="90077" cy="28388"/>
          </a:xfrm>
          <a:prstGeom prst="rect">
            <a:avLst/>
          </a:prstGeom>
        </p:spPr>
      </p:pic>
      <p:pic>
        <p:nvPicPr>
          <p:cNvPr id="224" name="Grafik 223">
            <a:extLst>
              <a:ext uri="{FF2B5EF4-FFF2-40B4-BE49-F238E27FC236}">
                <a16:creationId xmlns:a16="http://schemas.microsoft.com/office/drawing/2014/main" id="{38E25979-746A-00C3-8BB4-BCC84972EC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5280155" y="2661753"/>
            <a:ext cx="85407" cy="102912"/>
          </a:xfrm>
          <a:prstGeom prst="rect">
            <a:avLst/>
          </a:prstGeom>
        </p:spPr>
      </p:pic>
      <p:pic>
        <p:nvPicPr>
          <p:cNvPr id="226" name="Grafik 225">
            <a:extLst>
              <a:ext uri="{FF2B5EF4-FFF2-40B4-BE49-F238E27FC236}">
                <a16:creationId xmlns:a16="http://schemas.microsoft.com/office/drawing/2014/main" id="{D377938A-E1E8-D34F-B886-56D9F0EA04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5058692" y="2653742"/>
            <a:ext cx="90381" cy="107501"/>
          </a:xfrm>
          <a:prstGeom prst="rect">
            <a:avLst/>
          </a:prstGeom>
        </p:spPr>
      </p:pic>
      <p:pic>
        <p:nvPicPr>
          <p:cNvPr id="235" name="Grafik 234">
            <a:extLst>
              <a:ext uri="{FF2B5EF4-FFF2-40B4-BE49-F238E27FC236}">
                <a16:creationId xmlns:a16="http://schemas.microsoft.com/office/drawing/2014/main" id="{725184F6-EA1C-3F8F-D2EC-00B466CED18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754440" y="2989724"/>
            <a:ext cx="90077" cy="28388"/>
          </a:xfrm>
          <a:prstGeom prst="rect">
            <a:avLst/>
          </a:prstGeom>
        </p:spPr>
      </p:pic>
      <p:pic>
        <p:nvPicPr>
          <p:cNvPr id="236" name="Grafik 235">
            <a:extLst>
              <a:ext uri="{FF2B5EF4-FFF2-40B4-BE49-F238E27FC236}">
                <a16:creationId xmlns:a16="http://schemas.microsoft.com/office/drawing/2014/main" id="{D9928CBF-2B20-C037-2301-7E6322D6731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078294" y="2992099"/>
            <a:ext cx="90077" cy="28388"/>
          </a:xfrm>
          <a:prstGeom prst="rect">
            <a:avLst/>
          </a:prstGeom>
        </p:spPr>
      </p:pic>
      <p:sp>
        <p:nvSpPr>
          <p:cNvPr id="237" name="Rechteck 236">
            <a:extLst>
              <a:ext uri="{FF2B5EF4-FFF2-40B4-BE49-F238E27FC236}">
                <a16:creationId xmlns:a16="http://schemas.microsoft.com/office/drawing/2014/main" id="{E93FDA73-10CE-C04B-E5B2-3D533030F45D}"/>
              </a:ext>
            </a:extLst>
          </p:cNvPr>
          <p:cNvSpPr/>
          <p:nvPr/>
        </p:nvSpPr>
        <p:spPr>
          <a:xfrm>
            <a:off x="6216655" y="3974646"/>
            <a:ext cx="734347" cy="4752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r>
              <a:rPr lang="de-DE" sz="800" dirty="0"/>
              <a:t> </a:t>
            </a:r>
            <a:r>
              <a:rPr lang="de-DE" sz="800" dirty="0" err="1"/>
              <a:t>unit</a:t>
            </a:r>
            <a:endParaRPr lang="de-DE" sz="800" dirty="0"/>
          </a:p>
          <a:p>
            <a:pPr algn="ctr"/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cxnSp>
        <p:nvCxnSpPr>
          <p:cNvPr id="238" name="Verbinder: gekrümmt 237">
            <a:extLst>
              <a:ext uri="{FF2B5EF4-FFF2-40B4-BE49-F238E27FC236}">
                <a16:creationId xmlns:a16="http://schemas.microsoft.com/office/drawing/2014/main" id="{BC7BEA59-2F11-62DC-6BFF-7B211717EC32}"/>
              </a:ext>
            </a:extLst>
          </p:cNvPr>
          <p:cNvCxnSpPr>
            <a:cxnSpLocks/>
            <a:stCxn id="208" idx="0"/>
            <a:endCxn id="237" idx="0"/>
          </p:cNvCxnSpPr>
          <p:nvPr/>
        </p:nvCxnSpPr>
        <p:spPr>
          <a:xfrm rot="16200000" flipH="1" flipV="1">
            <a:off x="6224730" y="3378549"/>
            <a:ext cx="955196" cy="236998"/>
          </a:xfrm>
          <a:prstGeom prst="curvedConnector3">
            <a:avLst>
              <a:gd name="adj1" fmla="val 6361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E2AEA7F4-7295-1251-00B5-AA01BB28EAF7}"/>
              </a:ext>
            </a:extLst>
          </p:cNvPr>
          <p:cNvGrpSpPr/>
          <p:nvPr/>
        </p:nvGrpSpPr>
        <p:grpSpPr>
          <a:xfrm rot="10800000">
            <a:off x="8446755" y="2720064"/>
            <a:ext cx="75705" cy="277927"/>
            <a:chOff x="3476670" y="3647733"/>
            <a:chExt cx="75705" cy="277927"/>
          </a:xfrm>
        </p:grpSpPr>
        <p:sp>
          <p:nvSpPr>
            <p:cNvPr id="245" name="Rechteck 244">
              <a:extLst>
                <a:ext uri="{FF2B5EF4-FFF2-40B4-BE49-F238E27FC236}">
                  <a16:creationId xmlns:a16="http://schemas.microsoft.com/office/drawing/2014/main" id="{7B54302C-11C7-B485-A438-7F2B8D93C7A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6" name="Verbinder: gekrümmt 245">
              <a:extLst>
                <a:ext uri="{FF2B5EF4-FFF2-40B4-BE49-F238E27FC236}">
                  <a16:creationId xmlns:a16="http://schemas.microsoft.com/office/drawing/2014/main" id="{56539A40-50D5-B29E-8A22-6F11BE66D0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47" name="Grafik 246">
            <a:extLst>
              <a:ext uri="{FF2B5EF4-FFF2-40B4-BE49-F238E27FC236}">
                <a16:creationId xmlns:a16="http://schemas.microsoft.com/office/drawing/2014/main" id="{7E5A5EC7-0386-A282-6484-B78E9F72166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408170" y="2992099"/>
            <a:ext cx="90077" cy="28388"/>
          </a:xfrm>
          <a:prstGeom prst="rect">
            <a:avLst/>
          </a:prstGeom>
        </p:spPr>
      </p:pic>
      <p:grpSp>
        <p:nvGrpSpPr>
          <p:cNvPr id="248" name="Gruppieren 247">
            <a:extLst>
              <a:ext uri="{FF2B5EF4-FFF2-40B4-BE49-F238E27FC236}">
                <a16:creationId xmlns:a16="http://schemas.microsoft.com/office/drawing/2014/main" id="{6C45AAAF-B98B-AF70-F194-A0F8A34462FE}"/>
              </a:ext>
            </a:extLst>
          </p:cNvPr>
          <p:cNvGrpSpPr/>
          <p:nvPr/>
        </p:nvGrpSpPr>
        <p:grpSpPr>
          <a:xfrm rot="10800000">
            <a:off x="9107653" y="2720064"/>
            <a:ext cx="75705" cy="277927"/>
            <a:chOff x="3476670" y="3647733"/>
            <a:chExt cx="75705" cy="277927"/>
          </a:xfrm>
        </p:grpSpPr>
        <p:sp>
          <p:nvSpPr>
            <p:cNvPr id="249" name="Rechteck 248">
              <a:extLst>
                <a:ext uri="{FF2B5EF4-FFF2-40B4-BE49-F238E27FC236}">
                  <a16:creationId xmlns:a16="http://schemas.microsoft.com/office/drawing/2014/main" id="{16D971C9-00C1-2D38-94FB-ED1781720C9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0" name="Verbinder: gekrümmt 249">
              <a:extLst>
                <a:ext uri="{FF2B5EF4-FFF2-40B4-BE49-F238E27FC236}">
                  <a16:creationId xmlns:a16="http://schemas.microsoft.com/office/drawing/2014/main" id="{335DBC82-24B9-ACE5-76E7-CFEB677D11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51" name="Grafik 250">
            <a:extLst>
              <a:ext uri="{FF2B5EF4-FFF2-40B4-BE49-F238E27FC236}">
                <a16:creationId xmlns:a16="http://schemas.microsoft.com/office/drawing/2014/main" id="{CDDCCC56-F14B-3963-AC7F-D95BD4966FC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9069068" y="2992099"/>
            <a:ext cx="90077" cy="28388"/>
          </a:xfrm>
          <a:prstGeom prst="rect">
            <a:avLst/>
          </a:prstGeom>
        </p:spPr>
      </p:pic>
      <p:pic>
        <p:nvPicPr>
          <p:cNvPr id="253" name="Grafik 252">
            <a:extLst>
              <a:ext uri="{FF2B5EF4-FFF2-40B4-BE49-F238E27FC236}">
                <a16:creationId xmlns:a16="http://schemas.microsoft.com/office/drawing/2014/main" id="{92409F58-7A9E-AE65-240A-4D24ABB8D1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9140530" y="3052205"/>
            <a:ext cx="85407" cy="102912"/>
          </a:xfrm>
          <a:prstGeom prst="rect">
            <a:avLst/>
          </a:prstGeom>
        </p:spPr>
      </p:pic>
      <p:pic>
        <p:nvPicPr>
          <p:cNvPr id="254" name="Grafik 253">
            <a:extLst>
              <a:ext uri="{FF2B5EF4-FFF2-40B4-BE49-F238E27FC236}">
                <a16:creationId xmlns:a16="http://schemas.microsoft.com/office/drawing/2014/main" id="{8D0346BC-A063-6585-19A4-ECA1DEE25A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8990499" y="3046575"/>
            <a:ext cx="90381" cy="107501"/>
          </a:xfrm>
          <a:prstGeom prst="rect">
            <a:avLst/>
          </a:prstGeom>
        </p:spPr>
      </p:pic>
      <p:sp>
        <p:nvSpPr>
          <p:cNvPr id="256" name="Rechteck 255">
            <a:extLst>
              <a:ext uri="{FF2B5EF4-FFF2-40B4-BE49-F238E27FC236}">
                <a16:creationId xmlns:a16="http://schemas.microsoft.com/office/drawing/2014/main" id="{8546A53A-3C86-18C4-8CBA-B21CC5299419}"/>
              </a:ext>
            </a:extLst>
          </p:cNvPr>
          <p:cNvSpPr/>
          <p:nvPr/>
        </p:nvSpPr>
        <p:spPr>
          <a:xfrm rot="16200000">
            <a:off x="8776468" y="3497576"/>
            <a:ext cx="1416563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7" name="Rechteck 256">
            <a:extLst>
              <a:ext uri="{FF2B5EF4-FFF2-40B4-BE49-F238E27FC236}">
                <a16:creationId xmlns:a16="http://schemas.microsoft.com/office/drawing/2014/main" id="{47A65C23-55DE-DE61-E980-BBFFAF12A7C4}"/>
              </a:ext>
            </a:extLst>
          </p:cNvPr>
          <p:cNvSpPr/>
          <p:nvPr/>
        </p:nvSpPr>
        <p:spPr>
          <a:xfrm rot="16200000">
            <a:off x="8868538" y="3475956"/>
            <a:ext cx="1218415" cy="417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27F42543-5BD4-58C9-3DFA-B9D5281EDC5E}"/>
              </a:ext>
            </a:extLst>
          </p:cNvPr>
          <p:cNvGrpSpPr/>
          <p:nvPr/>
        </p:nvGrpSpPr>
        <p:grpSpPr>
          <a:xfrm rot="10800000" flipH="1">
            <a:off x="9471611" y="2816516"/>
            <a:ext cx="19389" cy="600095"/>
            <a:chOff x="6851814" y="1766023"/>
            <a:chExt cx="78569" cy="2068826"/>
          </a:xfrm>
        </p:grpSpPr>
        <p:sp>
          <p:nvSpPr>
            <p:cNvPr id="259" name="Rechteck 258">
              <a:extLst>
                <a:ext uri="{FF2B5EF4-FFF2-40B4-BE49-F238E27FC236}">
                  <a16:creationId xmlns:a16="http://schemas.microsoft.com/office/drawing/2014/main" id="{25FD2AA5-3055-6B35-E071-A85DABD14FA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Rechteck 259">
              <a:extLst>
                <a:ext uri="{FF2B5EF4-FFF2-40B4-BE49-F238E27FC236}">
                  <a16:creationId xmlns:a16="http://schemas.microsoft.com/office/drawing/2014/main" id="{C72FC098-EB23-8F36-C71B-755FCBC9AAE3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1" name="Rechteck 260">
              <a:extLst>
                <a:ext uri="{FF2B5EF4-FFF2-40B4-BE49-F238E27FC236}">
                  <a16:creationId xmlns:a16="http://schemas.microsoft.com/office/drawing/2014/main" id="{48B6124E-98A3-50D9-D22C-EC5183A906DD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Rechteck 261">
              <a:extLst>
                <a:ext uri="{FF2B5EF4-FFF2-40B4-BE49-F238E27FC236}">
                  <a16:creationId xmlns:a16="http://schemas.microsoft.com/office/drawing/2014/main" id="{550F253A-CC30-F49B-92CF-9BD7F6DBAB9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Rechteck 262">
              <a:extLst>
                <a:ext uri="{FF2B5EF4-FFF2-40B4-BE49-F238E27FC236}">
                  <a16:creationId xmlns:a16="http://schemas.microsoft.com/office/drawing/2014/main" id="{4D8562B4-30B4-EDC6-4480-C9AC6A492034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4" name="Rechteck 263">
            <a:extLst>
              <a:ext uri="{FF2B5EF4-FFF2-40B4-BE49-F238E27FC236}">
                <a16:creationId xmlns:a16="http://schemas.microsoft.com/office/drawing/2014/main" id="{C0D4EF7A-E569-1350-38AF-8A9BAD6DB941}"/>
              </a:ext>
            </a:extLst>
          </p:cNvPr>
          <p:cNvSpPr/>
          <p:nvPr/>
        </p:nvSpPr>
        <p:spPr>
          <a:xfrm rot="10800000">
            <a:off x="9321014" y="2690447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5" name="Rechteck 264">
            <a:extLst>
              <a:ext uri="{FF2B5EF4-FFF2-40B4-BE49-F238E27FC236}">
                <a16:creationId xmlns:a16="http://schemas.microsoft.com/office/drawing/2014/main" id="{BDADF0BE-AE5F-4244-1CC8-FC40BF47EF34}"/>
              </a:ext>
            </a:extLst>
          </p:cNvPr>
          <p:cNvSpPr/>
          <p:nvPr/>
        </p:nvSpPr>
        <p:spPr>
          <a:xfrm rot="10800000">
            <a:off x="9385648" y="2887719"/>
            <a:ext cx="172817" cy="1128066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6" name="Rechteck 265">
            <a:extLst>
              <a:ext uri="{FF2B5EF4-FFF2-40B4-BE49-F238E27FC236}">
                <a16:creationId xmlns:a16="http://schemas.microsoft.com/office/drawing/2014/main" id="{597A972F-F2D7-FE90-9752-FBA1EF74B98D}"/>
              </a:ext>
            </a:extLst>
          </p:cNvPr>
          <p:cNvSpPr/>
          <p:nvPr/>
        </p:nvSpPr>
        <p:spPr>
          <a:xfrm rot="10800000">
            <a:off x="9495024" y="3303193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7" name="Rechteck 266">
            <a:extLst>
              <a:ext uri="{FF2B5EF4-FFF2-40B4-BE49-F238E27FC236}">
                <a16:creationId xmlns:a16="http://schemas.microsoft.com/office/drawing/2014/main" id="{74F3D9A2-9E73-173A-29FC-B913911BBFA7}"/>
              </a:ext>
            </a:extLst>
          </p:cNvPr>
          <p:cNvSpPr/>
          <p:nvPr/>
        </p:nvSpPr>
        <p:spPr>
          <a:xfrm rot="10800000">
            <a:off x="9495026" y="324366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1F3C8937-866D-346A-7291-08333322C09D}"/>
              </a:ext>
            </a:extLst>
          </p:cNvPr>
          <p:cNvSpPr/>
          <p:nvPr/>
        </p:nvSpPr>
        <p:spPr>
          <a:xfrm rot="10800000">
            <a:off x="9445018" y="3300814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7231B40C-5805-2193-7980-501412B98D6F}"/>
              </a:ext>
            </a:extLst>
          </p:cNvPr>
          <p:cNvSpPr/>
          <p:nvPr/>
        </p:nvSpPr>
        <p:spPr>
          <a:xfrm rot="10800000">
            <a:off x="9445020" y="324128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4E5470DD-6523-44ED-718D-4175BB8867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25788" y="3097399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Ellipse 270">
            <a:extLst>
              <a:ext uri="{FF2B5EF4-FFF2-40B4-BE49-F238E27FC236}">
                <a16:creationId xmlns:a16="http://schemas.microsoft.com/office/drawing/2014/main" id="{B55DF868-08EF-B489-013D-6A3EE1ACA654}"/>
              </a:ext>
            </a:extLst>
          </p:cNvPr>
          <p:cNvSpPr/>
          <p:nvPr/>
        </p:nvSpPr>
        <p:spPr>
          <a:xfrm rot="10800000">
            <a:off x="9590120" y="3086482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F7640D0-38F1-D003-C368-C93A0C68800F}"/>
              </a:ext>
            </a:extLst>
          </p:cNvPr>
          <p:cNvSpPr/>
          <p:nvPr/>
        </p:nvSpPr>
        <p:spPr>
          <a:xfrm rot="10800000">
            <a:off x="9284557" y="3084111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50908FD7-C1E3-3A80-F736-FE64A458FBAC}"/>
              </a:ext>
            </a:extLst>
          </p:cNvPr>
          <p:cNvSpPr/>
          <p:nvPr/>
        </p:nvSpPr>
        <p:spPr>
          <a:xfrm rot="10800000">
            <a:off x="9590120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CADA1BCA-3D73-6F2E-BC36-505B3B34F2E7}"/>
              </a:ext>
            </a:extLst>
          </p:cNvPr>
          <p:cNvSpPr/>
          <p:nvPr/>
        </p:nvSpPr>
        <p:spPr>
          <a:xfrm rot="10800000">
            <a:off x="9287117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8" name="Grafik 277">
            <a:extLst>
              <a:ext uri="{FF2B5EF4-FFF2-40B4-BE49-F238E27FC236}">
                <a16:creationId xmlns:a16="http://schemas.microsoft.com/office/drawing/2014/main" id="{9002B4EA-6D24-6E2B-49F1-A3B63568A11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9435266" y="3403997"/>
            <a:ext cx="90077" cy="28388"/>
          </a:xfrm>
          <a:prstGeom prst="rect">
            <a:avLst/>
          </a:prstGeom>
        </p:spPr>
      </p:pic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32A2AFED-AFE3-0180-93E8-2CA5CBCCBC09}"/>
              </a:ext>
            </a:extLst>
          </p:cNvPr>
          <p:cNvGrpSpPr/>
          <p:nvPr/>
        </p:nvGrpSpPr>
        <p:grpSpPr>
          <a:xfrm>
            <a:off x="9751516" y="2818374"/>
            <a:ext cx="75705" cy="277927"/>
            <a:chOff x="3476670" y="3647733"/>
            <a:chExt cx="75705" cy="277927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8DED5B3F-AF8E-7261-DBE6-F80C73390F0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2" name="Verbinder: gekrümmt 281">
              <a:extLst>
                <a:ext uri="{FF2B5EF4-FFF2-40B4-BE49-F238E27FC236}">
                  <a16:creationId xmlns:a16="http://schemas.microsoft.com/office/drawing/2014/main" id="{05B73AE2-150B-9485-8C68-250600F8AF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4" name="Grafik 283">
            <a:extLst>
              <a:ext uri="{FF2B5EF4-FFF2-40B4-BE49-F238E27FC236}">
                <a16:creationId xmlns:a16="http://schemas.microsoft.com/office/drawing/2014/main" id="{F2FB8AA0-7B22-54C1-536E-A804376E64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9774650" y="2790739"/>
            <a:ext cx="90077" cy="28388"/>
          </a:xfrm>
          <a:prstGeom prst="rect">
            <a:avLst/>
          </a:prstGeom>
        </p:spPr>
      </p:pic>
      <p:grpSp>
        <p:nvGrpSpPr>
          <p:cNvPr id="285" name="Gruppieren 284">
            <a:extLst>
              <a:ext uri="{FF2B5EF4-FFF2-40B4-BE49-F238E27FC236}">
                <a16:creationId xmlns:a16="http://schemas.microsoft.com/office/drawing/2014/main" id="{164A41FF-C0FF-D616-0192-25923EAFCE02}"/>
              </a:ext>
            </a:extLst>
          </p:cNvPr>
          <p:cNvGrpSpPr/>
          <p:nvPr/>
        </p:nvGrpSpPr>
        <p:grpSpPr>
          <a:xfrm>
            <a:off x="10090259" y="2813316"/>
            <a:ext cx="75705" cy="277927"/>
            <a:chOff x="3476670" y="3647733"/>
            <a:chExt cx="75705" cy="277927"/>
          </a:xfrm>
        </p:grpSpPr>
        <p:sp>
          <p:nvSpPr>
            <p:cNvPr id="286" name="Rechteck 285">
              <a:extLst>
                <a:ext uri="{FF2B5EF4-FFF2-40B4-BE49-F238E27FC236}">
                  <a16:creationId xmlns:a16="http://schemas.microsoft.com/office/drawing/2014/main" id="{84D623EF-EDD2-CA39-D726-582F604E7DDA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7" name="Verbinder: gekrümmt 286">
              <a:extLst>
                <a:ext uri="{FF2B5EF4-FFF2-40B4-BE49-F238E27FC236}">
                  <a16:creationId xmlns:a16="http://schemas.microsoft.com/office/drawing/2014/main" id="{78BE6DAB-0C01-784F-812E-71BCD65BBE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8" name="Grafik 287">
            <a:extLst>
              <a:ext uri="{FF2B5EF4-FFF2-40B4-BE49-F238E27FC236}">
                <a16:creationId xmlns:a16="http://schemas.microsoft.com/office/drawing/2014/main" id="{C574697F-C55F-0E87-D1FD-A0652ABDE48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10113393" y="2785681"/>
            <a:ext cx="90077" cy="28388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D54DD49-B80D-270C-953C-6D40F22CC719}"/>
              </a:ext>
            </a:extLst>
          </p:cNvPr>
          <p:cNvSpPr/>
          <p:nvPr/>
        </p:nvSpPr>
        <p:spPr>
          <a:xfrm>
            <a:off x="2378956" y="285543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  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61C4982-8239-11A3-7A2F-7C51CFC7E02D}"/>
              </a:ext>
            </a:extLst>
          </p:cNvPr>
          <p:cNvSpPr/>
          <p:nvPr/>
        </p:nvSpPr>
        <p:spPr>
          <a:xfrm>
            <a:off x="5027115" y="285593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10   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B8489C7-9EDA-629A-7620-F7FDFF1043B1}"/>
              </a:ext>
            </a:extLst>
          </p:cNvPr>
          <p:cNvSpPr/>
          <p:nvPr/>
        </p:nvSpPr>
        <p:spPr>
          <a:xfrm>
            <a:off x="5323745" y="284878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11  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5BB4D1E-F832-BCDB-3D7D-8588D3C9B534}"/>
              </a:ext>
            </a:extLst>
          </p:cNvPr>
          <p:cNvSpPr/>
          <p:nvPr/>
        </p:nvSpPr>
        <p:spPr>
          <a:xfrm>
            <a:off x="2092529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  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910DB63-32E1-54A6-345C-B644735B5E95}"/>
              </a:ext>
            </a:extLst>
          </p:cNvPr>
          <p:cNvSpPr/>
          <p:nvPr/>
        </p:nvSpPr>
        <p:spPr>
          <a:xfrm>
            <a:off x="2747162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3   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917C9F5-D5D8-E91F-F59D-FED0D9445BB2}"/>
              </a:ext>
            </a:extLst>
          </p:cNvPr>
          <p:cNvSpPr/>
          <p:nvPr/>
        </p:nvSpPr>
        <p:spPr>
          <a:xfrm>
            <a:off x="3348808" y="285047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5   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6FFB077-C747-3DCE-8A48-6257E1B02606}"/>
              </a:ext>
            </a:extLst>
          </p:cNvPr>
          <p:cNvSpPr/>
          <p:nvPr/>
        </p:nvSpPr>
        <p:spPr>
          <a:xfrm>
            <a:off x="3038570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4  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CC29E68-451B-A328-9547-CCF48187EFE5}"/>
              </a:ext>
            </a:extLst>
          </p:cNvPr>
          <p:cNvSpPr/>
          <p:nvPr/>
        </p:nvSpPr>
        <p:spPr>
          <a:xfrm>
            <a:off x="3692414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6 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7C70DAD-A81E-2846-3B00-5ACFA3D80975}"/>
              </a:ext>
            </a:extLst>
          </p:cNvPr>
          <p:cNvSpPr/>
          <p:nvPr/>
        </p:nvSpPr>
        <p:spPr>
          <a:xfrm>
            <a:off x="4356831" y="2855420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8  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8F43D75-CF15-B015-DDCB-1382401B451B}"/>
              </a:ext>
            </a:extLst>
          </p:cNvPr>
          <p:cNvSpPr/>
          <p:nvPr/>
        </p:nvSpPr>
        <p:spPr>
          <a:xfrm>
            <a:off x="4021990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7   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A7EF5AD-29F4-F5D0-25F9-44A2A48DD552}"/>
              </a:ext>
            </a:extLst>
          </p:cNvPr>
          <p:cNvSpPr/>
          <p:nvPr/>
        </p:nvSpPr>
        <p:spPr>
          <a:xfrm>
            <a:off x="4691704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9 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D528AA4-BDE9-0BFB-F674-1164DD16BF64}"/>
              </a:ext>
            </a:extLst>
          </p:cNvPr>
          <p:cNvSpPr/>
          <p:nvPr/>
        </p:nvSpPr>
        <p:spPr>
          <a:xfrm>
            <a:off x="7652934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18  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C2E335A8-6C93-9E1E-E49A-1653F07AD457}"/>
              </a:ext>
            </a:extLst>
          </p:cNvPr>
          <p:cNvSpPr/>
          <p:nvPr/>
        </p:nvSpPr>
        <p:spPr>
          <a:xfrm>
            <a:off x="7918595" y="285171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19   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0627A16-1464-90F1-5509-694D94C22746}"/>
              </a:ext>
            </a:extLst>
          </p:cNvPr>
          <p:cNvSpPr/>
          <p:nvPr/>
        </p:nvSpPr>
        <p:spPr>
          <a:xfrm>
            <a:off x="5970646" y="285187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13   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FECC1CDE-7E36-6233-0A55-41026412FD0F}"/>
              </a:ext>
            </a:extLst>
          </p:cNvPr>
          <p:cNvSpPr/>
          <p:nvPr/>
        </p:nvSpPr>
        <p:spPr>
          <a:xfrm>
            <a:off x="5649301" y="285035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12   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1F2F5D7-D2AE-E28E-5F46-F2CE43B2BCAE}"/>
              </a:ext>
            </a:extLst>
          </p:cNvPr>
          <p:cNvSpPr/>
          <p:nvPr/>
        </p:nvSpPr>
        <p:spPr>
          <a:xfrm>
            <a:off x="6333300" y="285035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14  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1614CFD5-ED21-A4A0-ED9C-6DAC6F9C4589}"/>
              </a:ext>
            </a:extLst>
          </p:cNvPr>
          <p:cNvSpPr/>
          <p:nvPr/>
        </p:nvSpPr>
        <p:spPr>
          <a:xfrm>
            <a:off x="7015983" y="285681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16   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32903777-D82E-0393-F53C-222BE15B57B3}"/>
              </a:ext>
            </a:extLst>
          </p:cNvPr>
          <p:cNvSpPr/>
          <p:nvPr/>
        </p:nvSpPr>
        <p:spPr>
          <a:xfrm>
            <a:off x="6691458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15   </a:t>
            </a:r>
          </a:p>
        </p:txBody>
      </p:sp>
      <p:sp>
        <p:nvSpPr>
          <p:cNvPr id="147" name="Rechteck: abgerundete Ecken 146">
            <a:extLst>
              <a:ext uri="{FF2B5EF4-FFF2-40B4-BE49-F238E27FC236}">
                <a16:creationId xmlns:a16="http://schemas.microsoft.com/office/drawing/2014/main" id="{EC378705-8044-FAEA-0845-A7E88153035F}"/>
              </a:ext>
            </a:extLst>
          </p:cNvPr>
          <p:cNvSpPr/>
          <p:nvPr/>
        </p:nvSpPr>
        <p:spPr>
          <a:xfrm>
            <a:off x="7333394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17  </a:t>
            </a:r>
          </a:p>
        </p:txBody>
      </p:sp>
      <p:sp>
        <p:nvSpPr>
          <p:cNvPr id="150" name="Rechteck: abgerundete Ecken 149">
            <a:extLst>
              <a:ext uri="{FF2B5EF4-FFF2-40B4-BE49-F238E27FC236}">
                <a16:creationId xmlns:a16="http://schemas.microsoft.com/office/drawing/2014/main" id="{052104F3-767C-BE84-C9BD-88760A3F7199}"/>
              </a:ext>
            </a:extLst>
          </p:cNvPr>
          <p:cNvSpPr/>
          <p:nvPr/>
        </p:nvSpPr>
        <p:spPr>
          <a:xfrm>
            <a:off x="8268445" y="285426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20   </a:t>
            </a:r>
          </a:p>
        </p:txBody>
      </p:sp>
      <p:sp>
        <p:nvSpPr>
          <p:cNvPr id="151" name="Rechteck: abgerundete Ecken 150">
            <a:extLst>
              <a:ext uri="{FF2B5EF4-FFF2-40B4-BE49-F238E27FC236}">
                <a16:creationId xmlns:a16="http://schemas.microsoft.com/office/drawing/2014/main" id="{9BD722C0-9D72-E0CD-AE0E-3F6C3E310440}"/>
              </a:ext>
            </a:extLst>
          </p:cNvPr>
          <p:cNvSpPr/>
          <p:nvPr/>
        </p:nvSpPr>
        <p:spPr>
          <a:xfrm>
            <a:off x="8608719" y="285355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21   </a:t>
            </a:r>
          </a:p>
        </p:txBody>
      </p:sp>
      <p:sp>
        <p:nvSpPr>
          <p:cNvPr id="152" name="Rechteck: abgerundete Ecken 151">
            <a:extLst>
              <a:ext uri="{FF2B5EF4-FFF2-40B4-BE49-F238E27FC236}">
                <a16:creationId xmlns:a16="http://schemas.microsoft.com/office/drawing/2014/main" id="{9B6FBFDC-618E-E9D3-CF32-164B9373FFC6}"/>
              </a:ext>
            </a:extLst>
          </p:cNvPr>
          <p:cNvSpPr/>
          <p:nvPr/>
        </p:nvSpPr>
        <p:spPr>
          <a:xfrm>
            <a:off x="8946800" y="284824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22   </a:t>
            </a:r>
          </a:p>
        </p:txBody>
      </p: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35EF6CC8-4AD1-B816-2539-9ACE40FDB86F}"/>
              </a:ext>
            </a:extLst>
          </p:cNvPr>
          <p:cNvSpPr/>
          <p:nvPr/>
        </p:nvSpPr>
        <p:spPr>
          <a:xfrm>
            <a:off x="9272710" y="2856299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23   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90CB41F9-DE61-A1D1-772F-21A2D23D3499}"/>
              </a:ext>
            </a:extLst>
          </p:cNvPr>
          <p:cNvSpPr/>
          <p:nvPr/>
        </p:nvSpPr>
        <p:spPr>
          <a:xfrm rot="5400000">
            <a:off x="9595475" y="2410308"/>
            <a:ext cx="427241" cy="3286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97D118B7-65FE-FB2C-279C-65155E190D7E}"/>
              </a:ext>
            </a:extLst>
          </p:cNvPr>
          <p:cNvSpPr/>
          <p:nvPr/>
        </p:nvSpPr>
        <p:spPr>
          <a:xfrm rot="5400000">
            <a:off x="10394506" y="2037605"/>
            <a:ext cx="864000" cy="43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Rechteck 230">
            <a:extLst>
              <a:ext uri="{FF2B5EF4-FFF2-40B4-BE49-F238E27FC236}">
                <a16:creationId xmlns:a16="http://schemas.microsoft.com/office/drawing/2014/main" id="{A82FCBB2-97FF-9E46-C158-251CAF786A2A}"/>
              </a:ext>
            </a:extLst>
          </p:cNvPr>
          <p:cNvSpPr/>
          <p:nvPr/>
        </p:nvSpPr>
        <p:spPr>
          <a:xfrm rot="5400000">
            <a:off x="9830138" y="3385006"/>
            <a:ext cx="864000" cy="432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lang="de-DE" sz="1400" dirty="0"/>
              <a:t>NOK</a:t>
            </a:r>
          </a:p>
        </p:txBody>
      </p:sp>
      <p:sp>
        <p:nvSpPr>
          <p:cNvPr id="234" name="L-Form 233">
            <a:extLst>
              <a:ext uri="{FF2B5EF4-FFF2-40B4-BE49-F238E27FC236}">
                <a16:creationId xmlns:a16="http://schemas.microsoft.com/office/drawing/2014/main" id="{DDAD0D4B-9391-B0EE-6F67-6C08D5CAC427}"/>
              </a:ext>
            </a:extLst>
          </p:cNvPr>
          <p:cNvSpPr/>
          <p:nvPr/>
        </p:nvSpPr>
        <p:spPr>
          <a:xfrm>
            <a:off x="10011907" y="4001385"/>
            <a:ext cx="98120" cy="67917"/>
          </a:xfrm>
          <a:prstGeom prst="corner">
            <a:avLst>
              <a:gd name="adj1" fmla="val 26770"/>
              <a:gd name="adj2" fmla="val 2345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L-Form 238">
            <a:extLst>
              <a:ext uri="{FF2B5EF4-FFF2-40B4-BE49-F238E27FC236}">
                <a16:creationId xmlns:a16="http://schemas.microsoft.com/office/drawing/2014/main" id="{3BB26BDA-8D4D-A96F-24A8-8EAE6DC867E8}"/>
              </a:ext>
            </a:extLst>
          </p:cNvPr>
          <p:cNvSpPr/>
          <p:nvPr/>
        </p:nvSpPr>
        <p:spPr>
          <a:xfrm rot="10800000">
            <a:off x="10414803" y="3132364"/>
            <a:ext cx="97057" cy="74915"/>
          </a:xfrm>
          <a:prstGeom prst="corner">
            <a:avLst>
              <a:gd name="adj1" fmla="val 26770"/>
              <a:gd name="adj2" fmla="val 2345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40" name="Gruppieren 239">
            <a:extLst>
              <a:ext uri="{FF2B5EF4-FFF2-40B4-BE49-F238E27FC236}">
                <a16:creationId xmlns:a16="http://schemas.microsoft.com/office/drawing/2014/main" id="{7F19270E-3FA8-EB4D-59D5-C1A1D4FCAA8A}"/>
              </a:ext>
            </a:extLst>
          </p:cNvPr>
          <p:cNvGrpSpPr/>
          <p:nvPr/>
        </p:nvGrpSpPr>
        <p:grpSpPr>
          <a:xfrm rot="10800000" flipH="1">
            <a:off x="10108271" y="1908982"/>
            <a:ext cx="25807" cy="726114"/>
            <a:chOff x="6851814" y="1766023"/>
            <a:chExt cx="78569" cy="2068826"/>
          </a:xfrm>
        </p:grpSpPr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259B9444-B7CC-441A-94A9-24D8AF5E33FA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316B7930-982C-A531-CFF5-40562593CE97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3" name="Rechteck 242">
              <a:extLst>
                <a:ext uri="{FF2B5EF4-FFF2-40B4-BE49-F238E27FC236}">
                  <a16:creationId xmlns:a16="http://schemas.microsoft.com/office/drawing/2014/main" id="{C123DF38-ABB4-23A3-1AC8-1B53AA323DA2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Rechteck 274">
              <a:extLst>
                <a:ext uri="{FF2B5EF4-FFF2-40B4-BE49-F238E27FC236}">
                  <a16:creationId xmlns:a16="http://schemas.microsoft.com/office/drawing/2014/main" id="{55391DC0-C85D-2F09-B31F-91F7FDA60D3E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F35E5191-E9A3-FB41-043F-1A0430201FF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7" name="Gruppieren 276">
            <a:extLst>
              <a:ext uri="{FF2B5EF4-FFF2-40B4-BE49-F238E27FC236}">
                <a16:creationId xmlns:a16="http://schemas.microsoft.com/office/drawing/2014/main" id="{E440D2C4-5216-71F0-2E8B-57A9D68DE664}"/>
              </a:ext>
            </a:extLst>
          </p:cNvPr>
          <p:cNvGrpSpPr/>
          <p:nvPr/>
        </p:nvGrpSpPr>
        <p:grpSpPr>
          <a:xfrm rot="10800000" flipH="1">
            <a:off x="10155790" y="1910125"/>
            <a:ext cx="25807" cy="726114"/>
            <a:chOff x="6851814" y="1766023"/>
            <a:chExt cx="78569" cy="2068826"/>
          </a:xfrm>
        </p:grpSpPr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49980DDD-C98F-01ED-2C98-6B7B026D1BAF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Rechteck 282">
              <a:extLst>
                <a:ext uri="{FF2B5EF4-FFF2-40B4-BE49-F238E27FC236}">
                  <a16:creationId xmlns:a16="http://schemas.microsoft.com/office/drawing/2014/main" id="{656D71DE-21DB-9D1B-C194-F0BD5F9CDC40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3450A2D2-FAAC-9F64-292B-909C286B06E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Rechteck 290">
              <a:extLst>
                <a:ext uri="{FF2B5EF4-FFF2-40B4-BE49-F238E27FC236}">
                  <a16:creationId xmlns:a16="http://schemas.microsoft.com/office/drawing/2014/main" id="{7FEB1C48-32CC-E6AA-7196-D776A10D7B56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Rechteck 291">
              <a:extLst>
                <a:ext uri="{FF2B5EF4-FFF2-40B4-BE49-F238E27FC236}">
                  <a16:creationId xmlns:a16="http://schemas.microsoft.com/office/drawing/2014/main" id="{4D13EA71-6683-6D0D-D3D8-82F0E39183B8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3" name="Gruppieren 292">
            <a:extLst>
              <a:ext uri="{FF2B5EF4-FFF2-40B4-BE49-F238E27FC236}">
                <a16:creationId xmlns:a16="http://schemas.microsoft.com/office/drawing/2014/main" id="{A4162032-D783-E867-0099-0AB45182EA58}"/>
              </a:ext>
            </a:extLst>
          </p:cNvPr>
          <p:cNvGrpSpPr/>
          <p:nvPr/>
        </p:nvGrpSpPr>
        <p:grpSpPr>
          <a:xfrm rot="10800000" flipH="1">
            <a:off x="10202763" y="1910573"/>
            <a:ext cx="25807" cy="726114"/>
            <a:chOff x="6851814" y="1766023"/>
            <a:chExt cx="78569" cy="2068826"/>
          </a:xfrm>
        </p:grpSpPr>
        <p:sp>
          <p:nvSpPr>
            <p:cNvPr id="294" name="Rechteck 293">
              <a:extLst>
                <a:ext uri="{FF2B5EF4-FFF2-40B4-BE49-F238E27FC236}">
                  <a16:creationId xmlns:a16="http://schemas.microsoft.com/office/drawing/2014/main" id="{04579CDA-64EE-F6F2-88C5-46E5F2D1EF3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E4A1F72F-76C8-476D-CA18-69B7C5A5605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CDF5E242-0DFC-7590-A830-E54F773BF8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Rechteck 296">
              <a:extLst>
                <a:ext uri="{FF2B5EF4-FFF2-40B4-BE49-F238E27FC236}">
                  <a16:creationId xmlns:a16="http://schemas.microsoft.com/office/drawing/2014/main" id="{E053899F-79A6-65BA-5DD9-6BFDD4CC7D1A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Rechteck 297">
              <a:extLst>
                <a:ext uri="{FF2B5EF4-FFF2-40B4-BE49-F238E27FC236}">
                  <a16:creationId xmlns:a16="http://schemas.microsoft.com/office/drawing/2014/main" id="{40E8F5E4-5216-0395-8FBC-0D08CC832AE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9" name="Gruppieren 298">
            <a:extLst>
              <a:ext uri="{FF2B5EF4-FFF2-40B4-BE49-F238E27FC236}">
                <a16:creationId xmlns:a16="http://schemas.microsoft.com/office/drawing/2014/main" id="{D255B44C-EAF0-4417-97C8-AD8C0F8EB462}"/>
              </a:ext>
            </a:extLst>
          </p:cNvPr>
          <p:cNvGrpSpPr/>
          <p:nvPr/>
        </p:nvGrpSpPr>
        <p:grpSpPr>
          <a:xfrm rot="10800000" flipH="1">
            <a:off x="10250393" y="1910572"/>
            <a:ext cx="25807" cy="726114"/>
            <a:chOff x="6851814" y="1766023"/>
            <a:chExt cx="78569" cy="2068826"/>
          </a:xfrm>
        </p:grpSpPr>
        <p:sp>
          <p:nvSpPr>
            <p:cNvPr id="300" name="Rechteck 299">
              <a:extLst>
                <a:ext uri="{FF2B5EF4-FFF2-40B4-BE49-F238E27FC236}">
                  <a16:creationId xmlns:a16="http://schemas.microsoft.com/office/drawing/2014/main" id="{81327185-AD1D-CE27-B4F4-AE1A090D4FC3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854AA64B-F859-A48B-9C92-C9D7FB2B3FE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2" name="Rechteck 301">
              <a:extLst>
                <a:ext uri="{FF2B5EF4-FFF2-40B4-BE49-F238E27FC236}">
                  <a16:creationId xmlns:a16="http://schemas.microsoft.com/office/drawing/2014/main" id="{A93C99E4-B113-CEA2-6B99-A7B17E03596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Rechteck 302">
              <a:extLst>
                <a:ext uri="{FF2B5EF4-FFF2-40B4-BE49-F238E27FC236}">
                  <a16:creationId xmlns:a16="http://schemas.microsoft.com/office/drawing/2014/main" id="{54F1AC29-EF7F-523B-0332-82C607E8CB0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Rechteck 303">
              <a:extLst>
                <a:ext uri="{FF2B5EF4-FFF2-40B4-BE49-F238E27FC236}">
                  <a16:creationId xmlns:a16="http://schemas.microsoft.com/office/drawing/2014/main" id="{480321A7-499B-9A01-A59F-A3EFBAC7411A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89" name="Rahmen 288">
            <a:extLst>
              <a:ext uri="{FF2B5EF4-FFF2-40B4-BE49-F238E27FC236}">
                <a16:creationId xmlns:a16="http://schemas.microsoft.com/office/drawing/2014/main" id="{EDA7560E-0C29-627E-CB2A-34939BDCDFF2}"/>
              </a:ext>
            </a:extLst>
          </p:cNvPr>
          <p:cNvSpPr/>
          <p:nvPr/>
        </p:nvSpPr>
        <p:spPr>
          <a:xfrm>
            <a:off x="1586274" y="1034690"/>
            <a:ext cx="9964105" cy="3653970"/>
          </a:xfrm>
          <a:prstGeom prst="frame">
            <a:avLst>
              <a:gd name="adj1" fmla="val 1722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7" name="Rechteck 316">
            <a:extLst>
              <a:ext uri="{FF2B5EF4-FFF2-40B4-BE49-F238E27FC236}">
                <a16:creationId xmlns:a16="http://schemas.microsoft.com/office/drawing/2014/main" id="{F7DDCAA9-6DA7-6F7A-14D6-ABB3D1E72D32}"/>
              </a:ext>
            </a:extLst>
          </p:cNvPr>
          <p:cNvSpPr/>
          <p:nvPr/>
        </p:nvSpPr>
        <p:spPr>
          <a:xfrm>
            <a:off x="6036257" y="1929528"/>
            <a:ext cx="512182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" name="Rechteck 317">
            <a:extLst>
              <a:ext uri="{FF2B5EF4-FFF2-40B4-BE49-F238E27FC236}">
                <a16:creationId xmlns:a16="http://schemas.microsoft.com/office/drawing/2014/main" id="{B03FC68E-01B7-51D2-C466-08A5A8D76B93}"/>
              </a:ext>
            </a:extLst>
          </p:cNvPr>
          <p:cNvSpPr/>
          <p:nvPr/>
        </p:nvSpPr>
        <p:spPr>
          <a:xfrm>
            <a:off x="6035332" y="2453085"/>
            <a:ext cx="503579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5467F8B0-ECA5-CBD8-1472-578771235646}"/>
              </a:ext>
            </a:extLst>
          </p:cNvPr>
          <p:cNvSpPr txBox="1"/>
          <p:nvPr/>
        </p:nvSpPr>
        <p:spPr>
          <a:xfrm>
            <a:off x="10317236" y="4398091"/>
            <a:ext cx="1223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Protective</a:t>
            </a:r>
            <a:r>
              <a:rPr lang="de-DE" sz="1200" dirty="0"/>
              <a:t> Fence</a:t>
            </a:r>
          </a:p>
        </p:txBody>
      </p: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AE031142-780B-25BC-3625-30292E7296E3}"/>
              </a:ext>
            </a:extLst>
          </p:cNvPr>
          <p:cNvCxnSpPr>
            <a:cxnSpLocks/>
          </p:cNvCxnSpPr>
          <p:nvPr/>
        </p:nvCxnSpPr>
        <p:spPr>
          <a:xfrm>
            <a:off x="1243376" y="6260439"/>
            <a:ext cx="989006" cy="0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Ellipse 313">
            <a:extLst>
              <a:ext uri="{FF2B5EF4-FFF2-40B4-BE49-F238E27FC236}">
                <a16:creationId xmlns:a16="http://schemas.microsoft.com/office/drawing/2014/main" id="{6B10E0C7-FB98-F62F-16CA-865951CD5758}"/>
              </a:ext>
            </a:extLst>
          </p:cNvPr>
          <p:cNvSpPr/>
          <p:nvPr/>
        </p:nvSpPr>
        <p:spPr>
          <a:xfrm>
            <a:off x="2018777" y="6040564"/>
            <a:ext cx="216000" cy="216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3" name="Gruppieren 312">
            <a:extLst>
              <a:ext uri="{FF2B5EF4-FFF2-40B4-BE49-F238E27FC236}">
                <a16:creationId xmlns:a16="http://schemas.microsoft.com/office/drawing/2014/main" id="{5846448B-A294-193C-61F9-81D7C8898DA3}"/>
              </a:ext>
            </a:extLst>
          </p:cNvPr>
          <p:cNvGrpSpPr/>
          <p:nvPr/>
        </p:nvGrpSpPr>
        <p:grpSpPr>
          <a:xfrm>
            <a:off x="4798371" y="2803249"/>
            <a:ext cx="75705" cy="277927"/>
            <a:chOff x="3476670" y="3647733"/>
            <a:chExt cx="75705" cy="277927"/>
          </a:xfrm>
        </p:grpSpPr>
        <p:sp>
          <p:nvSpPr>
            <p:cNvPr id="315" name="Rechteck 314">
              <a:extLst>
                <a:ext uri="{FF2B5EF4-FFF2-40B4-BE49-F238E27FC236}">
                  <a16:creationId xmlns:a16="http://schemas.microsoft.com/office/drawing/2014/main" id="{EEDBC1EF-1320-7CC0-A9E9-8B9041C8D3B5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6" name="Verbinder: gekrümmt 315">
              <a:extLst>
                <a:ext uri="{FF2B5EF4-FFF2-40B4-BE49-F238E27FC236}">
                  <a16:creationId xmlns:a16="http://schemas.microsoft.com/office/drawing/2014/main" id="{94C975EE-D33A-0973-DEE4-4E6A6045574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20" name="Grafik 319">
            <a:extLst>
              <a:ext uri="{FF2B5EF4-FFF2-40B4-BE49-F238E27FC236}">
                <a16:creationId xmlns:a16="http://schemas.microsoft.com/office/drawing/2014/main" id="{88EA1FF2-328E-4F19-BAA0-9439FDFD370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819356" y="2789330"/>
            <a:ext cx="90077" cy="28388"/>
          </a:xfrm>
          <a:prstGeom prst="rect">
            <a:avLst/>
          </a:prstGeom>
        </p:spPr>
      </p:pic>
      <p:sp>
        <p:nvSpPr>
          <p:cNvPr id="321" name="Flussdiagramm: Datenträger mit direktem Zugriff 320">
            <a:extLst>
              <a:ext uri="{FF2B5EF4-FFF2-40B4-BE49-F238E27FC236}">
                <a16:creationId xmlns:a16="http://schemas.microsoft.com/office/drawing/2014/main" id="{1BF01793-240E-8330-CDA3-760E03134B09}"/>
              </a:ext>
            </a:extLst>
          </p:cNvPr>
          <p:cNvSpPr/>
          <p:nvPr/>
        </p:nvSpPr>
        <p:spPr>
          <a:xfrm rot="5400000">
            <a:off x="4817654" y="289195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937A9597-B47B-6235-879B-14438CAB6965}"/>
              </a:ext>
            </a:extLst>
          </p:cNvPr>
          <p:cNvGrpSpPr/>
          <p:nvPr/>
        </p:nvGrpSpPr>
        <p:grpSpPr>
          <a:xfrm flipH="1">
            <a:off x="6162231" y="2285653"/>
            <a:ext cx="19389" cy="713061"/>
            <a:chOff x="6851814" y="1766023"/>
            <a:chExt cx="78569" cy="2068826"/>
          </a:xfrm>
        </p:grpSpPr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83CF38F2-4788-3D35-E341-E102B7FB2D19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7B772EF1-4578-474A-BE05-9F3BC1669E9F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0113ED61-826D-F3ED-EB32-0B9C42513956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195D4549-F886-217E-1B7B-3004752D5CC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7B3C791D-AB79-0BBC-9B95-4FCE3027931B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9" name="Flussdiagramm: Datenträger mit direktem Zugriff 178">
            <a:extLst>
              <a:ext uri="{FF2B5EF4-FFF2-40B4-BE49-F238E27FC236}">
                <a16:creationId xmlns:a16="http://schemas.microsoft.com/office/drawing/2014/main" id="{10BA6066-27DB-2BA8-A950-FD557EE09753}"/>
              </a:ext>
            </a:extLst>
          </p:cNvPr>
          <p:cNvSpPr/>
          <p:nvPr/>
        </p:nvSpPr>
        <p:spPr>
          <a:xfrm rot="5400000">
            <a:off x="6127435" y="2327963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0" name="Grafik 179">
            <a:extLst>
              <a:ext uri="{FF2B5EF4-FFF2-40B4-BE49-F238E27FC236}">
                <a16:creationId xmlns:a16="http://schemas.microsoft.com/office/drawing/2014/main" id="{524BC2A8-71DA-202C-A774-E63626CC6D9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6129010" y="2268544"/>
            <a:ext cx="90077" cy="28388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7C02E58-C111-4EA7-1847-25A85FFFF541}"/>
              </a:ext>
            </a:extLst>
          </p:cNvPr>
          <p:cNvSpPr/>
          <p:nvPr/>
        </p:nvSpPr>
        <p:spPr>
          <a:xfrm>
            <a:off x="6134287" y="23540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7BA4A9B-D254-88FC-6D87-98DE96B34773}"/>
              </a:ext>
            </a:extLst>
          </p:cNvPr>
          <p:cNvSpPr/>
          <p:nvPr/>
        </p:nvSpPr>
        <p:spPr>
          <a:xfrm>
            <a:off x="6131904" y="2472625"/>
            <a:ext cx="23461" cy="732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F845E76-3289-ACD7-3DC5-C248997C1366}"/>
              </a:ext>
            </a:extLst>
          </p:cNvPr>
          <p:cNvSpPr/>
          <p:nvPr/>
        </p:nvSpPr>
        <p:spPr>
          <a:xfrm>
            <a:off x="6184293" y="23564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5A8FE43E-0F8B-F15D-692B-5DCBA56481A1}"/>
              </a:ext>
            </a:extLst>
          </p:cNvPr>
          <p:cNvSpPr/>
          <p:nvPr/>
        </p:nvSpPr>
        <p:spPr>
          <a:xfrm>
            <a:off x="6134285" y="1948197"/>
            <a:ext cx="23461" cy="88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5FF465-0ADA-A643-AC03-0A774074E6CE}"/>
              </a:ext>
            </a:extLst>
          </p:cNvPr>
          <p:cNvSpPr/>
          <p:nvPr/>
        </p:nvSpPr>
        <p:spPr>
          <a:xfrm>
            <a:off x="6094307" y="1654286"/>
            <a:ext cx="172817" cy="1296258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35" name="Gruppieren 334">
            <a:extLst>
              <a:ext uri="{FF2B5EF4-FFF2-40B4-BE49-F238E27FC236}">
                <a16:creationId xmlns:a16="http://schemas.microsoft.com/office/drawing/2014/main" id="{7423334E-98E7-0618-01BC-75BC8D8CC6C5}"/>
              </a:ext>
            </a:extLst>
          </p:cNvPr>
          <p:cNvGrpSpPr/>
          <p:nvPr/>
        </p:nvGrpSpPr>
        <p:grpSpPr>
          <a:xfrm flipH="1">
            <a:off x="6493228" y="2288036"/>
            <a:ext cx="19389" cy="713061"/>
            <a:chOff x="6851814" y="1766023"/>
            <a:chExt cx="78569" cy="2068826"/>
          </a:xfrm>
        </p:grpSpPr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618E50BD-6742-F728-C606-35CA6696B3DB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E02212D4-4A69-ACF2-983B-9AD6073A8DA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8" name="Rechteck 337">
              <a:extLst>
                <a:ext uri="{FF2B5EF4-FFF2-40B4-BE49-F238E27FC236}">
                  <a16:creationId xmlns:a16="http://schemas.microsoft.com/office/drawing/2014/main" id="{780B4405-D36A-78B6-1424-F17591977E5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Rechteck 338">
              <a:extLst>
                <a:ext uri="{FF2B5EF4-FFF2-40B4-BE49-F238E27FC236}">
                  <a16:creationId xmlns:a16="http://schemas.microsoft.com/office/drawing/2014/main" id="{F7711CBA-B9C3-799D-4F87-28F2FE2ED8B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A0D3D56F-C48A-FA07-0947-046052EA1AF1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41" name="Flussdiagramm: Datenträger mit direktem Zugriff 340">
            <a:extLst>
              <a:ext uri="{FF2B5EF4-FFF2-40B4-BE49-F238E27FC236}">
                <a16:creationId xmlns:a16="http://schemas.microsoft.com/office/drawing/2014/main" id="{27B6A48F-7ED2-0439-87C8-4A74F3C462D0}"/>
              </a:ext>
            </a:extLst>
          </p:cNvPr>
          <p:cNvSpPr/>
          <p:nvPr/>
        </p:nvSpPr>
        <p:spPr>
          <a:xfrm rot="5400000">
            <a:off x="6458432" y="2330346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2" name="Grafik 341">
            <a:extLst>
              <a:ext uri="{FF2B5EF4-FFF2-40B4-BE49-F238E27FC236}">
                <a16:creationId xmlns:a16="http://schemas.microsoft.com/office/drawing/2014/main" id="{3E4FEDDB-A6B1-95E8-5B5B-8CBE2B8164D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6460007" y="2270927"/>
            <a:ext cx="90077" cy="28388"/>
          </a:xfrm>
          <a:prstGeom prst="rect">
            <a:avLst/>
          </a:prstGeom>
        </p:spPr>
      </p:pic>
      <p:cxnSp>
        <p:nvCxnSpPr>
          <p:cNvPr id="345" name="Gerade Verbindung mit Pfeil 344">
            <a:extLst>
              <a:ext uri="{FF2B5EF4-FFF2-40B4-BE49-F238E27FC236}">
                <a16:creationId xmlns:a16="http://schemas.microsoft.com/office/drawing/2014/main" id="{E627E4AB-0DE5-A671-9205-78A8B42CF209}"/>
              </a:ext>
            </a:extLst>
          </p:cNvPr>
          <p:cNvCxnSpPr>
            <a:cxnSpLocks/>
          </p:cNvCxnSpPr>
          <p:nvPr/>
        </p:nvCxnSpPr>
        <p:spPr>
          <a:xfrm flipV="1">
            <a:off x="6223975" y="25091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Gerade Verbindung mit Pfeil 347">
            <a:extLst>
              <a:ext uri="{FF2B5EF4-FFF2-40B4-BE49-F238E27FC236}">
                <a16:creationId xmlns:a16="http://schemas.microsoft.com/office/drawing/2014/main" id="{23FBACD4-147E-C0F2-B36E-382881E6BB1B}"/>
              </a:ext>
            </a:extLst>
          </p:cNvPr>
          <p:cNvCxnSpPr>
            <a:cxnSpLocks/>
          </p:cNvCxnSpPr>
          <p:nvPr/>
        </p:nvCxnSpPr>
        <p:spPr>
          <a:xfrm flipV="1">
            <a:off x="6223975" y="19884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2" name="Gruppieren 361">
            <a:extLst>
              <a:ext uri="{FF2B5EF4-FFF2-40B4-BE49-F238E27FC236}">
                <a16:creationId xmlns:a16="http://schemas.microsoft.com/office/drawing/2014/main" id="{773D9A77-C000-B7F3-10CD-6BCFC4116769}"/>
              </a:ext>
            </a:extLst>
          </p:cNvPr>
          <p:cNvGrpSpPr/>
          <p:nvPr/>
        </p:nvGrpSpPr>
        <p:grpSpPr>
          <a:xfrm rot="10800000">
            <a:off x="8777749" y="2724824"/>
            <a:ext cx="75705" cy="277927"/>
            <a:chOff x="3476670" y="3647733"/>
            <a:chExt cx="75705" cy="277927"/>
          </a:xfrm>
        </p:grpSpPr>
        <p:sp>
          <p:nvSpPr>
            <p:cNvPr id="363" name="Rechteck 362">
              <a:extLst>
                <a:ext uri="{FF2B5EF4-FFF2-40B4-BE49-F238E27FC236}">
                  <a16:creationId xmlns:a16="http://schemas.microsoft.com/office/drawing/2014/main" id="{66AC8ECE-4BFD-59BD-DBD6-FB933516486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4" name="Verbinder: gekrümmt 363">
              <a:extLst>
                <a:ext uri="{FF2B5EF4-FFF2-40B4-BE49-F238E27FC236}">
                  <a16:creationId xmlns:a16="http://schemas.microsoft.com/office/drawing/2014/main" id="{2BFED965-260D-23F6-D850-83847A90BF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65" name="Grafik 364">
            <a:extLst>
              <a:ext uri="{FF2B5EF4-FFF2-40B4-BE49-F238E27FC236}">
                <a16:creationId xmlns:a16="http://schemas.microsoft.com/office/drawing/2014/main" id="{D49C37F6-61F4-4205-C5F8-A0150899632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739164" y="2996859"/>
            <a:ext cx="90077" cy="28388"/>
          </a:xfrm>
          <a:prstGeom prst="rect">
            <a:avLst/>
          </a:prstGeom>
        </p:spPr>
      </p:pic>
      <p:sp>
        <p:nvSpPr>
          <p:cNvPr id="374" name="Rechteck: abgerundete Ecken 373">
            <a:extLst>
              <a:ext uri="{FF2B5EF4-FFF2-40B4-BE49-F238E27FC236}">
                <a16:creationId xmlns:a16="http://schemas.microsoft.com/office/drawing/2014/main" id="{C6F6B9D0-4190-9A4D-5EEE-2674B6733C09}"/>
              </a:ext>
            </a:extLst>
          </p:cNvPr>
          <p:cNvSpPr/>
          <p:nvPr/>
        </p:nvSpPr>
        <p:spPr>
          <a:xfrm>
            <a:off x="9653571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24   </a:t>
            </a:r>
          </a:p>
        </p:txBody>
      </p:sp>
      <p:sp>
        <p:nvSpPr>
          <p:cNvPr id="375" name="Rechteck: abgerundete Ecken 374">
            <a:extLst>
              <a:ext uri="{FF2B5EF4-FFF2-40B4-BE49-F238E27FC236}">
                <a16:creationId xmlns:a16="http://schemas.microsoft.com/office/drawing/2014/main" id="{3F1F017F-3ED9-B6BF-7180-D000784F8FF9}"/>
              </a:ext>
            </a:extLst>
          </p:cNvPr>
          <p:cNvSpPr/>
          <p:nvPr/>
        </p:nvSpPr>
        <p:spPr>
          <a:xfrm>
            <a:off x="9999265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25   </a:t>
            </a:r>
          </a:p>
        </p:txBody>
      </p:sp>
      <p:sp>
        <p:nvSpPr>
          <p:cNvPr id="376" name="Rechteck 375">
            <a:extLst>
              <a:ext uri="{FF2B5EF4-FFF2-40B4-BE49-F238E27FC236}">
                <a16:creationId xmlns:a16="http://schemas.microsoft.com/office/drawing/2014/main" id="{02457479-FF05-5E05-A7CC-DC31A0F9FA6B}"/>
              </a:ext>
            </a:extLst>
          </p:cNvPr>
          <p:cNvSpPr/>
          <p:nvPr/>
        </p:nvSpPr>
        <p:spPr>
          <a:xfrm rot="5400000">
            <a:off x="9665914" y="2743449"/>
            <a:ext cx="310603" cy="6989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4200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BC703767-FC09-4D63-A41D-49357769E495}"/>
              </a:ext>
            </a:extLst>
          </p:cNvPr>
          <p:cNvGrpSpPr/>
          <p:nvPr/>
        </p:nvGrpSpPr>
        <p:grpSpPr>
          <a:xfrm>
            <a:off x="3287863" y="3552122"/>
            <a:ext cx="467578" cy="90248"/>
            <a:chOff x="4413024" y="3765960"/>
            <a:chExt cx="467578" cy="90248"/>
          </a:xfrm>
        </p:grpSpPr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3C492A4F-160F-4A15-D5B4-30DEF8C5FBF2}"/>
                </a:ext>
              </a:extLst>
            </p:cNvPr>
            <p:cNvSpPr/>
            <p:nvPr/>
          </p:nvSpPr>
          <p:spPr>
            <a:xfrm>
              <a:off x="4413024" y="3766208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EBB8E8BD-7946-D9C6-4195-7AA5C2D292E7}"/>
                </a:ext>
              </a:extLst>
            </p:cNvPr>
            <p:cNvSpPr/>
            <p:nvPr/>
          </p:nvSpPr>
          <p:spPr>
            <a:xfrm>
              <a:off x="4790602" y="3765960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53" name="Gruppieren 352">
            <a:extLst>
              <a:ext uri="{FF2B5EF4-FFF2-40B4-BE49-F238E27FC236}">
                <a16:creationId xmlns:a16="http://schemas.microsoft.com/office/drawing/2014/main" id="{C3AB486F-A111-B53D-0FBB-1DAE010FF2F1}"/>
              </a:ext>
            </a:extLst>
          </p:cNvPr>
          <p:cNvGrpSpPr/>
          <p:nvPr/>
        </p:nvGrpSpPr>
        <p:grpSpPr>
          <a:xfrm>
            <a:off x="4300537" y="2878471"/>
            <a:ext cx="814387" cy="1058530"/>
            <a:chOff x="3576637" y="2884821"/>
            <a:chExt cx="814387" cy="1058530"/>
          </a:xfrm>
        </p:grpSpPr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ACCFCB97-8BB1-6664-4C86-DD619D15697D}"/>
                </a:ext>
              </a:extLst>
            </p:cNvPr>
            <p:cNvSpPr/>
            <p:nvPr/>
          </p:nvSpPr>
          <p:spPr>
            <a:xfrm rot="5400000">
              <a:off x="3884279" y="3436606"/>
              <a:ext cx="199103" cy="8143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CB9CC1EF-B916-FC53-CFBB-BC0D2A8C387A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Bogen 322">
              <a:extLst>
                <a:ext uri="{FF2B5EF4-FFF2-40B4-BE49-F238E27FC236}">
                  <a16:creationId xmlns:a16="http://schemas.microsoft.com/office/drawing/2014/main" id="{1BE5042C-A832-4A77-530E-06E634AA4996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Rechteck 323">
              <a:extLst>
                <a:ext uri="{FF2B5EF4-FFF2-40B4-BE49-F238E27FC236}">
                  <a16:creationId xmlns:a16="http://schemas.microsoft.com/office/drawing/2014/main" id="{EC746675-979B-668C-D954-0140505F9A31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Rechteck 324">
              <a:extLst>
                <a:ext uri="{FF2B5EF4-FFF2-40B4-BE49-F238E27FC236}">
                  <a16:creationId xmlns:a16="http://schemas.microsoft.com/office/drawing/2014/main" id="{2070AF09-7E34-4D8C-74CA-D4085FBD7EE6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67C21F0D-5555-17DB-D578-C4D54B884C07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Rechteck 326">
              <a:extLst>
                <a:ext uri="{FF2B5EF4-FFF2-40B4-BE49-F238E27FC236}">
                  <a16:creationId xmlns:a16="http://schemas.microsoft.com/office/drawing/2014/main" id="{1423B56A-A3D7-EDAF-50F4-904430B9FAA0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8" name="Rechteck 327">
              <a:extLst>
                <a:ext uri="{FF2B5EF4-FFF2-40B4-BE49-F238E27FC236}">
                  <a16:creationId xmlns:a16="http://schemas.microsoft.com/office/drawing/2014/main" id="{AE1AD305-620D-C48E-6E72-C844DE269B04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Rechteck 328">
              <a:extLst>
                <a:ext uri="{FF2B5EF4-FFF2-40B4-BE49-F238E27FC236}">
                  <a16:creationId xmlns:a16="http://schemas.microsoft.com/office/drawing/2014/main" id="{600D350D-A5E3-5678-CF02-01844B417071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Rechteck 377">
              <a:extLst>
                <a:ext uri="{FF2B5EF4-FFF2-40B4-BE49-F238E27FC236}">
                  <a16:creationId xmlns:a16="http://schemas.microsoft.com/office/drawing/2014/main" id="{ECD391B8-7C37-2AA0-DB2D-E4485922D127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Rechteck 378">
              <a:extLst>
                <a:ext uri="{FF2B5EF4-FFF2-40B4-BE49-F238E27FC236}">
                  <a16:creationId xmlns:a16="http://schemas.microsoft.com/office/drawing/2014/main" id="{1FB62F75-2CDC-C046-05FC-101CF03E111D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0B500E6-C25A-83CE-24EF-87C9BD3ACB04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Rechteck 376">
              <a:extLst>
                <a:ext uri="{FF2B5EF4-FFF2-40B4-BE49-F238E27FC236}">
                  <a16:creationId xmlns:a16="http://schemas.microsoft.com/office/drawing/2014/main" id="{43C93355-861B-E048-3B3C-058E2EA97845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Verbinder: gekrümmt 19">
              <a:extLst>
                <a:ext uri="{FF2B5EF4-FFF2-40B4-BE49-F238E27FC236}">
                  <a16:creationId xmlns:a16="http://schemas.microsoft.com/office/drawing/2014/main" id="{023E9EE8-346D-62DD-AB40-97727BB3DFC9}"/>
                </a:ext>
              </a:extLst>
            </p:cNvPr>
            <p:cNvCxnSpPr>
              <a:cxnSpLocks/>
              <a:endCxn id="5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00476020-3C5E-612B-E05D-077EBD06A8AA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944C9A0-07F9-7257-8FB3-83D090FA5C04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2BE67435-440C-885B-65DA-4F10303FF6E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2282658D-F22B-8709-F942-4BB192121CF5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81AFB3D8-43E9-F43A-51C5-DE6A088011AB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30" name="Verbinder: gekrümmt 329">
              <a:extLst>
                <a:ext uri="{FF2B5EF4-FFF2-40B4-BE49-F238E27FC236}">
                  <a16:creationId xmlns:a16="http://schemas.microsoft.com/office/drawing/2014/main" id="{CFFA7DE2-E9E7-3BC1-B47A-76AF59469F24}"/>
                </a:ext>
              </a:extLst>
            </p:cNvPr>
            <p:cNvCxnSpPr>
              <a:cxnSpLocks/>
              <a:endCxn id="101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10DB483F-B5D3-89A3-C084-2F42DDCCCB42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Halbbogen 350">
              <a:extLst>
                <a:ext uri="{FF2B5EF4-FFF2-40B4-BE49-F238E27FC236}">
                  <a16:creationId xmlns:a16="http://schemas.microsoft.com/office/drawing/2014/main" id="{0731EA69-B82B-14C2-EC3B-EAEC4B8C230F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52" name="Halbbogen 351">
              <a:extLst>
                <a:ext uri="{FF2B5EF4-FFF2-40B4-BE49-F238E27FC236}">
                  <a16:creationId xmlns:a16="http://schemas.microsoft.com/office/drawing/2014/main" id="{6BF531E2-25D5-17A7-78B9-E30F6BC9F49D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grpSp>
        <p:nvGrpSpPr>
          <p:cNvPr id="354" name="Gruppieren 353">
            <a:extLst>
              <a:ext uri="{FF2B5EF4-FFF2-40B4-BE49-F238E27FC236}">
                <a16:creationId xmlns:a16="http://schemas.microsoft.com/office/drawing/2014/main" id="{8115EBD4-0CDA-E59A-C062-7E5A8EC6C78E}"/>
              </a:ext>
            </a:extLst>
          </p:cNvPr>
          <p:cNvGrpSpPr/>
          <p:nvPr/>
        </p:nvGrpSpPr>
        <p:grpSpPr>
          <a:xfrm rot="10800000">
            <a:off x="8223252" y="1858600"/>
            <a:ext cx="792160" cy="1058531"/>
            <a:chOff x="3582552" y="2884821"/>
            <a:chExt cx="792160" cy="1058531"/>
          </a:xfrm>
        </p:grpSpPr>
        <p:sp>
          <p:nvSpPr>
            <p:cNvPr id="355" name="Rechteck 354">
              <a:extLst>
                <a:ext uri="{FF2B5EF4-FFF2-40B4-BE49-F238E27FC236}">
                  <a16:creationId xmlns:a16="http://schemas.microsoft.com/office/drawing/2014/main" id="{A6D9DF68-F7FB-E98E-2ACA-B7346077513A}"/>
                </a:ext>
              </a:extLst>
            </p:cNvPr>
            <p:cNvSpPr/>
            <p:nvPr/>
          </p:nvSpPr>
          <p:spPr>
            <a:xfrm rot="5400000">
              <a:off x="3879080" y="3447721"/>
              <a:ext cx="199103" cy="79216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6C45F4C5-EF76-F6CE-881E-53CEB1A3053F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Bogen 356">
              <a:extLst>
                <a:ext uri="{FF2B5EF4-FFF2-40B4-BE49-F238E27FC236}">
                  <a16:creationId xmlns:a16="http://schemas.microsoft.com/office/drawing/2014/main" id="{279931CD-0E62-F160-59AF-FF1DCFA2274C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Rechteck 357">
              <a:extLst>
                <a:ext uri="{FF2B5EF4-FFF2-40B4-BE49-F238E27FC236}">
                  <a16:creationId xmlns:a16="http://schemas.microsoft.com/office/drawing/2014/main" id="{0CDAD09B-CA73-3AC0-594F-5A9421A2E185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Rechteck 358">
              <a:extLst>
                <a:ext uri="{FF2B5EF4-FFF2-40B4-BE49-F238E27FC236}">
                  <a16:creationId xmlns:a16="http://schemas.microsoft.com/office/drawing/2014/main" id="{AE526B6A-5956-8CB7-BBE3-A79ECAA30973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Rechteck 359">
              <a:extLst>
                <a:ext uri="{FF2B5EF4-FFF2-40B4-BE49-F238E27FC236}">
                  <a16:creationId xmlns:a16="http://schemas.microsoft.com/office/drawing/2014/main" id="{3E5302A2-9B32-66F0-DD29-BCADC1C47772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Rechteck 360">
              <a:extLst>
                <a:ext uri="{FF2B5EF4-FFF2-40B4-BE49-F238E27FC236}">
                  <a16:creationId xmlns:a16="http://schemas.microsoft.com/office/drawing/2014/main" id="{BDB2CCA3-FE0C-99F6-90DF-7CB6909AD371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Rechteck 379">
              <a:extLst>
                <a:ext uri="{FF2B5EF4-FFF2-40B4-BE49-F238E27FC236}">
                  <a16:creationId xmlns:a16="http://schemas.microsoft.com/office/drawing/2014/main" id="{7DC24DCC-505F-7B42-732F-C937B618ECB1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5182A6C2-C365-02EC-B332-FA88A1DFE5DF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Rechteck 381">
              <a:extLst>
                <a:ext uri="{FF2B5EF4-FFF2-40B4-BE49-F238E27FC236}">
                  <a16:creationId xmlns:a16="http://schemas.microsoft.com/office/drawing/2014/main" id="{71D5A36F-8D23-7AD5-3D05-D13EBB0CEE21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1CC4F0F3-337F-F059-71DA-A5A394BCBCE3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AF1BC4EB-300A-962F-AE88-CEFB04B66E00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Rechteck 384">
              <a:extLst>
                <a:ext uri="{FF2B5EF4-FFF2-40B4-BE49-F238E27FC236}">
                  <a16:creationId xmlns:a16="http://schemas.microsoft.com/office/drawing/2014/main" id="{B69D1E9B-D229-A9C8-5419-724BBF12C728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6" name="Verbinder: gekrümmt 385">
              <a:extLst>
                <a:ext uri="{FF2B5EF4-FFF2-40B4-BE49-F238E27FC236}">
                  <a16:creationId xmlns:a16="http://schemas.microsoft.com/office/drawing/2014/main" id="{9FE3881A-9C6F-7B57-7751-6E7ABCB0546C}"/>
                </a:ext>
              </a:extLst>
            </p:cNvPr>
            <p:cNvCxnSpPr>
              <a:cxnSpLocks/>
              <a:endCxn id="38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87" name="Rechteck 386">
              <a:extLst>
                <a:ext uri="{FF2B5EF4-FFF2-40B4-BE49-F238E27FC236}">
                  <a16:creationId xmlns:a16="http://schemas.microsoft.com/office/drawing/2014/main" id="{DE726E11-B7E3-A528-B0CB-2F3CC4C10B8D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Rechteck 387">
              <a:extLst>
                <a:ext uri="{FF2B5EF4-FFF2-40B4-BE49-F238E27FC236}">
                  <a16:creationId xmlns:a16="http://schemas.microsoft.com/office/drawing/2014/main" id="{216B81C3-9040-4791-2F11-ECE9206BF106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Rechteck 388">
              <a:extLst>
                <a:ext uri="{FF2B5EF4-FFF2-40B4-BE49-F238E27FC236}">
                  <a16:creationId xmlns:a16="http://schemas.microsoft.com/office/drawing/2014/main" id="{4CF4E045-D158-DD78-C847-E373A9A7887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Rechteck 389">
              <a:extLst>
                <a:ext uri="{FF2B5EF4-FFF2-40B4-BE49-F238E27FC236}">
                  <a16:creationId xmlns:a16="http://schemas.microsoft.com/office/drawing/2014/main" id="{FAE10F8C-925D-0E7C-1600-CEF7E73F6FEE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Ellipse 390">
              <a:extLst>
                <a:ext uri="{FF2B5EF4-FFF2-40B4-BE49-F238E27FC236}">
                  <a16:creationId xmlns:a16="http://schemas.microsoft.com/office/drawing/2014/main" id="{4588EA84-688B-5B91-793E-B93C7FD77D16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92" name="Verbinder: gekrümmt 391">
              <a:extLst>
                <a:ext uri="{FF2B5EF4-FFF2-40B4-BE49-F238E27FC236}">
                  <a16:creationId xmlns:a16="http://schemas.microsoft.com/office/drawing/2014/main" id="{DB972015-2779-8692-3FAF-DFD7AC4459DD}"/>
                </a:ext>
              </a:extLst>
            </p:cNvPr>
            <p:cNvCxnSpPr>
              <a:cxnSpLocks/>
              <a:endCxn id="390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CDE0CFA7-F567-A903-23AA-E8555E03AE58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Halbbogen 393">
              <a:extLst>
                <a:ext uri="{FF2B5EF4-FFF2-40B4-BE49-F238E27FC236}">
                  <a16:creationId xmlns:a16="http://schemas.microsoft.com/office/drawing/2014/main" id="{76538CCA-05F9-3A03-6D68-2593DCD5AFA0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95" name="Halbbogen 394">
              <a:extLst>
                <a:ext uri="{FF2B5EF4-FFF2-40B4-BE49-F238E27FC236}">
                  <a16:creationId xmlns:a16="http://schemas.microsoft.com/office/drawing/2014/main" id="{05FCC4F4-E2EB-A245-FBDF-B8BE74992CDA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396" name="Textfeld 395">
            <a:extLst>
              <a:ext uri="{FF2B5EF4-FFF2-40B4-BE49-F238E27FC236}">
                <a16:creationId xmlns:a16="http://schemas.microsoft.com/office/drawing/2014/main" id="{07801104-DE54-86EA-6985-4A0065F17238}"/>
              </a:ext>
            </a:extLst>
          </p:cNvPr>
          <p:cNvSpPr txBox="1"/>
          <p:nvPr/>
        </p:nvSpPr>
        <p:spPr>
          <a:xfrm>
            <a:off x="4033156" y="5384334"/>
            <a:ext cx="20437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       Cutting </a:t>
            </a:r>
            <a:r>
              <a:rPr lang="de-DE" sz="900" dirty="0" err="1"/>
              <a:t>cable</a:t>
            </a:r>
            <a:endParaRPr lang="de-DE" sz="900" dirty="0"/>
          </a:p>
          <a:p>
            <a:r>
              <a:rPr lang="de-DE" sz="900" dirty="0"/>
              <a:t>2       Insert </a:t>
            </a:r>
            <a:r>
              <a:rPr lang="de-DE" sz="900" dirty="0" err="1"/>
              <a:t>Shrinksleeve</a:t>
            </a:r>
            <a:endParaRPr lang="de-DE" sz="900" dirty="0"/>
          </a:p>
          <a:p>
            <a:r>
              <a:rPr lang="de-DE" sz="900" dirty="0"/>
              <a:t>3       </a:t>
            </a:r>
            <a:r>
              <a:rPr lang="de-DE" sz="900" dirty="0" err="1"/>
              <a:t>Removing</a:t>
            </a:r>
            <a:r>
              <a:rPr lang="de-DE" sz="900" dirty="0"/>
              <a:t> </a:t>
            </a:r>
            <a:r>
              <a:rPr lang="de-DE" sz="900" dirty="0" err="1"/>
              <a:t>Isolationpart</a:t>
            </a:r>
            <a:r>
              <a:rPr lang="de-DE" sz="900" dirty="0"/>
              <a:t> Terminal 1</a:t>
            </a:r>
          </a:p>
          <a:p>
            <a:r>
              <a:rPr lang="de-DE" sz="900" dirty="0"/>
              <a:t>4       Free Station </a:t>
            </a:r>
          </a:p>
          <a:p>
            <a:r>
              <a:rPr lang="de-DE" sz="900" dirty="0"/>
              <a:t>5  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1</a:t>
            </a:r>
          </a:p>
          <a:p>
            <a:r>
              <a:rPr lang="de-DE" sz="900" dirty="0"/>
              <a:t>6       Free Station</a:t>
            </a:r>
          </a:p>
          <a:p>
            <a:r>
              <a:rPr lang="de-DE" sz="900" dirty="0"/>
              <a:t>7       Bending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1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2 Terminal 1</a:t>
            </a:r>
          </a:p>
        </p:txBody>
      </p:sp>
      <p:sp>
        <p:nvSpPr>
          <p:cNvPr id="397" name="Textfeld 396">
            <a:extLst>
              <a:ext uri="{FF2B5EF4-FFF2-40B4-BE49-F238E27FC236}">
                <a16:creationId xmlns:a16="http://schemas.microsoft.com/office/drawing/2014/main" id="{E6282995-C6CF-70A1-0023-FEAFCC958BC4}"/>
              </a:ext>
            </a:extLst>
          </p:cNvPr>
          <p:cNvSpPr txBox="1"/>
          <p:nvPr/>
        </p:nvSpPr>
        <p:spPr>
          <a:xfrm>
            <a:off x="8446131" y="5375573"/>
            <a:ext cx="1926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19     Bending Terminal 2</a:t>
            </a:r>
          </a:p>
          <a:p>
            <a:pPr marL="228600" indent="-228600">
              <a:buAutoNum type="arabicPlain" startAt="20"/>
            </a:pPr>
            <a:r>
              <a:rPr lang="de-DE" sz="900" dirty="0" err="1"/>
              <a:t>Tinning</a:t>
            </a:r>
            <a:r>
              <a:rPr lang="de-DE" sz="900" dirty="0"/>
              <a:t> 1 Terminal 2</a:t>
            </a:r>
          </a:p>
          <a:p>
            <a:pPr marL="228600" indent="-228600">
              <a:buAutoNum type="arabicPlain" startAt="20"/>
            </a:pPr>
            <a:r>
              <a:rPr lang="de-DE" sz="900" dirty="0" err="1"/>
              <a:t>Tinning</a:t>
            </a:r>
            <a:r>
              <a:rPr lang="de-DE" sz="900" dirty="0"/>
              <a:t> 2 Terminal 2</a:t>
            </a:r>
          </a:p>
          <a:p>
            <a:r>
              <a:rPr lang="de-DE" sz="900" dirty="0"/>
              <a:t>22     Optical </a:t>
            </a:r>
            <a:r>
              <a:rPr lang="de-DE" sz="900" dirty="0" err="1"/>
              <a:t>Inspection</a:t>
            </a:r>
            <a:r>
              <a:rPr lang="de-DE" sz="900" dirty="0"/>
              <a:t> Terminal 2</a:t>
            </a:r>
          </a:p>
          <a:p>
            <a:r>
              <a:rPr lang="de-DE" sz="900" dirty="0"/>
              <a:t>23     </a:t>
            </a:r>
            <a:r>
              <a:rPr lang="de-DE" sz="900" dirty="0" err="1"/>
              <a:t>Electrical</a:t>
            </a:r>
            <a:r>
              <a:rPr lang="de-DE" sz="900" dirty="0"/>
              <a:t> </a:t>
            </a:r>
            <a:r>
              <a:rPr lang="de-DE" sz="900" dirty="0" err="1"/>
              <a:t>Testing</a:t>
            </a:r>
            <a:endParaRPr lang="de-DE" sz="900" dirty="0"/>
          </a:p>
          <a:p>
            <a:r>
              <a:rPr lang="de-DE" sz="900" dirty="0"/>
              <a:t>24     </a:t>
            </a:r>
            <a:r>
              <a:rPr lang="de-DE" sz="900" dirty="0" err="1"/>
              <a:t>Labeling</a:t>
            </a:r>
            <a:endParaRPr lang="de-DE" sz="900" dirty="0"/>
          </a:p>
          <a:p>
            <a:r>
              <a:rPr lang="de-DE" sz="900" dirty="0"/>
              <a:t>25     Output Cable</a:t>
            </a:r>
          </a:p>
        </p:txBody>
      </p:sp>
      <p:sp>
        <p:nvSpPr>
          <p:cNvPr id="398" name="Textfeld 397">
            <a:extLst>
              <a:ext uri="{FF2B5EF4-FFF2-40B4-BE49-F238E27FC236}">
                <a16:creationId xmlns:a16="http://schemas.microsoft.com/office/drawing/2014/main" id="{8876DD53-E338-E606-E655-CD9D01B91F2A}"/>
              </a:ext>
            </a:extLst>
          </p:cNvPr>
          <p:cNvSpPr txBox="1"/>
          <p:nvPr/>
        </p:nvSpPr>
        <p:spPr>
          <a:xfrm>
            <a:off x="6203263" y="5380236"/>
            <a:ext cx="205207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/>
            </a:lvl1pPr>
          </a:lstStyle>
          <a:p>
            <a:r>
              <a:rPr lang="de-DE" dirty="0"/>
              <a:t>10     Optical </a:t>
            </a:r>
            <a:r>
              <a:rPr lang="de-DE" dirty="0" err="1"/>
              <a:t>Inspection</a:t>
            </a:r>
            <a:r>
              <a:rPr lang="de-DE" dirty="0"/>
              <a:t> Terminal 1</a:t>
            </a:r>
          </a:p>
          <a:p>
            <a:r>
              <a:rPr lang="de-DE" dirty="0"/>
              <a:t>11     </a:t>
            </a:r>
            <a:r>
              <a:rPr lang="de-DE" sz="900" dirty="0" err="1"/>
              <a:t>Positioning</a:t>
            </a:r>
            <a:r>
              <a:rPr lang="de-DE" sz="900" dirty="0"/>
              <a:t> </a:t>
            </a:r>
            <a:r>
              <a:rPr lang="de-DE" sz="900" dirty="0" err="1"/>
              <a:t>Shrink</a:t>
            </a:r>
            <a:r>
              <a:rPr lang="de-DE" sz="900" dirty="0"/>
              <a:t> </a:t>
            </a:r>
            <a:r>
              <a:rPr lang="de-DE" sz="900" dirty="0" err="1"/>
              <a:t>Sleeve</a:t>
            </a:r>
            <a:endParaRPr lang="de-DE" dirty="0"/>
          </a:p>
          <a:p>
            <a:r>
              <a:rPr lang="de-DE" dirty="0"/>
              <a:t>12     </a:t>
            </a:r>
            <a:r>
              <a:rPr lang="de-DE" dirty="0" err="1"/>
              <a:t>Shrinking</a:t>
            </a:r>
            <a:r>
              <a:rPr lang="de-DE" dirty="0"/>
              <a:t> Terminal 1</a:t>
            </a:r>
          </a:p>
          <a:p>
            <a:r>
              <a:rPr lang="de-DE" dirty="0"/>
              <a:t>13     </a:t>
            </a:r>
            <a:r>
              <a:rPr lang="de-DE" dirty="0" err="1"/>
              <a:t>Turning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2</a:t>
            </a:r>
          </a:p>
          <a:p>
            <a:r>
              <a:rPr lang="de-DE" dirty="0"/>
              <a:t>14     </a:t>
            </a:r>
            <a:r>
              <a:rPr lang="de-DE" dirty="0" err="1"/>
              <a:t>Turning</a:t>
            </a:r>
            <a:r>
              <a:rPr lang="de-DE" dirty="0"/>
              <a:t> Position Terminal 2    3-6-9</a:t>
            </a:r>
          </a:p>
          <a:p>
            <a:r>
              <a:rPr lang="de-DE" dirty="0"/>
              <a:t>15    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Isolationpart</a:t>
            </a:r>
            <a:r>
              <a:rPr lang="de-DE" dirty="0"/>
              <a:t> Terminal 2</a:t>
            </a:r>
          </a:p>
          <a:p>
            <a:r>
              <a:rPr lang="de-DE" dirty="0"/>
              <a:t>16     Free Station</a:t>
            </a:r>
          </a:p>
          <a:p>
            <a:pPr marL="228600" indent="-228600">
              <a:buAutoNum type="arabicPlain" startAt="17"/>
            </a:pP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2</a:t>
            </a:r>
          </a:p>
          <a:p>
            <a:pPr marL="228600" indent="-228600">
              <a:buAutoNum type="arabicPlain" startAt="17"/>
            </a:pPr>
            <a:r>
              <a:rPr lang="de-DE" dirty="0"/>
              <a:t>Free Station</a:t>
            </a:r>
            <a:endParaRPr lang="de-DE" sz="900" dirty="0"/>
          </a:p>
        </p:txBody>
      </p:sp>
      <p:sp>
        <p:nvSpPr>
          <p:cNvPr id="401" name="Rechteck 400">
            <a:extLst>
              <a:ext uri="{FF2B5EF4-FFF2-40B4-BE49-F238E27FC236}">
                <a16:creationId xmlns:a16="http://schemas.microsoft.com/office/drawing/2014/main" id="{EB91AAFD-3F79-620C-0A94-BB6CF68ED630}"/>
              </a:ext>
            </a:extLst>
          </p:cNvPr>
          <p:cNvSpPr/>
          <p:nvPr/>
        </p:nvSpPr>
        <p:spPr>
          <a:xfrm>
            <a:off x="4029075" y="4017565"/>
            <a:ext cx="633413" cy="5403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Cooling Generator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sp>
        <p:nvSpPr>
          <p:cNvPr id="406" name="Bogen 405">
            <a:extLst>
              <a:ext uri="{FF2B5EF4-FFF2-40B4-BE49-F238E27FC236}">
                <a16:creationId xmlns:a16="http://schemas.microsoft.com/office/drawing/2014/main" id="{0A9F292A-FBC0-A417-C2F2-AE33EAD228AA}"/>
              </a:ext>
            </a:extLst>
          </p:cNvPr>
          <p:cNvSpPr/>
          <p:nvPr/>
        </p:nvSpPr>
        <p:spPr>
          <a:xfrm rot="5400000">
            <a:off x="1887251" y="3548349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8" name="Gerader Verbinder 407">
            <a:extLst>
              <a:ext uri="{FF2B5EF4-FFF2-40B4-BE49-F238E27FC236}">
                <a16:creationId xmlns:a16="http://schemas.microsoft.com/office/drawing/2014/main" id="{16ED4264-716A-ED40-37B9-0912C17FA336}"/>
              </a:ext>
            </a:extLst>
          </p:cNvPr>
          <p:cNvCxnSpPr/>
          <p:nvPr/>
        </p:nvCxnSpPr>
        <p:spPr>
          <a:xfrm>
            <a:off x="2845973" y="4696570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Gerade Verbindung mit Pfeil 409">
            <a:extLst>
              <a:ext uri="{FF2B5EF4-FFF2-40B4-BE49-F238E27FC236}">
                <a16:creationId xmlns:a16="http://schemas.microsoft.com/office/drawing/2014/main" id="{F4040FF7-D6E8-4263-9AA2-8A2D07AC01EB}"/>
              </a:ext>
            </a:extLst>
          </p:cNvPr>
          <p:cNvCxnSpPr>
            <a:cxnSpLocks/>
          </p:cNvCxnSpPr>
          <p:nvPr/>
        </p:nvCxnSpPr>
        <p:spPr>
          <a:xfrm flipV="1">
            <a:off x="3400683" y="3325203"/>
            <a:ext cx="5414" cy="550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Gerader Verbinder 411">
            <a:extLst>
              <a:ext uri="{FF2B5EF4-FFF2-40B4-BE49-F238E27FC236}">
                <a16:creationId xmlns:a16="http://schemas.microsoft.com/office/drawing/2014/main" id="{5402DEC2-9D89-E811-3D0B-EF1052B56D7B}"/>
              </a:ext>
            </a:extLst>
          </p:cNvPr>
          <p:cNvCxnSpPr/>
          <p:nvPr/>
        </p:nvCxnSpPr>
        <p:spPr>
          <a:xfrm>
            <a:off x="2886226" y="332697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Gerader Verbinder 412">
            <a:extLst>
              <a:ext uri="{FF2B5EF4-FFF2-40B4-BE49-F238E27FC236}">
                <a16:creationId xmlns:a16="http://schemas.microsoft.com/office/drawing/2014/main" id="{E37CEAF5-8806-55B9-E780-5755C365DB8C}"/>
              </a:ext>
            </a:extLst>
          </p:cNvPr>
          <p:cNvCxnSpPr/>
          <p:nvPr/>
        </p:nvCxnSpPr>
        <p:spPr>
          <a:xfrm>
            <a:off x="3894826" y="333499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feld 414">
            <a:extLst>
              <a:ext uri="{FF2B5EF4-FFF2-40B4-BE49-F238E27FC236}">
                <a16:creationId xmlns:a16="http://schemas.microsoft.com/office/drawing/2014/main" id="{DFC23C4D-9CB1-B6F8-D780-DD778BAA7CA7}"/>
              </a:ext>
            </a:extLst>
          </p:cNvPr>
          <p:cNvSpPr txBox="1"/>
          <p:nvPr/>
        </p:nvSpPr>
        <p:spPr>
          <a:xfrm>
            <a:off x="2877967" y="3950468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16" name="Gerade Verbindung mit Pfeil 415">
            <a:extLst>
              <a:ext uri="{FF2B5EF4-FFF2-40B4-BE49-F238E27FC236}">
                <a16:creationId xmlns:a16="http://schemas.microsoft.com/office/drawing/2014/main" id="{724ED228-6F2E-6C09-576C-C7FB49C272DA}"/>
              </a:ext>
            </a:extLst>
          </p:cNvPr>
          <p:cNvCxnSpPr>
            <a:cxnSpLocks/>
          </p:cNvCxnSpPr>
          <p:nvPr/>
        </p:nvCxnSpPr>
        <p:spPr>
          <a:xfrm>
            <a:off x="7314890" y="1331321"/>
            <a:ext cx="0" cy="71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Gerader Verbinder 416">
            <a:extLst>
              <a:ext uri="{FF2B5EF4-FFF2-40B4-BE49-F238E27FC236}">
                <a16:creationId xmlns:a16="http://schemas.microsoft.com/office/drawing/2014/main" id="{1E1CBEB1-3D20-B2D4-7382-A20334A0F79F}"/>
              </a:ext>
            </a:extLst>
          </p:cNvPr>
          <p:cNvCxnSpPr/>
          <p:nvPr/>
        </p:nvCxnSpPr>
        <p:spPr>
          <a:xfrm>
            <a:off x="6819082" y="145306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Gerader Verbinder 417">
            <a:extLst>
              <a:ext uri="{FF2B5EF4-FFF2-40B4-BE49-F238E27FC236}">
                <a16:creationId xmlns:a16="http://schemas.microsoft.com/office/drawing/2014/main" id="{6E89A8F0-1C1A-FE80-DEDA-3A52873A0B4F}"/>
              </a:ext>
            </a:extLst>
          </p:cNvPr>
          <p:cNvCxnSpPr/>
          <p:nvPr/>
        </p:nvCxnSpPr>
        <p:spPr>
          <a:xfrm>
            <a:off x="7827682" y="1461087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feld 418">
            <a:extLst>
              <a:ext uri="{FF2B5EF4-FFF2-40B4-BE49-F238E27FC236}">
                <a16:creationId xmlns:a16="http://schemas.microsoft.com/office/drawing/2014/main" id="{00A1C9A8-34B6-E927-93FA-D1B408D90A8A}"/>
              </a:ext>
            </a:extLst>
          </p:cNvPr>
          <p:cNvSpPr txBox="1"/>
          <p:nvPr/>
        </p:nvSpPr>
        <p:spPr>
          <a:xfrm>
            <a:off x="6810823" y="2076559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21" name="Gerader Verbinder 420">
            <a:extLst>
              <a:ext uri="{FF2B5EF4-FFF2-40B4-BE49-F238E27FC236}">
                <a16:creationId xmlns:a16="http://schemas.microsoft.com/office/drawing/2014/main" id="{104002DC-1CBE-AEE6-291A-7B4B5225CC4D}"/>
              </a:ext>
            </a:extLst>
          </p:cNvPr>
          <p:cNvCxnSpPr/>
          <p:nvPr/>
        </p:nvCxnSpPr>
        <p:spPr>
          <a:xfrm>
            <a:off x="7967418" y="7938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Bogen 421">
            <a:extLst>
              <a:ext uri="{FF2B5EF4-FFF2-40B4-BE49-F238E27FC236}">
                <a16:creationId xmlns:a16="http://schemas.microsoft.com/office/drawing/2014/main" id="{3396D9B2-80F9-1039-EB46-76537B3CE155}"/>
              </a:ext>
            </a:extLst>
          </p:cNvPr>
          <p:cNvSpPr/>
          <p:nvPr/>
        </p:nvSpPr>
        <p:spPr>
          <a:xfrm rot="16200000">
            <a:off x="7031864" y="-114012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50AE0B4C-6CD9-618B-96A5-F1DA86D2691C}"/>
              </a:ext>
            </a:extLst>
          </p:cNvPr>
          <p:cNvGrpSpPr/>
          <p:nvPr/>
        </p:nvGrpSpPr>
        <p:grpSpPr>
          <a:xfrm>
            <a:off x="2849757" y="2999802"/>
            <a:ext cx="69580" cy="193454"/>
            <a:chOff x="2849757" y="2999802"/>
            <a:chExt cx="69580" cy="193454"/>
          </a:xfrm>
        </p:grpSpPr>
        <p:sp>
          <p:nvSpPr>
            <p:cNvPr id="424" name="Rechteck 423">
              <a:extLst>
                <a:ext uri="{FF2B5EF4-FFF2-40B4-BE49-F238E27FC236}">
                  <a16:creationId xmlns:a16="http://schemas.microsoft.com/office/drawing/2014/main" id="{8B429774-8B94-7203-F945-0830C0E6A020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6" name="Gerade Verbindung mit Pfeil 425">
              <a:extLst>
                <a:ext uri="{FF2B5EF4-FFF2-40B4-BE49-F238E27FC236}">
                  <a16:creationId xmlns:a16="http://schemas.microsoft.com/office/drawing/2014/main" id="{6FC554A2-E699-50C8-9C0B-2536947AE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7C4E101E-6D3F-B73F-FCD2-132B17BBB0E5}"/>
              </a:ext>
            </a:extLst>
          </p:cNvPr>
          <p:cNvGrpSpPr/>
          <p:nvPr/>
        </p:nvGrpSpPr>
        <p:grpSpPr>
          <a:xfrm>
            <a:off x="3502011" y="2991323"/>
            <a:ext cx="69580" cy="193454"/>
            <a:chOff x="2849757" y="2999802"/>
            <a:chExt cx="69580" cy="193454"/>
          </a:xfrm>
        </p:grpSpPr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89CCD666-35A8-8250-0447-BBE2F46E6C98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3" name="Gerade Verbindung mit Pfeil 432">
              <a:extLst>
                <a:ext uri="{FF2B5EF4-FFF2-40B4-BE49-F238E27FC236}">
                  <a16:creationId xmlns:a16="http://schemas.microsoft.com/office/drawing/2014/main" id="{99F59633-1DF9-3730-851A-61003ADDB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1" name="Ellipse 440">
            <a:extLst>
              <a:ext uri="{FF2B5EF4-FFF2-40B4-BE49-F238E27FC236}">
                <a16:creationId xmlns:a16="http://schemas.microsoft.com/office/drawing/2014/main" id="{31B2067F-AB97-F4CE-49F4-78334ACCBE09}"/>
              </a:ext>
            </a:extLst>
          </p:cNvPr>
          <p:cNvSpPr/>
          <p:nvPr/>
        </p:nvSpPr>
        <p:spPr>
          <a:xfrm>
            <a:off x="6131904" y="300574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2" name="Ellipse 441">
            <a:extLst>
              <a:ext uri="{FF2B5EF4-FFF2-40B4-BE49-F238E27FC236}">
                <a16:creationId xmlns:a16="http://schemas.microsoft.com/office/drawing/2014/main" id="{E2AD34D2-176A-FFA8-4978-C218270EC79F}"/>
              </a:ext>
            </a:extLst>
          </p:cNvPr>
          <p:cNvSpPr/>
          <p:nvPr/>
        </p:nvSpPr>
        <p:spPr>
          <a:xfrm>
            <a:off x="6464007" y="300940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6" name="Gruppieren 445">
            <a:extLst>
              <a:ext uri="{FF2B5EF4-FFF2-40B4-BE49-F238E27FC236}">
                <a16:creationId xmlns:a16="http://schemas.microsoft.com/office/drawing/2014/main" id="{2A1647AC-6E31-0BCE-4496-AC0585503FA5}"/>
              </a:ext>
            </a:extLst>
          </p:cNvPr>
          <p:cNvGrpSpPr/>
          <p:nvPr/>
        </p:nvGrpSpPr>
        <p:grpSpPr>
          <a:xfrm rot="10800000">
            <a:off x="7442450" y="2608161"/>
            <a:ext cx="69580" cy="193454"/>
            <a:chOff x="2849757" y="2999802"/>
            <a:chExt cx="69580" cy="193454"/>
          </a:xfrm>
        </p:grpSpPr>
        <p:sp>
          <p:nvSpPr>
            <p:cNvPr id="447" name="Rechteck 446">
              <a:extLst>
                <a:ext uri="{FF2B5EF4-FFF2-40B4-BE49-F238E27FC236}">
                  <a16:creationId xmlns:a16="http://schemas.microsoft.com/office/drawing/2014/main" id="{9700959E-E259-6715-FAB9-614A97605CEC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8FDCD703-6110-D182-46D7-F56DE32B4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4" name="Ellipse 453">
            <a:extLst>
              <a:ext uri="{FF2B5EF4-FFF2-40B4-BE49-F238E27FC236}">
                <a16:creationId xmlns:a16="http://schemas.microsoft.com/office/drawing/2014/main" id="{F5AC4FC0-002D-8324-EB04-802F2831ED7B}"/>
              </a:ext>
            </a:extLst>
          </p:cNvPr>
          <p:cNvSpPr/>
          <p:nvPr/>
        </p:nvSpPr>
        <p:spPr>
          <a:xfrm>
            <a:off x="9445283" y="271955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0" name="Rechteck 459">
            <a:extLst>
              <a:ext uri="{FF2B5EF4-FFF2-40B4-BE49-F238E27FC236}">
                <a16:creationId xmlns:a16="http://schemas.microsoft.com/office/drawing/2014/main" id="{5CB04050-69CD-84D9-4A18-1FC1ECBB6BFE}"/>
              </a:ext>
            </a:extLst>
          </p:cNvPr>
          <p:cNvSpPr/>
          <p:nvPr/>
        </p:nvSpPr>
        <p:spPr>
          <a:xfrm>
            <a:off x="5323006" y="3995754"/>
            <a:ext cx="772994" cy="5281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endParaRPr lang="de-DE" sz="800" dirty="0"/>
          </a:p>
          <a:p>
            <a:pPr algn="ctr"/>
            <a:r>
              <a:rPr lang="de-DE" sz="800" dirty="0" err="1"/>
              <a:t>Tinning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cxnSp>
        <p:nvCxnSpPr>
          <p:cNvPr id="461" name="Verbinder: gekrümmt 460">
            <a:extLst>
              <a:ext uri="{FF2B5EF4-FFF2-40B4-BE49-F238E27FC236}">
                <a16:creationId xmlns:a16="http://schemas.microsoft.com/office/drawing/2014/main" id="{EE5F864C-5000-50A7-1D5F-78EA74544B6B}"/>
              </a:ext>
            </a:extLst>
          </p:cNvPr>
          <p:cNvCxnSpPr>
            <a:cxnSpLocks/>
            <a:stCxn id="460" idx="1"/>
            <a:endCxn id="136" idx="1"/>
          </p:cNvCxnSpPr>
          <p:nvPr/>
        </p:nvCxnSpPr>
        <p:spPr>
          <a:xfrm rot="10800000">
            <a:off x="4707730" y="3737898"/>
            <a:ext cx="615276" cy="521916"/>
          </a:xfrm>
          <a:prstGeom prst="curvedConnector4">
            <a:avLst>
              <a:gd name="adj1" fmla="val 41910"/>
              <a:gd name="adj2" fmla="val 3891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2" name="Rechteck 401">
            <a:extLst>
              <a:ext uri="{FF2B5EF4-FFF2-40B4-BE49-F238E27FC236}">
                <a16:creationId xmlns:a16="http://schemas.microsoft.com/office/drawing/2014/main" id="{A65D4B45-8A83-9CE7-4A5C-EED89F649B14}"/>
              </a:ext>
            </a:extLst>
          </p:cNvPr>
          <p:cNvSpPr/>
          <p:nvPr/>
        </p:nvSpPr>
        <p:spPr>
          <a:xfrm>
            <a:off x="4732465" y="4159190"/>
            <a:ext cx="494459" cy="39017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700" dirty="0" err="1"/>
              <a:t>Induction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/>
              <a:t>Generator</a:t>
            </a:r>
          </a:p>
        </p:txBody>
      </p:sp>
      <p:sp>
        <p:nvSpPr>
          <p:cNvPr id="472" name="Rechteck 471">
            <a:extLst>
              <a:ext uri="{FF2B5EF4-FFF2-40B4-BE49-F238E27FC236}">
                <a16:creationId xmlns:a16="http://schemas.microsoft.com/office/drawing/2014/main" id="{FD662F30-7903-3348-71B3-C71F0C489285}"/>
              </a:ext>
            </a:extLst>
          </p:cNvPr>
          <p:cNvSpPr/>
          <p:nvPr/>
        </p:nvSpPr>
        <p:spPr>
          <a:xfrm rot="5400000">
            <a:off x="1501336" y="3193316"/>
            <a:ext cx="934369" cy="1124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3" name="Rechteck 472">
            <a:extLst>
              <a:ext uri="{FF2B5EF4-FFF2-40B4-BE49-F238E27FC236}">
                <a16:creationId xmlns:a16="http://schemas.microsoft.com/office/drawing/2014/main" id="{9EA871F1-F50A-A442-AC51-D4BA6BD072B2}"/>
              </a:ext>
            </a:extLst>
          </p:cNvPr>
          <p:cNvSpPr/>
          <p:nvPr/>
        </p:nvSpPr>
        <p:spPr>
          <a:xfrm>
            <a:off x="2172259" y="3276299"/>
            <a:ext cx="167360" cy="161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4" name="Rechteck 473">
            <a:extLst>
              <a:ext uri="{FF2B5EF4-FFF2-40B4-BE49-F238E27FC236}">
                <a16:creationId xmlns:a16="http://schemas.microsoft.com/office/drawing/2014/main" id="{08FAC818-A392-1423-3D79-4D4C7058E8C7}"/>
              </a:ext>
            </a:extLst>
          </p:cNvPr>
          <p:cNvSpPr/>
          <p:nvPr/>
        </p:nvSpPr>
        <p:spPr>
          <a:xfrm rot="10800000">
            <a:off x="1835983" y="3313408"/>
            <a:ext cx="467198" cy="604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5" name="Rechteck 474">
            <a:extLst>
              <a:ext uri="{FF2B5EF4-FFF2-40B4-BE49-F238E27FC236}">
                <a16:creationId xmlns:a16="http://schemas.microsoft.com/office/drawing/2014/main" id="{74CB3B32-EAFB-0256-04BD-ADC614E4AACA}"/>
              </a:ext>
            </a:extLst>
          </p:cNvPr>
          <p:cNvSpPr/>
          <p:nvPr/>
        </p:nvSpPr>
        <p:spPr>
          <a:xfrm rot="5400000">
            <a:off x="1722342" y="3840866"/>
            <a:ext cx="1442046" cy="10128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8" name="Titel 1">
            <a:extLst>
              <a:ext uri="{FF2B5EF4-FFF2-40B4-BE49-F238E27FC236}">
                <a16:creationId xmlns:a16="http://schemas.microsoft.com/office/drawing/2014/main" id="{C1D2364C-317E-B1C0-DE44-BCCE3DCDB1DD}"/>
              </a:ext>
            </a:extLst>
          </p:cNvPr>
          <p:cNvSpPr txBox="1">
            <a:spLocks/>
          </p:cNvSpPr>
          <p:nvPr/>
        </p:nvSpPr>
        <p:spPr>
          <a:xfrm>
            <a:off x="4047226" y="130021"/>
            <a:ext cx="2771963" cy="265716"/>
          </a:xfrm>
          <a:prstGeom prst="rect">
            <a:avLst/>
          </a:prstGeom>
        </p:spPr>
        <p:txBody>
          <a:bodyPr anchor="t"/>
          <a:lstStyle>
            <a:lvl1pPr algn="ctr" defTabSz="457200" rtl="0" eaLnBrk="1" latinLnBrk="0" hangingPunct="1">
              <a:spcBef>
                <a:spcPct val="0"/>
              </a:spcBef>
              <a:buNone/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sz="1100" b="1" dirty="0">
                <a:latin typeface="+mj-lt"/>
              </a:rPr>
              <a:t>Layout linear / Version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326FF66-39C1-84C7-F112-DFFEDDA046F4}"/>
              </a:ext>
            </a:extLst>
          </p:cNvPr>
          <p:cNvSpPr/>
          <p:nvPr/>
        </p:nvSpPr>
        <p:spPr>
          <a:xfrm rot="5400000">
            <a:off x="11357904" y="2037965"/>
            <a:ext cx="864000" cy="43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4" name="Grafik 203">
            <a:extLst>
              <a:ext uri="{FF2B5EF4-FFF2-40B4-BE49-F238E27FC236}">
                <a16:creationId xmlns:a16="http://schemas.microsoft.com/office/drawing/2014/main" id="{39814D31-C871-20EF-470F-FA01ED2713E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408046">
            <a:off x="10224219" y="2565658"/>
            <a:ext cx="1181531" cy="83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4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hteck 458">
            <a:extLst>
              <a:ext uri="{FF2B5EF4-FFF2-40B4-BE49-F238E27FC236}">
                <a16:creationId xmlns:a16="http://schemas.microsoft.com/office/drawing/2014/main" id="{D56016DB-7E6B-D9F1-3910-F0EB645996BC}"/>
              </a:ext>
            </a:extLst>
          </p:cNvPr>
          <p:cNvSpPr/>
          <p:nvPr/>
        </p:nvSpPr>
        <p:spPr>
          <a:xfrm rot="5400000">
            <a:off x="4991838" y="2430989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8998BC4-3921-71D4-CB4C-DB6A5A41E338}"/>
              </a:ext>
            </a:extLst>
          </p:cNvPr>
          <p:cNvSpPr/>
          <p:nvPr/>
        </p:nvSpPr>
        <p:spPr>
          <a:xfrm rot="10800000">
            <a:off x="9413483" y="1713541"/>
            <a:ext cx="1070066" cy="10445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5" name="Ellipse 454">
            <a:extLst>
              <a:ext uri="{FF2B5EF4-FFF2-40B4-BE49-F238E27FC236}">
                <a16:creationId xmlns:a16="http://schemas.microsoft.com/office/drawing/2014/main" id="{B108B3B8-6FBF-5557-76A0-4367769AC4A7}"/>
              </a:ext>
            </a:extLst>
          </p:cNvPr>
          <p:cNvSpPr/>
          <p:nvPr/>
        </p:nvSpPr>
        <p:spPr>
          <a:xfrm>
            <a:off x="9495769" y="299807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3" name="Ellipse 452">
            <a:extLst>
              <a:ext uri="{FF2B5EF4-FFF2-40B4-BE49-F238E27FC236}">
                <a16:creationId xmlns:a16="http://schemas.microsoft.com/office/drawing/2014/main" id="{6B988D60-903B-86C3-C72C-33B5A4AD2405}"/>
              </a:ext>
            </a:extLst>
          </p:cNvPr>
          <p:cNvSpPr/>
          <p:nvPr/>
        </p:nvSpPr>
        <p:spPr>
          <a:xfrm>
            <a:off x="8126402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2" name="Ellipse 451">
            <a:extLst>
              <a:ext uri="{FF2B5EF4-FFF2-40B4-BE49-F238E27FC236}">
                <a16:creationId xmlns:a16="http://schemas.microsoft.com/office/drawing/2014/main" id="{0F9E84E8-0A56-B5A9-3ACC-D8C0D686C561}"/>
              </a:ext>
            </a:extLst>
          </p:cNvPr>
          <p:cNvSpPr/>
          <p:nvPr/>
        </p:nvSpPr>
        <p:spPr>
          <a:xfrm>
            <a:off x="7795630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9" name="Gruppieren 448">
            <a:extLst>
              <a:ext uri="{FF2B5EF4-FFF2-40B4-BE49-F238E27FC236}">
                <a16:creationId xmlns:a16="http://schemas.microsoft.com/office/drawing/2014/main" id="{FEE0D7B8-7537-8DED-1928-4893477DDE15}"/>
              </a:ext>
            </a:extLst>
          </p:cNvPr>
          <p:cNvGrpSpPr/>
          <p:nvPr/>
        </p:nvGrpSpPr>
        <p:grpSpPr>
          <a:xfrm rot="10800000">
            <a:off x="7470723" y="2608161"/>
            <a:ext cx="69580" cy="193454"/>
            <a:chOff x="2849757" y="2999802"/>
            <a:chExt cx="69580" cy="193454"/>
          </a:xfrm>
        </p:grpSpPr>
        <p:sp>
          <p:nvSpPr>
            <p:cNvPr id="450" name="Rechteck 449">
              <a:extLst>
                <a:ext uri="{FF2B5EF4-FFF2-40B4-BE49-F238E27FC236}">
                  <a16:creationId xmlns:a16="http://schemas.microsoft.com/office/drawing/2014/main" id="{005739C7-7F74-7829-DAF1-1666F81B13FD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15B2EECA-64B2-9193-BA70-3AB15E1A2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Gruppieren 442">
            <a:extLst>
              <a:ext uri="{FF2B5EF4-FFF2-40B4-BE49-F238E27FC236}">
                <a16:creationId xmlns:a16="http://schemas.microsoft.com/office/drawing/2014/main" id="{8DCFAD51-652D-34FA-96C0-4F151F44461C}"/>
              </a:ext>
            </a:extLst>
          </p:cNvPr>
          <p:cNvGrpSpPr/>
          <p:nvPr/>
        </p:nvGrpSpPr>
        <p:grpSpPr>
          <a:xfrm rot="10800000">
            <a:off x="6171584" y="2609785"/>
            <a:ext cx="69580" cy="193454"/>
            <a:chOff x="2849757" y="2999802"/>
            <a:chExt cx="69580" cy="193454"/>
          </a:xfrm>
        </p:grpSpPr>
        <p:sp>
          <p:nvSpPr>
            <p:cNvPr id="444" name="Rechteck 443">
              <a:extLst>
                <a:ext uri="{FF2B5EF4-FFF2-40B4-BE49-F238E27FC236}">
                  <a16:creationId xmlns:a16="http://schemas.microsoft.com/office/drawing/2014/main" id="{FF747A45-0BFA-0A16-D62E-F70D98595F1B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5" name="Gerade Verbindung mit Pfeil 444">
              <a:extLst>
                <a:ext uri="{FF2B5EF4-FFF2-40B4-BE49-F238E27FC236}">
                  <a16:creationId xmlns:a16="http://schemas.microsoft.com/office/drawing/2014/main" id="{27E54FC0-AE8A-2F82-C204-38A04B0F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8" name="Ellipse 437">
            <a:extLst>
              <a:ext uri="{FF2B5EF4-FFF2-40B4-BE49-F238E27FC236}">
                <a16:creationId xmlns:a16="http://schemas.microsoft.com/office/drawing/2014/main" id="{1A72A9C7-4B58-F3B1-815A-2C9879596295}"/>
              </a:ext>
            </a:extLst>
          </p:cNvPr>
          <p:cNvSpPr/>
          <p:nvPr/>
        </p:nvSpPr>
        <p:spPr>
          <a:xfrm>
            <a:off x="4828614" y="2996170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9" name="Ellipse 438">
            <a:extLst>
              <a:ext uri="{FF2B5EF4-FFF2-40B4-BE49-F238E27FC236}">
                <a16:creationId xmlns:a16="http://schemas.microsoft.com/office/drawing/2014/main" id="{031347A9-470E-5A2F-0CC7-190CD1065F91}"/>
              </a:ext>
            </a:extLst>
          </p:cNvPr>
          <p:cNvSpPr/>
          <p:nvPr/>
        </p:nvSpPr>
        <p:spPr>
          <a:xfrm>
            <a:off x="449378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5" name="Gruppieren 434">
            <a:extLst>
              <a:ext uri="{FF2B5EF4-FFF2-40B4-BE49-F238E27FC236}">
                <a16:creationId xmlns:a16="http://schemas.microsoft.com/office/drawing/2014/main" id="{9F52DBC8-0273-2A18-8576-B8A996B7A106}"/>
              </a:ext>
            </a:extLst>
          </p:cNvPr>
          <p:cNvGrpSpPr/>
          <p:nvPr/>
        </p:nvGrpSpPr>
        <p:grpSpPr>
          <a:xfrm>
            <a:off x="4177614" y="2993789"/>
            <a:ext cx="69580" cy="193454"/>
            <a:chOff x="2849757" y="2999802"/>
            <a:chExt cx="69580" cy="193454"/>
          </a:xfrm>
        </p:grpSpPr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9BA7E1A2-4B34-531E-F75D-E2413EAB2F5A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7" name="Gerade Verbindung mit Pfeil 436">
              <a:extLst>
                <a:ext uri="{FF2B5EF4-FFF2-40B4-BE49-F238E27FC236}">
                  <a16:creationId xmlns:a16="http://schemas.microsoft.com/office/drawing/2014/main" id="{43DCC557-25D4-CBE2-CF45-0396F6CB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4" name="Ellipse 433">
            <a:extLst>
              <a:ext uri="{FF2B5EF4-FFF2-40B4-BE49-F238E27FC236}">
                <a16:creationId xmlns:a16="http://schemas.microsoft.com/office/drawing/2014/main" id="{DD74DF63-9DFC-378C-AB35-9BC15F46C3E9}"/>
              </a:ext>
            </a:extLst>
          </p:cNvPr>
          <p:cNvSpPr/>
          <p:nvPr/>
        </p:nvSpPr>
        <p:spPr>
          <a:xfrm>
            <a:off x="252115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3" name="Ellipse 422">
            <a:extLst>
              <a:ext uri="{FF2B5EF4-FFF2-40B4-BE49-F238E27FC236}">
                <a16:creationId xmlns:a16="http://schemas.microsoft.com/office/drawing/2014/main" id="{5BF27D1F-6628-8AAA-CEAB-3EA3D6986126}"/>
              </a:ext>
            </a:extLst>
          </p:cNvPr>
          <p:cNvSpPr/>
          <p:nvPr/>
        </p:nvSpPr>
        <p:spPr>
          <a:xfrm>
            <a:off x="2205364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88FA469-4905-4CE8-826B-317175BFEEBA}"/>
              </a:ext>
            </a:extLst>
          </p:cNvPr>
          <p:cNvSpPr/>
          <p:nvPr/>
        </p:nvSpPr>
        <p:spPr>
          <a:xfrm>
            <a:off x="395983" y="4768562"/>
            <a:ext cx="1440000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A4DFE79B-90C9-FD6C-1192-F38EEE6D64D0}"/>
              </a:ext>
            </a:extLst>
          </p:cNvPr>
          <p:cNvSpPr/>
          <p:nvPr/>
        </p:nvSpPr>
        <p:spPr>
          <a:xfrm rot="5400000">
            <a:off x="9159729" y="3261136"/>
            <a:ext cx="983685" cy="6808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1773F86C-0E1B-BEE9-6FF2-9322F527A39F}"/>
              </a:ext>
            </a:extLst>
          </p:cNvPr>
          <p:cNvSpPr/>
          <p:nvPr/>
        </p:nvSpPr>
        <p:spPr>
          <a:xfrm rot="5400000">
            <a:off x="10189232" y="2706643"/>
            <a:ext cx="446463" cy="5828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AF3910DC-0D2F-3CCF-C4B7-7B7B2188DB45}"/>
              </a:ext>
            </a:extLst>
          </p:cNvPr>
          <p:cNvSpPr/>
          <p:nvPr/>
        </p:nvSpPr>
        <p:spPr>
          <a:xfrm rot="5400000">
            <a:off x="9257507" y="2037785"/>
            <a:ext cx="863639" cy="43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Rechteck 251">
            <a:extLst>
              <a:ext uri="{FF2B5EF4-FFF2-40B4-BE49-F238E27FC236}">
                <a16:creationId xmlns:a16="http://schemas.microsoft.com/office/drawing/2014/main" id="{759DC640-E30D-139A-32FB-1B5FC731EF8F}"/>
              </a:ext>
            </a:extLst>
          </p:cNvPr>
          <p:cNvSpPr/>
          <p:nvPr/>
        </p:nvSpPr>
        <p:spPr>
          <a:xfrm rot="5400000">
            <a:off x="8276899" y="3121006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B62A2A78-989D-41C7-0BAE-3FCC7BA74364}"/>
              </a:ext>
            </a:extLst>
          </p:cNvPr>
          <p:cNvSpPr/>
          <p:nvPr/>
        </p:nvSpPr>
        <p:spPr>
          <a:xfrm rot="5400000">
            <a:off x="5671434" y="3121407"/>
            <a:ext cx="427241" cy="3106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1AD31DD-704D-78FE-109A-3DF08A18C6B3}"/>
              </a:ext>
            </a:extLst>
          </p:cNvPr>
          <p:cNvSpPr/>
          <p:nvPr/>
        </p:nvSpPr>
        <p:spPr>
          <a:xfrm rot="5400000">
            <a:off x="4958109" y="1733206"/>
            <a:ext cx="1416563" cy="6601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0D35D68-041B-04B2-8389-3F1AE8A56C1F}"/>
              </a:ext>
            </a:extLst>
          </p:cNvPr>
          <p:cNvSpPr/>
          <p:nvPr/>
        </p:nvSpPr>
        <p:spPr>
          <a:xfrm rot="5400000">
            <a:off x="4950587" y="1933802"/>
            <a:ext cx="1218415" cy="3792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96ED78E7-BB42-51B5-1465-DD4487E13C40}"/>
              </a:ext>
            </a:extLst>
          </p:cNvPr>
          <p:cNvSpPr/>
          <p:nvPr/>
        </p:nvSpPr>
        <p:spPr>
          <a:xfrm>
            <a:off x="1785608" y="2819901"/>
            <a:ext cx="8206391" cy="1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B38364BA-B878-38A4-5D7D-1C74AD4F112C}"/>
              </a:ext>
            </a:extLst>
          </p:cNvPr>
          <p:cNvSpPr/>
          <p:nvPr/>
        </p:nvSpPr>
        <p:spPr>
          <a:xfrm rot="5400000">
            <a:off x="1560536" y="1684351"/>
            <a:ext cx="1404036" cy="7453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50C243E3-42B2-4F0B-34DC-2CCF688341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6740" y="1069909"/>
            <a:ext cx="782808" cy="1285331"/>
          </a:xfrm>
          <a:prstGeom prst="rect">
            <a:avLst/>
          </a:prstGeom>
        </p:spPr>
      </p:pic>
      <p:sp>
        <p:nvSpPr>
          <p:cNvPr id="109" name="Rechteck 108">
            <a:extLst>
              <a:ext uri="{FF2B5EF4-FFF2-40B4-BE49-F238E27FC236}">
                <a16:creationId xmlns:a16="http://schemas.microsoft.com/office/drawing/2014/main" id="{D6BE3DC5-2F9C-3597-3B5D-75EAB6AD6AA2}"/>
              </a:ext>
            </a:extLst>
          </p:cNvPr>
          <p:cNvSpPr/>
          <p:nvPr/>
        </p:nvSpPr>
        <p:spPr>
          <a:xfrm rot="5400000">
            <a:off x="1124230" y="4082492"/>
            <a:ext cx="2389952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9A83A0-11B2-7FB8-5140-7F38FB85F34B}"/>
              </a:ext>
            </a:extLst>
          </p:cNvPr>
          <p:cNvSpPr/>
          <p:nvPr/>
        </p:nvSpPr>
        <p:spPr>
          <a:xfrm rot="16200000">
            <a:off x="1959506" y="4933321"/>
            <a:ext cx="800775" cy="3272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Cuting</a:t>
            </a:r>
            <a:endParaRPr lang="de-DE" sz="11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74141EE-041C-6888-7573-D41952B95829}"/>
              </a:ext>
            </a:extLst>
          </p:cNvPr>
          <p:cNvCxnSpPr>
            <a:cxnSpLocks/>
          </p:cNvCxnSpPr>
          <p:nvPr/>
        </p:nvCxnSpPr>
        <p:spPr>
          <a:xfrm flipV="1">
            <a:off x="2240326" y="5479822"/>
            <a:ext cx="0" cy="800328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ylinder 53">
            <a:extLst>
              <a:ext uri="{FF2B5EF4-FFF2-40B4-BE49-F238E27FC236}">
                <a16:creationId xmlns:a16="http://schemas.microsoft.com/office/drawing/2014/main" id="{E2EB6F2D-00D9-D8CB-B3C9-73FF6DADAC42}"/>
              </a:ext>
            </a:extLst>
          </p:cNvPr>
          <p:cNvSpPr/>
          <p:nvPr/>
        </p:nvSpPr>
        <p:spPr>
          <a:xfrm>
            <a:off x="633685" y="5274144"/>
            <a:ext cx="953245" cy="1104312"/>
          </a:xfrm>
          <a:prstGeom prst="can">
            <a:avLst>
              <a:gd name="adj" fmla="val 9961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238203A-4650-9AAB-ACB9-FE6310B2159C}"/>
              </a:ext>
            </a:extLst>
          </p:cNvPr>
          <p:cNvGrpSpPr/>
          <p:nvPr/>
        </p:nvGrpSpPr>
        <p:grpSpPr>
          <a:xfrm>
            <a:off x="2180023" y="2796091"/>
            <a:ext cx="75705" cy="277927"/>
            <a:chOff x="3476670" y="3647733"/>
            <a:chExt cx="75705" cy="27792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B5C822E-7479-CEFE-DB0C-191246EB95D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Verbinder: gekrümmt 61">
              <a:extLst>
                <a:ext uri="{FF2B5EF4-FFF2-40B4-BE49-F238E27FC236}">
                  <a16:creationId xmlns:a16="http://schemas.microsoft.com/office/drawing/2014/main" id="{C03C96CB-BFF3-4FB1-4C39-550F989859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6B6D27A3-97EE-81E1-FD89-1CE23B5EEB88}"/>
              </a:ext>
            </a:extLst>
          </p:cNvPr>
          <p:cNvGrpSpPr/>
          <p:nvPr/>
        </p:nvGrpSpPr>
        <p:grpSpPr>
          <a:xfrm rot="10800000" flipH="1">
            <a:off x="2222038" y="3152798"/>
            <a:ext cx="22754" cy="1472726"/>
            <a:chOff x="6851814" y="1766023"/>
            <a:chExt cx="78569" cy="2068826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E344AD0-9A79-E3C1-EC0E-8EC950451355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6E3495E2-4F5E-64AD-719A-D351370371C6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034C1B35-E88A-275E-719D-EC942D4D9B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F22D2757-CC97-BB76-91D5-D118AD26FC75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B1B9FEB-0975-C089-65F7-E7CAB19BAD4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88F6367B-CBAA-07F7-88D0-4ACF42B47219}"/>
              </a:ext>
            </a:extLst>
          </p:cNvPr>
          <p:cNvGrpSpPr/>
          <p:nvPr/>
        </p:nvGrpSpPr>
        <p:grpSpPr>
          <a:xfrm>
            <a:off x="2501924" y="2795908"/>
            <a:ext cx="75705" cy="277927"/>
            <a:chOff x="3476670" y="3647733"/>
            <a:chExt cx="75705" cy="277927"/>
          </a:xfrm>
        </p:grpSpPr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4D24A9C9-2FAD-4909-FE51-49F8A9B2A4F2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Verbinder: gekrümmt 79">
              <a:extLst>
                <a:ext uri="{FF2B5EF4-FFF2-40B4-BE49-F238E27FC236}">
                  <a16:creationId xmlns:a16="http://schemas.microsoft.com/office/drawing/2014/main" id="{16054D7C-94C1-1760-1E08-2088E59C4D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E58F645D-9B46-481B-3807-1CF991C3F52B}"/>
              </a:ext>
            </a:extLst>
          </p:cNvPr>
          <p:cNvGrpSpPr/>
          <p:nvPr/>
        </p:nvGrpSpPr>
        <p:grpSpPr>
          <a:xfrm>
            <a:off x="2822492" y="2811273"/>
            <a:ext cx="75705" cy="277927"/>
            <a:chOff x="3476670" y="3647733"/>
            <a:chExt cx="75705" cy="277927"/>
          </a:xfrm>
        </p:grpSpPr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AB022BFC-6A4A-9B92-08A6-EF4D4594245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3" name="Verbinder: gekrümmt 82">
              <a:extLst>
                <a:ext uri="{FF2B5EF4-FFF2-40B4-BE49-F238E27FC236}">
                  <a16:creationId xmlns:a16="http://schemas.microsoft.com/office/drawing/2014/main" id="{E7704BA5-4314-4EF6-1A32-E3CE2891EB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FE4E41C9-636D-234F-8F01-F6D9CBEA3B1F}"/>
              </a:ext>
            </a:extLst>
          </p:cNvPr>
          <p:cNvGrpSpPr/>
          <p:nvPr/>
        </p:nvGrpSpPr>
        <p:grpSpPr>
          <a:xfrm>
            <a:off x="3142888" y="2806402"/>
            <a:ext cx="75705" cy="277927"/>
            <a:chOff x="3476670" y="3647733"/>
            <a:chExt cx="75705" cy="277927"/>
          </a:xfrm>
        </p:grpSpPr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287C2BA7-B453-CFD1-D5DF-7A33A7AF50E4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6" name="Verbinder: gekrümmt 85">
              <a:extLst>
                <a:ext uri="{FF2B5EF4-FFF2-40B4-BE49-F238E27FC236}">
                  <a16:creationId xmlns:a16="http://schemas.microsoft.com/office/drawing/2014/main" id="{21603F25-B21F-8390-A794-6F6846A530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FFAEDE89-A8EE-8864-D0AF-DB580CBB7328}"/>
              </a:ext>
            </a:extLst>
          </p:cNvPr>
          <p:cNvGrpSpPr/>
          <p:nvPr/>
        </p:nvGrpSpPr>
        <p:grpSpPr>
          <a:xfrm>
            <a:off x="3477218" y="2744492"/>
            <a:ext cx="75705" cy="277927"/>
            <a:chOff x="3476670" y="3647733"/>
            <a:chExt cx="75705" cy="277927"/>
          </a:xfrm>
        </p:grpSpPr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D9CE541E-5E87-951F-C986-30A4F2AD2A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9" name="Verbinder: gekrümmt 88">
              <a:extLst>
                <a:ext uri="{FF2B5EF4-FFF2-40B4-BE49-F238E27FC236}">
                  <a16:creationId xmlns:a16="http://schemas.microsoft.com/office/drawing/2014/main" id="{775CE08C-AC64-509E-EE33-5410DE4585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9925675-B7F3-852C-6300-91727BAB5A08}"/>
              </a:ext>
            </a:extLst>
          </p:cNvPr>
          <p:cNvGrpSpPr/>
          <p:nvPr/>
        </p:nvGrpSpPr>
        <p:grpSpPr>
          <a:xfrm>
            <a:off x="3811693" y="2806403"/>
            <a:ext cx="75705" cy="277927"/>
            <a:chOff x="3476670" y="3647733"/>
            <a:chExt cx="75705" cy="277927"/>
          </a:xfrm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07A5480-0719-B44F-F948-558EE11D050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2" name="Verbinder: gekrümmt 91">
              <a:extLst>
                <a:ext uri="{FF2B5EF4-FFF2-40B4-BE49-F238E27FC236}">
                  <a16:creationId xmlns:a16="http://schemas.microsoft.com/office/drawing/2014/main" id="{83164723-05E8-EF79-E1B4-557DF15028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FA33E9D9-053F-A0EA-2C67-3E409B728B07}"/>
              </a:ext>
            </a:extLst>
          </p:cNvPr>
          <p:cNvGrpSpPr/>
          <p:nvPr/>
        </p:nvGrpSpPr>
        <p:grpSpPr>
          <a:xfrm>
            <a:off x="4145951" y="2808958"/>
            <a:ext cx="75705" cy="277927"/>
            <a:chOff x="3476670" y="3647733"/>
            <a:chExt cx="75705" cy="277927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81060DFB-E3C7-C362-81F2-1D1F056C67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5" name="Verbinder: gekrümmt 94">
              <a:extLst>
                <a:ext uri="{FF2B5EF4-FFF2-40B4-BE49-F238E27FC236}">
                  <a16:creationId xmlns:a16="http://schemas.microsoft.com/office/drawing/2014/main" id="{1FBB9258-637E-2420-9B55-11C069C7E7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B359BEE-4999-D354-544F-1C3A4E49B9FB}"/>
              </a:ext>
            </a:extLst>
          </p:cNvPr>
          <p:cNvGrpSpPr/>
          <p:nvPr/>
        </p:nvGrpSpPr>
        <p:grpSpPr>
          <a:xfrm>
            <a:off x="4474134" y="2806403"/>
            <a:ext cx="75705" cy="277927"/>
            <a:chOff x="3476670" y="3647733"/>
            <a:chExt cx="75705" cy="277927"/>
          </a:xfrm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F4070B80-E2B9-B6A3-E425-DE173946F27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Verbinder: gekrümmt 97">
              <a:extLst>
                <a:ext uri="{FF2B5EF4-FFF2-40B4-BE49-F238E27FC236}">
                  <a16:creationId xmlns:a16="http://schemas.microsoft.com/office/drawing/2014/main" id="{B5B0E973-DB24-DEE3-8B06-2A2037DAE9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F3A2BB2D-208D-F1D6-F4B3-51DD92AEA4AD}"/>
              </a:ext>
            </a:extLst>
          </p:cNvPr>
          <p:cNvGrpSpPr/>
          <p:nvPr/>
        </p:nvGrpSpPr>
        <p:grpSpPr>
          <a:xfrm rot="10800000">
            <a:off x="6842814" y="2768267"/>
            <a:ext cx="75705" cy="277927"/>
            <a:chOff x="3476670" y="3647733"/>
            <a:chExt cx="75705" cy="277927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5181A6FC-EC0D-BC75-4759-C6F2D17E5EC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7" name="Verbinder: gekrümmt 106">
              <a:extLst>
                <a:ext uri="{FF2B5EF4-FFF2-40B4-BE49-F238E27FC236}">
                  <a16:creationId xmlns:a16="http://schemas.microsoft.com/office/drawing/2014/main" id="{8EC2ED03-122C-C069-0894-F375B80A2A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11" name="Flussdiagramm: Datenträger mit direktem Zugriff 110">
            <a:extLst>
              <a:ext uri="{FF2B5EF4-FFF2-40B4-BE49-F238E27FC236}">
                <a16:creationId xmlns:a16="http://schemas.microsoft.com/office/drawing/2014/main" id="{CA65ADE4-1B8E-0543-30F2-857A357F8680}"/>
              </a:ext>
            </a:extLst>
          </p:cNvPr>
          <p:cNvSpPr/>
          <p:nvPr/>
        </p:nvSpPr>
        <p:spPr>
          <a:xfrm rot="19835810">
            <a:off x="2211608" y="14984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Flussdiagramm: Datenträger mit direktem Zugriff 111">
            <a:extLst>
              <a:ext uri="{FF2B5EF4-FFF2-40B4-BE49-F238E27FC236}">
                <a16:creationId xmlns:a16="http://schemas.microsoft.com/office/drawing/2014/main" id="{60B69C78-FF0E-6FE3-845D-9775CA99A1B9}"/>
              </a:ext>
            </a:extLst>
          </p:cNvPr>
          <p:cNvSpPr/>
          <p:nvPr/>
        </p:nvSpPr>
        <p:spPr>
          <a:xfrm rot="19835810">
            <a:off x="2237271" y="157689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Flussdiagramm: Datenträger mit direktem Zugriff 112">
            <a:extLst>
              <a:ext uri="{FF2B5EF4-FFF2-40B4-BE49-F238E27FC236}">
                <a16:creationId xmlns:a16="http://schemas.microsoft.com/office/drawing/2014/main" id="{4527F419-717C-3EB0-CA71-89527FE26813}"/>
              </a:ext>
            </a:extLst>
          </p:cNvPr>
          <p:cNvSpPr/>
          <p:nvPr/>
        </p:nvSpPr>
        <p:spPr>
          <a:xfrm rot="3152920">
            <a:off x="2154603" y="158857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Flussdiagramm: Datenträger mit direktem Zugriff 113">
            <a:extLst>
              <a:ext uri="{FF2B5EF4-FFF2-40B4-BE49-F238E27FC236}">
                <a16:creationId xmlns:a16="http://schemas.microsoft.com/office/drawing/2014/main" id="{3A22D148-7D54-B80E-7768-558A6FF76025}"/>
              </a:ext>
            </a:extLst>
          </p:cNvPr>
          <p:cNvSpPr/>
          <p:nvPr/>
        </p:nvSpPr>
        <p:spPr>
          <a:xfrm rot="3152920">
            <a:off x="2246868" y="14124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Flussdiagramm: Datenträger mit direktem Zugriff 114">
            <a:extLst>
              <a:ext uri="{FF2B5EF4-FFF2-40B4-BE49-F238E27FC236}">
                <a16:creationId xmlns:a16="http://schemas.microsoft.com/office/drawing/2014/main" id="{C7CDF857-FD2A-5A87-9D50-BC61302A5210}"/>
              </a:ext>
            </a:extLst>
          </p:cNvPr>
          <p:cNvSpPr/>
          <p:nvPr/>
        </p:nvSpPr>
        <p:spPr>
          <a:xfrm rot="1182316">
            <a:off x="2194140" y="166949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Flussdiagramm: Datenträger mit direktem Zugriff 115">
            <a:extLst>
              <a:ext uri="{FF2B5EF4-FFF2-40B4-BE49-F238E27FC236}">
                <a16:creationId xmlns:a16="http://schemas.microsoft.com/office/drawing/2014/main" id="{31AE4DCA-3F86-C86F-78B9-54B705AEF539}"/>
              </a:ext>
            </a:extLst>
          </p:cNvPr>
          <p:cNvSpPr/>
          <p:nvPr/>
        </p:nvSpPr>
        <p:spPr>
          <a:xfrm rot="1182316">
            <a:off x="2166662" y="141720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Flussdiagramm: Datenträger mit direktem Zugriff 120">
            <a:extLst>
              <a:ext uri="{FF2B5EF4-FFF2-40B4-BE49-F238E27FC236}">
                <a16:creationId xmlns:a16="http://schemas.microsoft.com/office/drawing/2014/main" id="{7987E0F7-A8A3-CAC0-4C51-83A64A14A979}"/>
              </a:ext>
            </a:extLst>
          </p:cNvPr>
          <p:cNvSpPr/>
          <p:nvPr/>
        </p:nvSpPr>
        <p:spPr>
          <a:xfrm rot="5400000">
            <a:off x="2521265" y="2879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Flussdiagramm: Datenträger mit direktem Zugriff 121">
            <a:extLst>
              <a:ext uri="{FF2B5EF4-FFF2-40B4-BE49-F238E27FC236}">
                <a16:creationId xmlns:a16="http://schemas.microsoft.com/office/drawing/2014/main" id="{A049A892-D159-F60B-3D9A-6A4CE9A9432C}"/>
              </a:ext>
            </a:extLst>
          </p:cNvPr>
          <p:cNvSpPr/>
          <p:nvPr/>
        </p:nvSpPr>
        <p:spPr>
          <a:xfrm rot="5400000">
            <a:off x="2841947" y="288798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7FF9CB88-7098-6BDB-FE52-C227A076CBBA}"/>
              </a:ext>
            </a:extLst>
          </p:cNvPr>
          <p:cNvSpPr/>
          <p:nvPr/>
        </p:nvSpPr>
        <p:spPr>
          <a:xfrm>
            <a:off x="2536025" y="2233917"/>
            <a:ext cx="80507" cy="50398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Flussdiagramm: Datenträger mit direktem Zugriff 116">
            <a:extLst>
              <a:ext uri="{FF2B5EF4-FFF2-40B4-BE49-F238E27FC236}">
                <a16:creationId xmlns:a16="http://schemas.microsoft.com/office/drawing/2014/main" id="{CC1A8905-7DDE-34E0-DE3A-E62514BB59E9}"/>
              </a:ext>
            </a:extLst>
          </p:cNvPr>
          <p:cNvSpPr/>
          <p:nvPr/>
        </p:nvSpPr>
        <p:spPr>
          <a:xfrm rot="5400000">
            <a:off x="2528622" y="23221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Flussdiagramm: Datenträger mit direktem Zugriff 117">
            <a:extLst>
              <a:ext uri="{FF2B5EF4-FFF2-40B4-BE49-F238E27FC236}">
                <a16:creationId xmlns:a16="http://schemas.microsoft.com/office/drawing/2014/main" id="{0530DD74-AFFA-547F-813F-6736FD5E629B}"/>
              </a:ext>
            </a:extLst>
          </p:cNvPr>
          <p:cNvSpPr/>
          <p:nvPr/>
        </p:nvSpPr>
        <p:spPr>
          <a:xfrm rot="5400000">
            <a:off x="2528622" y="2499168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Flussdiagramm: Datenträger mit direktem Zugriff 118">
            <a:extLst>
              <a:ext uri="{FF2B5EF4-FFF2-40B4-BE49-F238E27FC236}">
                <a16:creationId xmlns:a16="http://schemas.microsoft.com/office/drawing/2014/main" id="{94FF3375-600C-7594-2005-8B2390FD854D}"/>
              </a:ext>
            </a:extLst>
          </p:cNvPr>
          <p:cNvSpPr/>
          <p:nvPr/>
        </p:nvSpPr>
        <p:spPr>
          <a:xfrm rot="5400000">
            <a:off x="2528622" y="265805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lussdiagramm: Datenträger mit direktem Zugriff 125">
            <a:extLst>
              <a:ext uri="{FF2B5EF4-FFF2-40B4-BE49-F238E27FC236}">
                <a16:creationId xmlns:a16="http://schemas.microsoft.com/office/drawing/2014/main" id="{C521B0A3-0028-4459-48CF-05A70F000653}"/>
              </a:ext>
            </a:extLst>
          </p:cNvPr>
          <p:cNvSpPr/>
          <p:nvPr/>
        </p:nvSpPr>
        <p:spPr>
          <a:xfrm rot="5400000">
            <a:off x="3164991" y="2882280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lussdiagramm: Datenträger mit direktem Zugriff 126">
            <a:extLst>
              <a:ext uri="{FF2B5EF4-FFF2-40B4-BE49-F238E27FC236}">
                <a16:creationId xmlns:a16="http://schemas.microsoft.com/office/drawing/2014/main" id="{3C8E84B4-5C41-E7F7-BEC2-E79DA8A2B7D3}"/>
              </a:ext>
            </a:extLst>
          </p:cNvPr>
          <p:cNvSpPr/>
          <p:nvPr/>
        </p:nvSpPr>
        <p:spPr>
          <a:xfrm rot="5400000">
            <a:off x="3495877" y="28285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0074B172-7F57-FC56-61A8-D63928DF8B6B}"/>
              </a:ext>
            </a:extLst>
          </p:cNvPr>
          <p:cNvSpPr/>
          <p:nvPr/>
        </p:nvSpPr>
        <p:spPr>
          <a:xfrm rot="5400000">
            <a:off x="2676004" y="2380882"/>
            <a:ext cx="427241" cy="3357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8D48A40-7452-2EA9-C8A3-8E58F553731F}"/>
              </a:ext>
            </a:extLst>
          </p:cNvPr>
          <p:cNvSpPr/>
          <p:nvPr/>
        </p:nvSpPr>
        <p:spPr>
          <a:xfrm>
            <a:off x="2845973" y="2457626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8970BA40-5B09-2D00-7E2B-498A08499127}"/>
              </a:ext>
            </a:extLst>
          </p:cNvPr>
          <p:cNvSpPr/>
          <p:nvPr/>
        </p:nvSpPr>
        <p:spPr>
          <a:xfrm rot="5400000">
            <a:off x="4002246" y="2373247"/>
            <a:ext cx="427241" cy="34433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Flussdiagramm: Datenträger mit direktem Zugriff 20">
            <a:extLst>
              <a:ext uri="{FF2B5EF4-FFF2-40B4-BE49-F238E27FC236}">
                <a16:creationId xmlns:a16="http://schemas.microsoft.com/office/drawing/2014/main" id="{9F289692-A3B5-4675-7EA8-1B4E672B2EB6}"/>
              </a:ext>
            </a:extLst>
          </p:cNvPr>
          <p:cNvSpPr/>
          <p:nvPr/>
        </p:nvSpPr>
        <p:spPr>
          <a:xfrm rot="5400000">
            <a:off x="3831637" y="289684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lussdiagramm: Datenträger mit direktem Zugriff 25">
            <a:extLst>
              <a:ext uri="{FF2B5EF4-FFF2-40B4-BE49-F238E27FC236}">
                <a16:creationId xmlns:a16="http://schemas.microsoft.com/office/drawing/2014/main" id="{68039ACD-61EE-8941-DCDE-C08CFA42E85A}"/>
              </a:ext>
            </a:extLst>
          </p:cNvPr>
          <p:cNvSpPr/>
          <p:nvPr/>
        </p:nvSpPr>
        <p:spPr>
          <a:xfrm rot="5400000">
            <a:off x="4164213" y="288677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7D615C6-99F0-6641-35A9-154009DB2AF7}"/>
              </a:ext>
            </a:extLst>
          </p:cNvPr>
          <p:cNvSpPr/>
          <p:nvPr/>
        </p:nvSpPr>
        <p:spPr>
          <a:xfrm>
            <a:off x="5411863" y="2998551"/>
            <a:ext cx="282366" cy="12498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9EC228B3-6E1E-F539-0ADA-BC14EBDB2D0E}"/>
              </a:ext>
            </a:extLst>
          </p:cNvPr>
          <p:cNvCxnSpPr>
            <a:cxnSpLocks/>
          </p:cNvCxnSpPr>
          <p:nvPr/>
        </p:nvCxnSpPr>
        <p:spPr>
          <a:xfrm flipV="1">
            <a:off x="5598009" y="2627059"/>
            <a:ext cx="0" cy="259119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Ellipse 63">
            <a:extLst>
              <a:ext uri="{FF2B5EF4-FFF2-40B4-BE49-F238E27FC236}">
                <a16:creationId xmlns:a16="http://schemas.microsoft.com/office/drawing/2014/main" id="{8BCE9345-76DD-0F3B-9676-F5916744A5A7}"/>
              </a:ext>
            </a:extLst>
          </p:cNvPr>
          <p:cNvSpPr/>
          <p:nvPr/>
        </p:nvSpPr>
        <p:spPr>
          <a:xfrm>
            <a:off x="5372004" y="2649605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BC83000-F42D-9452-D2B3-FFF2149958F7}"/>
              </a:ext>
            </a:extLst>
          </p:cNvPr>
          <p:cNvSpPr/>
          <p:nvPr/>
        </p:nvSpPr>
        <p:spPr>
          <a:xfrm>
            <a:off x="5679957" y="2651976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346640D-7307-9C41-51CE-11BD01903A9A}"/>
              </a:ext>
            </a:extLst>
          </p:cNvPr>
          <p:cNvSpPr/>
          <p:nvPr/>
        </p:nvSpPr>
        <p:spPr>
          <a:xfrm>
            <a:off x="5372004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86F249B-83B7-45D2-96D7-F4E9ED745511}"/>
              </a:ext>
            </a:extLst>
          </p:cNvPr>
          <p:cNvSpPr/>
          <p:nvPr/>
        </p:nvSpPr>
        <p:spPr>
          <a:xfrm>
            <a:off x="5677397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C409B2DA-8935-3276-48D6-806416A390EA}"/>
              </a:ext>
            </a:extLst>
          </p:cNvPr>
          <p:cNvGrpSpPr/>
          <p:nvPr/>
        </p:nvGrpSpPr>
        <p:grpSpPr>
          <a:xfrm rot="10800000">
            <a:off x="7172347" y="2717462"/>
            <a:ext cx="75705" cy="277927"/>
            <a:chOff x="3476670" y="3647733"/>
            <a:chExt cx="75705" cy="277927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FCC5F1CB-1508-D960-0DE1-E562D8A8005E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0" name="Verbinder: gekrümmt 99">
              <a:extLst>
                <a:ext uri="{FF2B5EF4-FFF2-40B4-BE49-F238E27FC236}">
                  <a16:creationId xmlns:a16="http://schemas.microsoft.com/office/drawing/2014/main" id="{0C0D5965-B7DE-0678-B894-2C20B2604D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581B6CC-063A-A7D0-1D5B-C7360B85D436}"/>
              </a:ext>
            </a:extLst>
          </p:cNvPr>
          <p:cNvGrpSpPr/>
          <p:nvPr/>
        </p:nvGrpSpPr>
        <p:grpSpPr>
          <a:xfrm rot="10800000">
            <a:off x="6195908" y="2720064"/>
            <a:ext cx="75705" cy="277927"/>
            <a:chOff x="3476670" y="3647733"/>
            <a:chExt cx="75705" cy="277927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C6EB60B8-B299-1FC5-3D45-18F9AC276B0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0" name="Verbinder: gekrümmt 109">
              <a:extLst>
                <a:ext uri="{FF2B5EF4-FFF2-40B4-BE49-F238E27FC236}">
                  <a16:creationId xmlns:a16="http://schemas.microsoft.com/office/drawing/2014/main" id="{D7C9376C-4D55-9BAE-8459-AACC75BDD8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5E2CCE8-5CC3-2A07-C863-E2D248CEDB7B}"/>
              </a:ext>
            </a:extLst>
          </p:cNvPr>
          <p:cNvGrpSpPr/>
          <p:nvPr/>
        </p:nvGrpSpPr>
        <p:grpSpPr>
          <a:xfrm rot="10800000">
            <a:off x="6521602" y="2720064"/>
            <a:ext cx="75705" cy="277927"/>
            <a:chOff x="3476670" y="3647733"/>
            <a:chExt cx="75705" cy="277927"/>
          </a:xfrm>
        </p:grpSpPr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9001CD8F-24AD-C4F6-8C90-6CFC8E1BF960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2" name="Verbinder: gekrümmt 131">
              <a:extLst>
                <a:ext uri="{FF2B5EF4-FFF2-40B4-BE49-F238E27FC236}">
                  <a16:creationId xmlns:a16="http://schemas.microsoft.com/office/drawing/2014/main" id="{481C7FD7-B614-1AD9-7292-40F5B037DC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54" name="Grafik 153">
            <a:extLst>
              <a:ext uri="{FF2B5EF4-FFF2-40B4-BE49-F238E27FC236}">
                <a16:creationId xmlns:a16="http://schemas.microsoft.com/office/drawing/2014/main" id="{0DBDA5C3-779A-CFEC-4BE6-A18847DBF2E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5935" y="670680"/>
            <a:ext cx="357431" cy="449580"/>
          </a:xfrm>
          <a:prstGeom prst="rect">
            <a:avLst/>
          </a:prstGeom>
        </p:spPr>
      </p:pic>
      <p:sp>
        <p:nvSpPr>
          <p:cNvPr id="135" name="Rechteck 134">
            <a:extLst>
              <a:ext uri="{FF2B5EF4-FFF2-40B4-BE49-F238E27FC236}">
                <a16:creationId xmlns:a16="http://schemas.microsoft.com/office/drawing/2014/main" id="{AAD6C9FC-A776-D253-45DA-D7B16BC38273}"/>
              </a:ext>
            </a:extLst>
          </p:cNvPr>
          <p:cNvSpPr/>
          <p:nvPr/>
        </p:nvSpPr>
        <p:spPr>
          <a:xfrm rot="5400000">
            <a:off x="2860631" y="1593195"/>
            <a:ext cx="1404036" cy="9328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8" name="Grafik 137">
            <a:extLst>
              <a:ext uri="{FF2B5EF4-FFF2-40B4-BE49-F238E27FC236}">
                <a16:creationId xmlns:a16="http://schemas.microsoft.com/office/drawing/2014/main" id="{B63B5135-1ED5-0B08-7B06-B82601F83DA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>
            <a:off x="3501003" y="2317689"/>
            <a:ext cx="92019" cy="392999"/>
          </a:xfrm>
          <a:prstGeom prst="rect">
            <a:avLst/>
          </a:prstGeom>
        </p:spPr>
      </p:pic>
      <p:pic>
        <p:nvPicPr>
          <p:cNvPr id="148" name="Grafik 147">
            <a:extLst>
              <a:ext uri="{FF2B5EF4-FFF2-40B4-BE49-F238E27FC236}">
                <a16:creationId xmlns:a16="http://schemas.microsoft.com/office/drawing/2014/main" id="{A8BE2E55-5C0E-DBFA-12DA-CD28254F796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6429" y="839807"/>
            <a:ext cx="979170" cy="1335382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AF549F94-17ED-4B95-7F55-0A44F7DF9E4B}"/>
              </a:ext>
            </a:extLst>
          </p:cNvPr>
          <p:cNvSpPr/>
          <p:nvPr/>
        </p:nvSpPr>
        <p:spPr>
          <a:xfrm>
            <a:off x="3270521" y="2232784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E78E592-31C4-C6F6-E869-50CFA15B471E}"/>
              </a:ext>
            </a:extLst>
          </p:cNvPr>
          <p:cNvSpPr/>
          <p:nvPr/>
        </p:nvSpPr>
        <p:spPr>
          <a:xfrm>
            <a:off x="3248497" y="2678478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CB1619A-B5EC-5F52-2B98-A7D6DAED02DA}"/>
              </a:ext>
            </a:extLst>
          </p:cNvPr>
          <p:cNvSpPr/>
          <p:nvPr/>
        </p:nvSpPr>
        <p:spPr>
          <a:xfrm>
            <a:off x="3763647" y="2677491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7D4AE4C-A45D-1940-8FBF-7D26ADFA9EA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02643" y="1486320"/>
            <a:ext cx="90077" cy="28388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0F4C8609-07D8-7519-3A3F-346F919B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4958048">
            <a:off x="3555043" y="1638720"/>
            <a:ext cx="90077" cy="2838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F01A61B-4F88-174A-1560-80CD83EA29E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487417" y="1499796"/>
            <a:ext cx="90077" cy="28388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EA7EE023-588F-A357-596A-853D3874C7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386186" y="1736793"/>
            <a:ext cx="90077" cy="28388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B655D0CF-B044-1CDA-1B6C-7EDBE39AC0C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8479124">
            <a:off x="3452855" y="1720781"/>
            <a:ext cx="90077" cy="2838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BE3780B-E568-9FD4-D536-ADD0BE01A88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46852" y="1604247"/>
            <a:ext cx="90077" cy="2838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B6EACD5-237E-6262-4E32-AF3EE49E614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529648" y="1766726"/>
            <a:ext cx="90077" cy="28388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221C6338-8940-EF3F-64A2-BC58E3B8499B}"/>
              </a:ext>
            </a:extLst>
          </p:cNvPr>
          <p:cNvSpPr/>
          <p:nvPr/>
        </p:nvSpPr>
        <p:spPr>
          <a:xfrm>
            <a:off x="3500710" y="227851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C901B-432D-847E-C6B9-8F817263F6E8}"/>
              </a:ext>
            </a:extLst>
          </p:cNvPr>
          <p:cNvSpPr/>
          <p:nvPr/>
        </p:nvSpPr>
        <p:spPr>
          <a:xfrm>
            <a:off x="3469813" y="2150923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6F1231C-C20C-9BCC-BE3D-A9BF051D7B2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3498785" y="2252543"/>
            <a:ext cx="90077" cy="28388"/>
          </a:xfrm>
          <a:prstGeom prst="rect">
            <a:avLst/>
          </a:prstGeom>
        </p:spPr>
      </p:pic>
      <p:sp>
        <p:nvSpPr>
          <p:cNvPr id="52" name="Bogen 51">
            <a:extLst>
              <a:ext uri="{FF2B5EF4-FFF2-40B4-BE49-F238E27FC236}">
                <a16:creationId xmlns:a16="http://schemas.microsoft.com/office/drawing/2014/main" id="{E0301303-1792-68A2-F840-D540278BCA0B}"/>
              </a:ext>
            </a:extLst>
          </p:cNvPr>
          <p:cNvSpPr/>
          <p:nvPr/>
        </p:nvSpPr>
        <p:spPr>
          <a:xfrm rot="2415078">
            <a:off x="3505084" y="2381779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9DD90AD8-0DDC-4986-05F1-1D9464E783BB}"/>
              </a:ext>
            </a:extLst>
          </p:cNvPr>
          <p:cNvSpPr/>
          <p:nvPr/>
        </p:nvSpPr>
        <p:spPr>
          <a:xfrm rot="5400000">
            <a:off x="3477262" y="2407029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4906A5FA-D49A-CE1E-325F-8582FEE65451}"/>
              </a:ext>
            </a:extLst>
          </p:cNvPr>
          <p:cNvSpPr/>
          <p:nvPr/>
        </p:nvSpPr>
        <p:spPr>
          <a:xfrm rot="10800000">
            <a:off x="3495501" y="269616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9F00691A-FC5A-7DA5-DC16-18E3CF763A6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3498327" y="2736875"/>
            <a:ext cx="90077" cy="28388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C9B5DD36-6EC5-A04C-CF72-8A9C9BE9EE9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476" y="550500"/>
            <a:ext cx="357431" cy="449580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596F564D-491E-AA7A-FC99-880334351AE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3835593" y="2787421"/>
            <a:ext cx="90077" cy="28388"/>
          </a:xfrm>
          <a:prstGeom prst="rect">
            <a:avLst/>
          </a:prstGeom>
        </p:spPr>
      </p:pic>
      <p:pic>
        <p:nvPicPr>
          <p:cNvPr id="156" name="Grafik 155">
            <a:extLst>
              <a:ext uri="{FF2B5EF4-FFF2-40B4-BE49-F238E27FC236}">
                <a16:creationId xmlns:a16="http://schemas.microsoft.com/office/drawing/2014/main" id="{39810939-682A-2083-86A0-88206C44F78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169085" y="2781323"/>
            <a:ext cx="90077" cy="28388"/>
          </a:xfrm>
          <a:prstGeom prst="rect">
            <a:avLst/>
          </a:prstGeom>
        </p:spPr>
      </p:pic>
      <p:pic>
        <p:nvPicPr>
          <p:cNvPr id="157" name="Grafik 156">
            <a:extLst>
              <a:ext uri="{FF2B5EF4-FFF2-40B4-BE49-F238E27FC236}">
                <a16:creationId xmlns:a16="http://schemas.microsoft.com/office/drawing/2014/main" id="{A6E4D99C-7F59-B07C-5F9F-C700F578C7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495119" y="2792484"/>
            <a:ext cx="90077" cy="28388"/>
          </a:xfrm>
          <a:prstGeom prst="rect">
            <a:avLst/>
          </a:prstGeom>
        </p:spPr>
      </p:pic>
      <p:sp>
        <p:nvSpPr>
          <p:cNvPr id="158" name="Flussdiagramm: Datenträger mit direktem Zugriff 157">
            <a:extLst>
              <a:ext uri="{FF2B5EF4-FFF2-40B4-BE49-F238E27FC236}">
                <a16:creationId xmlns:a16="http://schemas.microsoft.com/office/drawing/2014/main" id="{5FF19632-A04D-7BD9-6614-BE57E123636E}"/>
              </a:ext>
            </a:extLst>
          </p:cNvPr>
          <p:cNvSpPr/>
          <p:nvPr/>
        </p:nvSpPr>
        <p:spPr>
          <a:xfrm rot="5400000">
            <a:off x="4493417" y="2895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B042EA01-62CC-0E37-E9D1-C59B04561965}"/>
              </a:ext>
            </a:extLst>
          </p:cNvPr>
          <p:cNvSpPr/>
          <p:nvPr/>
        </p:nvSpPr>
        <p:spPr>
          <a:xfrm>
            <a:off x="4138190" y="2571320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Rechteck 174">
            <a:extLst>
              <a:ext uri="{FF2B5EF4-FFF2-40B4-BE49-F238E27FC236}">
                <a16:creationId xmlns:a16="http://schemas.microsoft.com/office/drawing/2014/main" id="{C076B540-B1AB-EC29-FF5C-41CB9C0A96A8}"/>
              </a:ext>
            </a:extLst>
          </p:cNvPr>
          <p:cNvSpPr/>
          <p:nvPr/>
        </p:nvSpPr>
        <p:spPr>
          <a:xfrm rot="5400000">
            <a:off x="5727375" y="3095008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3A7F1CBA-F49D-E294-EB59-5BD570392CB7}"/>
              </a:ext>
            </a:extLst>
          </p:cNvPr>
          <p:cNvSpPr/>
          <p:nvPr/>
        </p:nvSpPr>
        <p:spPr>
          <a:xfrm>
            <a:off x="5841094" y="295053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15008FD5-21D4-AC01-DB5F-2F8D384F783C}"/>
              </a:ext>
            </a:extLst>
          </p:cNvPr>
          <p:cNvSpPr/>
          <p:nvPr/>
        </p:nvSpPr>
        <p:spPr>
          <a:xfrm>
            <a:off x="5898243" y="295291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: nach links gekrümmt 48">
            <a:extLst>
              <a:ext uri="{FF2B5EF4-FFF2-40B4-BE49-F238E27FC236}">
                <a16:creationId xmlns:a16="http://schemas.microsoft.com/office/drawing/2014/main" id="{99703C28-9E86-F98C-9D9E-7CA074B0465D}"/>
              </a:ext>
            </a:extLst>
          </p:cNvPr>
          <p:cNvSpPr/>
          <p:nvPr/>
        </p:nvSpPr>
        <p:spPr>
          <a:xfrm flipV="1">
            <a:off x="5833657" y="2855078"/>
            <a:ext cx="131431" cy="81018"/>
          </a:xfrm>
          <a:prstGeom prst="curvedLeftArrow">
            <a:avLst>
              <a:gd name="adj1" fmla="val 2609"/>
              <a:gd name="adj2" fmla="val 26023"/>
              <a:gd name="adj3" fmla="val 33341"/>
            </a:avLst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3824930F-A0AE-ED6E-3E91-E6B2A2995AAA}"/>
              </a:ext>
            </a:extLst>
          </p:cNvPr>
          <p:cNvSpPr/>
          <p:nvPr/>
        </p:nvSpPr>
        <p:spPr>
          <a:xfrm rot="16200000">
            <a:off x="6185736" y="3268244"/>
            <a:ext cx="1404036" cy="9348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4" name="Grafik 183">
            <a:extLst>
              <a:ext uri="{FF2B5EF4-FFF2-40B4-BE49-F238E27FC236}">
                <a16:creationId xmlns:a16="http://schemas.microsoft.com/office/drawing/2014/main" id="{DA3F21FF-F1D0-AEF7-F3A1-715E8B8553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 rot="10800000">
            <a:off x="6801240" y="3084607"/>
            <a:ext cx="92019" cy="392999"/>
          </a:xfrm>
          <a:prstGeom prst="rect">
            <a:avLst/>
          </a:prstGeom>
        </p:spPr>
      </p:pic>
      <p:pic>
        <p:nvPicPr>
          <p:cNvPr id="185" name="Grafik 184">
            <a:extLst>
              <a:ext uri="{FF2B5EF4-FFF2-40B4-BE49-F238E27FC236}">
                <a16:creationId xmlns:a16="http://schemas.microsoft.com/office/drawing/2014/main" id="{3AF96B92-E592-E6B3-53F5-58F67AC91AF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385807" y="3620106"/>
            <a:ext cx="979170" cy="1335382"/>
          </a:xfrm>
          <a:prstGeom prst="rect">
            <a:avLst/>
          </a:prstGeom>
        </p:spPr>
      </p:pic>
      <p:sp>
        <p:nvSpPr>
          <p:cNvPr id="186" name="Ellipse 185">
            <a:extLst>
              <a:ext uri="{FF2B5EF4-FFF2-40B4-BE49-F238E27FC236}">
                <a16:creationId xmlns:a16="http://schemas.microsoft.com/office/drawing/2014/main" id="{DA769E3F-EE81-B18D-8F36-790D85A71F2A}"/>
              </a:ext>
            </a:extLst>
          </p:cNvPr>
          <p:cNvSpPr/>
          <p:nvPr/>
        </p:nvSpPr>
        <p:spPr>
          <a:xfrm rot="10800000">
            <a:off x="6583741" y="3022511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B26DAF5E-5D7B-CBAA-0961-A607F98CCCC0}"/>
              </a:ext>
            </a:extLst>
          </p:cNvPr>
          <p:cNvSpPr/>
          <p:nvPr/>
        </p:nvSpPr>
        <p:spPr>
          <a:xfrm rot="10800000">
            <a:off x="7073771" y="3044817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C8153EF-1105-2FB9-1396-C8D956E768DF}"/>
              </a:ext>
            </a:extLst>
          </p:cNvPr>
          <p:cNvSpPr/>
          <p:nvPr/>
        </p:nvSpPr>
        <p:spPr>
          <a:xfrm rot="10800000">
            <a:off x="6558621" y="3045804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9" name="Grafik 188">
            <a:extLst>
              <a:ext uri="{FF2B5EF4-FFF2-40B4-BE49-F238E27FC236}">
                <a16:creationId xmlns:a16="http://schemas.microsoft.com/office/drawing/2014/main" id="{4079A98D-4935-4ACA-D99D-9BC0D4238CD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58686" y="4280587"/>
            <a:ext cx="90077" cy="28388"/>
          </a:xfrm>
          <a:prstGeom prst="rect">
            <a:avLst/>
          </a:prstGeom>
        </p:spPr>
      </p:pic>
      <p:pic>
        <p:nvPicPr>
          <p:cNvPr id="190" name="Grafik 189">
            <a:extLst>
              <a:ext uri="{FF2B5EF4-FFF2-40B4-BE49-F238E27FC236}">
                <a16:creationId xmlns:a16="http://schemas.microsoft.com/office/drawing/2014/main" id="{65333E51-5BF0-E9B3-2826-E984CC69EB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5758048">
            <a:off x="6806286" y="4128187"/>
            <a:ext cx="90077" cy="28388"/>
          </a:xfrm>
          <a:prstGeom prst="rect">
            <a:avLst/>
          </a:prstGeom>
        </p:spPr>
      </p:pic>
      <p:pic>
        <p:nvPicPr>
          <p:cNvPr id="191" name="Grafik 190">
            <a:extLst>
              <a:ext uri="{FF2B5EF4-FFF2-40B4-BE49-F238E27FC236}">
                <a16:creationId xmlns:a16="http://schemas.microsoft.com/office/drawing/2014/main" id="{690D4B3F-F8F6-0C42-FF0A-57C96BA6AD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873912" y="4267111"/>
            <a:ext cx="90077" cy="28388"/>
          </a:xfrm>
          <a:prstGeom prst="rect">
            <a:avLst/>
          </a:prstGeom>
        </p:spPr>
      </p:pic>
      <p:pic>
        <p:nvPicPr>
          <p:cNvPr id="192" name="Grafik 191">
            <a:extLst>
              <a:ext uri="{FF2B5EF4-FFF2-40B4-BE49-F238E27FC236}">
                <a16:creationId xmlns:a16="http://schemas.microsoft.com/office/drawing/2014/main" id="{09617F63-3C39-CBA0-42E7-CF5B32B9E1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75143" y="4030114"/>
            <a:ext cx="90077" cy="28388"/>
          </a:xfrm>
          <a:prstGeom prst="rect">
            <a:avLst/>
          </a:prstGeom>
        </p:spPr>
      </p:pic>
      <p:pic>
        <p:nvPicPr>
          <p:cNvPr id="193" name="Grafik 192">
            <a:extLst>
              <a:ext uri="{FF2B5EF4-FFF2-40B4-BE49-F238E27FC236}">
                <a16:creationId xmlns:a16="http://schemas.microsoft.com/office/drawing/2014/main" id="{421A4DE6-DF8F-68B4-6EFC-6DD6D0BE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7679124">
            <a:off x="6908474" y="4046126"/>
            <a:ext cx="90077" cy="28388"/>
          </a:xfrm>
          <a:prstGeom prst="rect">
            <a:avLst/>
          </a:prstGeom>
        </p:spPr>
      </p:pic>
      <p:pic>
        <p:nvPicPr>
          <p:cNvPr id="194" name="Grafik 193">
            <a:extLst>
              <a:ext uri="{FF2B5EF4-FFF2-40B4-BE49-F238E27FC236}">
                <a16:creationId xmlns:a16="http://schemas.microsoft.com/office/drawing/2014/main" id="{D380CBFB-854F-3C47-295C-75B3B608368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14477" y="4162660"/>
            <a:ext cx="90077" cy="28388"/>
          </a:xfrm>
          <a:prstGeom prst="rect">
            <a:avLst/>
          </a:prstGeom>
        </p:spPr>
      </p:pic>
      <p:pic>
        <p:nvPicPr>
          <p:cNvPr id="195" name="Grafik 194">
            <a:extLst>
              <a:ext uri="{FF2B5EF4-FFF2-40B4-BE49-F238E27FC236}">
                <a16:creationId xmlns:a16="http://schemas.microsoft.com/office/drawing/2014/main" id="{2B9C1228-F4C9-CDE4-F32B-985FE20C500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831681" y="4000181"/>
            <a:ext cx="90077" cy="28388"/>
          </a:xfrm>
          <a:prstGeom prst="rect">
            <a:avLst/>
          </a:prstGeom>
        </p:spPr>
      </p:pic>
      <p:sp>
        <p:nvSpPr>
          <p:cNvPr id="196" name="Rechteck 195">
            <a:extLst>
              <a:ext uri="{FF2B5EF4-FFF2-40B4-BE49-F238E27FC236}">
                <a16:creationId xmlns:a16="http://schemas.microsoft.com/office/drawing/2014/main" id="{022E64A6-99E2-1EF8-C851-5F68A4AFF6CC}"/>
              </a:ext>
            </a:extLst>
          </p:cNvPr>
          <p:cNvSpPr/>
          <p:nvPr/>
        </p:nvSpPr>
        <p:spPr>
          <a:xfrm rot="10800000">
            <a:off x="6800947" y="347900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7" name="Rechteck 196">
            <a:extLst>
              <a:ext uri="{FF2B5EF4-FFF2-40B4-BE49-F238E27FC236}">
                <a16:creationId xmlns:a16="http://schemas.microsoft.com/office/drawing/2014/main" id="{682835AF-0542-A5CA-95C2-E82D0223D6F3}"/>
              </a:ext>
            </a:extLst>
          </p:cNvPr>
          <p:cNvSpPr/>
          <p:nvPr/>
        </p:nvSpPr>
        <p:spPr>
          <a:xfrm rot="10800000">
            <a:off x="6767092" y="3531285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8" name="Grafik 197">
            <a:extLst>
              <a:ext uri="{FF2B5EF4-FFF2-40B4-BE49-F238E27FC236}">
                <a16:creationId xmlns:a16="http://schemas.microsoft.com/office/drawing/2014/main" id="{9FA7252C-D303-539D-531D-5F6C60458C0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6805400" y="3514364"/>
            <a:ext cx="90077" cy="28388"/>
          </a:xfrm>
          <a:prstGeom prst="rect">
            <a:avLst/>
          </a:prstGeom>
        </p:spPr>
      </p:pic>
      <p:sp>
        <p:nvSpPr>
          <p:cNvPr id="199" name="Bogen 198">
            <a:extLst>
              <a:ext uri="{FF2B5EF4-FFF2-40B4-BE49-F238E27FC236}">
                <a16:creationId xmlns:a16="http://schemas.microsoft.com/office/drawing/2014/main" id="{95562F5C-B54F-17D5-7754-A300805CB146}"/>
              </a:ext>
            </a:extLst>
          </p:cNvPr>
          <p:cNvSpPr/>
          <p:nvPr/>
        </p:nvSpPr>
        <p:spPr>
          <a:xfrm rot="13215078">
            <a:off x="6653109" y="3190391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64D039EE-C6E8-A0AB-6B4B-BEEF327DAF77}"/>
              </a:ext>
            </a:extLst>
          </p:cNvPr>
          <p:cNvSpPr/>
          <p:nvPr/>
        </p:nvSpPr>
        <p:spPr>
          <a:xfrm rot="16200000">
            <a:off x="6777221" y="2775242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2442186D-CE47-8CF6-58D9-C0CB0C8B08E0}"/>
              </a:ext>
            </a:extLst>
          </p:cNvPr>
          <p:cNvSpPr/>
          <p:nvPr/>
        </p:nvSpPr>
        <p:spPr>
          <a:xfrm>
            <a:off x="6803775" y="306134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2" name="Grafik 201">
            <a:extLst>
              <a:ext uri="{FF2B5EF4-FFF2-40B4-BE49-F238E27FC236}">
                <a16:creationId xmlns:a16="http://schemas.microsoft.com/office/drawing/2014/main" id="{5D165D18-9B03-AD69-6D02-2E48D132D2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6805847" y="3084795"/>
            <a:ext cx="90077" cy="28388"/>
          </a:xfrm>
          <a:prstGeom prst="rect">
            <a:avLst/>
          </a:prstGeom>
        </p:spPr>
      </p:pic>
      <p:pic>
        <p:nvPicPr>
          <p:cNvPr id="203" name="Grafik 202">
            <a:extLst>
              <a:ext uri="{FF2B5EF4-FFF2-40B4-BE49-F238E27FC236}">
                <a16:creationId xmlns:a16="http://schemas.microsoft.com/office/drawing/2014/main" id="{02CDB01D-36F5-3D62-4E2D-79BEBA85D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6760499" y="4795215"/>
            <a:ext cx="357431" cy="449580"/>
          </a:xfrm>
          <a:prstGeom prst="rect">
            <a:avLst/>
          </a:prstGeom>
        </p:spPr>
      </p:pic>
      <p:sp>
        <p:nvSpPr>
          <p:cNvPr id="205" name="Rechteck 204">
            <a:extLst>
              <a:ext uri="{FF2B5EF4-FFF2-40B4-BE49-F238E27FC236}">
                <a16:creationId xmlns:a16="http://schemas.microsoft.com/office/drawing/2014/main" id="{B9192635-ECA2-11FF-7790-C87D7A98A8FD}"/>
              </a:ext>
            </a:extLst>
          </p:cNvPr>
          <p:cNvSpPr/>
          <p:nvPr/>
        </p:nvSpPr>
        <p:spPr>
          <a:xfrm rot="5400000">
            <a:off x="7284725" y="3107118"/>
            <a:ext cx="427241" cy="2823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4762C63-926B-B63F-636A-1B9E7FFAEA28}"/>
              </a:ext>
            </a:extLst>
          </p:cNvPr>
          <p:cNvSpPr/>
          <p:nvPr/>
        </p:nvSpPr>
        <p:spPr>
          <a:xfrm>
            <a:off x="7438496" y="2938199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7" name="Rechteck 206">
            <a:extLst>
              <a:ext uri="{FF2B5EF4-FFF2-40B4-BE49-F238E27FC236}">
                <a16:creationId xmlns:a16="http://schemas.microsoft.com/office/drawing/2014/main" id="{4CF97A18-134E-822D-39E8-9AF120158FF7}"/>
              </a:ext>
            </a:extLst>
          </p:cNvPr>
          <p:cNvSpPr/>
          <p:nvPr/>
        </p:nvSpPr>
        <p:spPr>
          <a:xfrm rot="5400000">
            <a:off x="5950814" y="3150998"/>
            <a:ext cx="427241" cy="2498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7735A3A5-6C18-CE57-3393-49BB2A4A5CAE}"/>
              </a:ext>
            </a:extLst>
          </p:cNvPr>
          <p:cNvSpPr/>
          <p:nvPr/>
        </p:nvSpPr>
        <p:spPr>
          <a:xfrm>
            <a:off x="6161927" y="3019450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1BC46769-951F-4204-1417-E95F5C95F01C}"/>
              </a:ext>
            </a:extLst>
          </p:cNvPr>
          <p:cNvSpPr/>
          <p:nvPr/>
        </p:nvSpPr>
        <p:spPr>
          <a:xfrm>
            <a:off x="6163180" y="29719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131602D7-8BCD-7E2B-A04F-F523897D8FB6}"/>
              </a:ext>
            </a:extLst>
          </p:cNvPr>
          <p:cNvSpPr/>
          <p:nvPr/>
        </p:nvSpPr>
        <p:spPr>
          <a:xfrm>
            <a:off x="6220329" y="29743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520BFCE1-781A-6382-DEE2-FB2ED23FC664}"/>
              </a:ext>
            </a:extLst>
          </p:cNvPr>
          <p:cNvSpPr/>
          <p:nvPr/>
        </p:nvSpPr>
        <p:spPr>
          <a:xfrm>
            <a:off x="2844523" y="280261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41B32C4C-70E9-D534-6937-CCF8BD0DAD6D}"/>
              </a:ext>
            </a:extLst>
          </p:cNvPr>
          <p:cNvSpPr/>
          <p:nvPr/>
        </p:nvSpPr>
        <p:spPr>
          <a:xfrm>
            <a:off x="2901672" y="2804997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97352789-E528-5003-2A1B-0DC3AE4726C5}"/>
              </a:ext>
            </a:extLst>
          </p:cNvPr>
          <p:cNvGrpSpPr/>
          <p:nvPr/>
        </p:nvGrpSpPr>
        <p:grpSpPr>
          <a:xfrm rot="10800000">
            <a:off x="7498233" y="2720064"/>
            <a:ext cx="75705" cy="277927"/>
            <a:chOff x="3476670" y="3647733"/>
            <a:chExt cx="75705" cy="277927"/>
          </a:xfrm>
        </p:grpSpPr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402DA68D-B22A-D3BF-AC51-1F9AE8312A2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5" name="Verbinder: gekrümmt 214">
              <a:extLst>
                <a:ext uri="{FF2B5EF4-FFF2-40B4-BE49-F238E27FC236}">
                  <a16:creationId xmlns:a16="http://schemas.microsoft.com/office/drawing/2014/main" id="{D5922C76-5713-8E09-9C87-3CAAC3DE84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A2B7AA3F-3CC5-B640-E556-E69F459775C2}"/>
              </a:ext>
            </a:extLst>
          </p:cNvPr>
          <p:cNvGrpSpPr/>
          <p:nvPr/>
        </p:nvGrpSpPr>
        <p:grpSpPr>
          <a:xfrm>
            <a:off x="5138136" y="2805783"/>
            <a:ext cx="75705" cy="277927"/>
            <a:chOff x="3476670" y="3647733"/>
            <a:chExt cx="75705" cy="277927"/>
          </a:xfrm>
        </p:grpSpPr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F651B3D9-08E6-C14C-F087-E778DE62BB7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0" name="Verbinder: gekrümmt 219">
              <a:extLst>
                <a:ext uri="{FF2B5EF4-FFF2-40B4-BE49-F238E27FC236}">
                  <a16:creationId xmlns:a16="http://schemas.microsoft.com/office/drawing/2014/main" id="{6DD7E2A0-A406-CB4D-B9A8-945226299C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221" name="Flussdiagramm: Datenträger mit direktem Zugriff 220">
            <a:extLst>
              <a:ext uri="{FF2B5EF4-FFF2-40B4-BE49-F238E27FC236}">
                <a16:creationId xmlns:a16="http://schemas.microsoft.com/office/drawing/2014/main" id="{F753FCD3-1040-9B6A-DA04-E69555251220}"/>
              </a:ext>
            </a:extLst>
          </p:cNvPr>
          <p:cNvSpPr/>
          <p:nvPr/>
        </p:nvSpPr>
        <p:spPr>
          <a:xfrm rot="5400000">
            <a:off x="5156398" y="288359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2" name="Grafik 221">
            <a:extLst>
              <a:ext uri="{FF2B5EF4-FFF2-40B4-BE49-F238E27FC236}">
                <a16:creationId xmlns:a16="http://schemas.microsoft.com/office/drawing/2014/main" id="{086E33D6-868C-2DD6-6102-607A7138BA3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161270" y="2778148"/>
            <a:ext cx="90077" cy="28388"/>
          </a:xfrm>
          <a:prstGeom prst="rect">
            <a:avLst/>
          </a:prstGeom>
        </p:spPr>
      </p:pic>
      <p:pic>
        <p:nvPicPr>
          <p:cNvPr id="224" name="Grafik 223">
            <a:extLst>
              <a:ext uri="{FF2B5EF4-FFF2-40B4-BE49-F238E27FC236}">
                <a16:creationId xmlns:a16="http://schemas.microsoft.com/office/drawing/2014/main" id="{38E25979-746A-00C3-8BB4-BCC84972EC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5242052" y="2656991"/>
            <a:ext cx="85407" cy="102912"/>
          </a:xfrm>
          <a:prstGeom prst="rect">
            <a:avLst/>
          </a:prstGeom>
        </p:spPr>
      </p:pic>
      <p:pic>
        <p:nvPicPr>
          <p:cNvPr id="226" name="Grafik 225">
            <a:extLst>
              <a:ext uri="{FF2B5EF4-FFF2-40B4-BE49-F238E27FC236}">
                <a16:creationId xmlns:a16="http://schemas.microsoft.com/office/drawing/2014/main" id="{D377938A-E1E8-D34F-B886-56D9F0EA04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5082502" y="2653742"/>
            <a:ext cx="90381" cy="107501"/>
          </a:xfrm>
          <a:prstGeom prst="rect">
            <a:avLst/>
          </a:prstGeom>
        </p:spPr>
      </p:pic>
      <p:pic>
        <p:nvPicPr>
          <p:cNvPr id="235" name="Grafik 234">
            <a:extLst>
              <a:ext uri="{FF2B5EF4-FFF2-40B4-BE49-F238E27FC236}">
                <a16:creationId xmlns:a16="http://schemas.microsoft.com/office/drawing/2014/main" id="{725184F6-EA1C-3F8F-D2EC-00B466CED18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135794" y="2989724"/>
            <a:ext cx="90077" cy="28388"/>
          </a:xfrm>
          <a:prstGeom prst="rect">
            <a:avLst/>
          </a:prstGeom>
        </p:spPr>
      </p:pic>
      <p:pic>
        <p:nvPicPr>
          <p:cNvPr id="236" name="Grafik 235">
            <a:extLst>
              <a:ext uri="{FF2B5EF4-FFF2-40B4-BE49-F238E27FC236}">
                <a16:creationId xmlns:a16="http://schemas.microsoft.com/office/drawing/2014/main" id="{D9928CBF-2B20-C037-2301-7E6322D6731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459648" y="2992099"/>
            <a:ext cx="90077" cy="28388"/>
          </a:xfrm>
          <a:prstGeom prst="rect">
            <a:avLst/>
          </a:prstGeom>
        </p:spPr>
      </p:pic>
      <p:sp>
        <p:nvSpPr>
          <p:cNvPr id="237" name="Rechteck 236">
            <a:extLst>
              <a:ext uri="{FF2B5EF4-FFF2-40B4-BE49-F238E27FC236}">
                <a16:creationId xmlns:a16="http://schemas.microsoft.com/office/drawing/2014/main" id="{E93FDA73-10CE-C04B-E5B2-3D533030F45D}"/>
              </a:ext>
            </a:extLst>
          </p:cNvPr>
          <p:cNvSpPr/>
          <p:nvPr/>
        </p:nvSpPr>
        <p:spPr>
          <a:xfrm>
            <a:off x="5984862" y="3974646"/>
            <a:ext cx="390359" cy="4752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endParaRPr lang="de-DE" sz="800" dirty="0"/>
          </a:p>
        </p:txBody>
      </p:sp>
      <p:cxnSp>
        <p:nvCxnSpPr>
          <p:cNvPr id="238" name="Verbinder: gekrümmt 237">
            <a:extLst>
              <a:ext uri="{FF2B5EF4-FFF2-40B4-BE49-F238E27FC236}">
                <a16:creationId xmlns:a16="http://schemas.microsoft.com/office/drawing/2014/main" id="{BC7BEA59-2F11-62DC-6BFF-7B211717EC32}"/>
              </a:ext>
            </a:extLst>
          </p:cNvPr>
          <p:cNvCxnSpPr>
            <a:cxnSpLocks/>
            <a:stCxn id="208" idx="0"/>
            <a:endCxn id="237" idx="0"/>
          </p:cNvCxnSpPr>
          <p:nvPr/>
        </p:nvCxnSpPr>
        <p:spPr>
          <a:xfrm rot="16200000" flipH="1" flipV="1">
            <a:off x="5713514" y="3485978"/>
            <a:ext cx="955196" cy="22139"/>
          </a:xfrm>
          <a:prstGeom prst="curvedConnector5">
            <a:avLst>
              <a:gd name="adj1" fmla="val 51853"/>
              <a:gd name="adj2" fmla="val 183857"/>
              <a:gd name="adj3" fmla="val 6767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E2AEA7F4-7295-1251-00B5-AA01BB28EAF7}"/>
              </a:ext>
            </a:extLst>
          </p:cNvPr>
          <p:cNvGrpSpPr/>
          <p:nvPr/>
        </p:nvGrpSpPr>
        <p:grpSpPr>
          <a:xfrm rot="10800000">
            <a:off x="7828109" y="2720064"/>
            <a:ext cx="75705" cy="277927"/>
            <a:chOff x="3476670" y="3647733"/>
            <a:chExt cx="75705" cy="277927"/>
          </a:xfrm>
        </p:grpSpPr>
        <p:sp>
          <p:nvSpPr>
            <p:cNvPr id="245" name="Rechteck 244">
              <a:extLst>
                <a:ext uri="{FF2B5EF4-FFF2-40B4-BE49-F238E27FC236}">
                  <a16:creationId xmlns:a16="http://schemas.microsoft.com/office/drawing/2014/main" id="{7B54302C-11C7-B485-A438-7F2B8D93C7A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6" name="Verbinder: gekrümmt 245">
              <a:extLst>
                <a:ext uri="{FF2B5EF4-FFF2-40B4-BE49-F238E27FC236}">
                  <a16:creationId xmlns:a16="http://schemas.microsoft.com/office/drawing/2014/main" id="{56539A40-50D5-B29E-8A22-6F11BE66D0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47" name="Grafik 246">
            <a:extLst>
              <a:ext uri="{FF2B5EF4-FFF2-40B4-BE49-F238E27FC236}">
                <a16:creationId xmlns:a16="http://schemas.microsoft.com/office/drawing/2014/main" id="{7E5A5EC7-0386-A282-6484-B78E9F72166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789524" y="2992099"/>
            <a:ext cx="90077" cy="28388"/>
          </a:xfrm>
          <a:prstGeom prst="rect">
            <a:avLst/>
          </a:prstGeom>
        </p:spPr>
      </p:pic>
      <p:grpSp>
        <p:nvGrpSpPr>
          <p:cNvPr id="248" name="Gruppieren 247">
            <a:extLst>
              <a:ext uri="{FF2B5EF4-FFF2-40B4-BE49-F238E27FC236}">
                <a16:creationId xmlns:a16="http://schemas.microsoft.com/office/drawing/2014/main" id="{6C45AAAF-B98B-AF70-F194-A0F8A34462FE}"/>
              </a:ext>
            </a:extLst>
          </p:cNvPr>
          <p:cNvGrpSpPr/>
          <p:nvPr/>
        </p:nvGrpSpPr>
        <p:grpSpPr>
          <a:xfrm rot="10800000">
            <a:off x="8489007" y="2720064"/>
            <a:ext cx="75705" cy="277927"/>
            <a:chOff x="3476670" y="3647733"/>
            <a:chExt cx="75705" cy="277927"/>
          </a:xfrm>
        </p:grpSpPr>
        <p:sp>
          <p:nvSpPr>
            <p:cNvPr id="249" name="Rechteck 248">
              <a:extLst>
                <a:ext uri="{FF2B5EF4-FFF2-40B4-BE49-F238E27FC236}">
                  <a16:creationId xmlns:a16="http://schemas.microsoft.com/office/drawing/2014/main" id="{16D971C9-00C1-2D38-94FB-ED1781720C9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0" name="Verbinder: gekrümmt 249">
              <a:extLst>
                <a:ext uri="{FF2B5EF4-FFF2-40B4-BE49-F238E27FC236}">
                  <a16:creationId xmlns:a16="http://schemas.microsoft.com/office/drawing/2014/main" id="{335DBC82-24B9-ACE5-76E7-CFEB677D11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51" name="Grafik 250">
            <a:extLst>
              <a:ext uri="{FF2B5EF4-FFF2-40B4-BE49-F238E27FC236}">
                <a16:creationId xmlns:a16="http://schemas.microsoft.com/office/drawing/2014/main" id="{CDDCCC56-F14B-3963-AC7F-D95BD4966FC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450422" y="2992099"/>
            <a:ext cx="90077" cy="28388"/>
          </a:xfrm>
          <a:prstGeom prst="rect">
            <a:avLst/>
          </a:prstGeom>
        </p:spPr>
      </p:pic>
      <p:pic>
        <p:nvPicPr>
          <p:cNvPr id="253" name="Grafik 252">
            <a:extLst>
              <a:ext uri="{FF2B5EF4-FFF2-40B4-BE49-F238E27FC236}">
                <a16:creationId xmlns:a16="http://schemas.microsoft.com/office/drawing/2014/main" id="{92409F58-7A9E-AE65-240A-4D24ABB8D1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8521884" y="3052205"/>
            <a:ext cx="85407" cy="102912"/>
          </a:xfrm>
          <a:prstGeom prst="rect">
            <a:avLst/>
          </a:prstGeom>
        </p:spPr>
      </p:pic>
      <p:pic>
        <p:nvPicPr>
          <p:cNvPr id="254" name="Grafik 253">
            <a:extLst>
              <a:ext uri="{FF2B5EF4-FFF2-40B4-BE49-F238E27FC236}">
                <a16:creationId xmlns:a16="http://schemas.microsoft.com/office/drawing/2014/main" id="{8D0346BC-A063-6585-19A4-ECA1DEE25A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8371853" y="3046575"/>
            <a:ext cx="90381" cy="107501"/>
          </a:xfrm>
          <a:prstGeom prst="rect">
            <a:avLst/>
          </a:prstGeom>
        </p:spPr>
      </p:pic>
      <p:sp>
        <p:nvSpPr>
          <p:cNvPr id="256" name="Rechteck 255">
            <a:extLst>
              <a:ext uri="{FF2B5EF4-FFF2-40B4-BE49-F238E27FC236}">
                <a16:creationId xmlns:a16="http://schemas.microsoft.com/office/drawing/2014/main" id="{8546A53A-3C86-18C4-8CBA-B21CC5299419}"/>
              </a:ext>
            </a:extLst>
          </p:cNvPr>
          <p:cNvSpPr/>
          <p:nvPr/>
        </p:nvSpPr>
        <p:spPr>
          <a:xfrm rot="16200000">
            <a:off x="8157822" y="3497576"/>
            <a:ext cx="1416563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7" name="Rechteck 256">
            <a:extLst>
              <a:ext uri="{FF2B5EF4-FFF2-40B4-BE49-F238E27FC236}">
                <a16:creationId xmlns:a16="http://schemas.microsoft.com/office/drawing/2014/main" id="{47A65C23-55DE-DE61-E980-BBFFAF12A7C4}"/>
              </a:ext>
            </a:extLst>
          </p:cNvPr>
          <p:cNvSpPr/>
          <p:nvPr/>
        </p:nvSpPr>
        <p:spPr>
          <a:xfrm rot="16200000">
            <a:off x="8249892" y="3475956"/>
            <a:ext cx="1218415" cy="417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27F42543-5BD4-58C9-3DFA-B9D5281EDC5E}"/>
              </a:ext>
            </a:extLst>
          </p:cNvPr>
          <p:cNvGrpSpPr/>
          <p:nvPr/>
        </p:nvGrpSpPr>
        <p:grpSpPr>
          <a:xfrm rot="10800000" flipH="1">
            <a:off x="8852965" y="2816516"/>
            <a:ext cx="19389" cy="600095"/>
            <a:chOff x="6851814" y="1766023"/>
            <a:chExt cx="78569" cy="2068826"/>
          </a:xfrm>
        </p:grpSpPr>
        <p:sp>
          <p:nvSpPr>
            <p:cNvPr id="259" name="Rechteck 258">
              <a:extLst>
                <a:ext uri="{FF2B5EF4-FFF2-40B4-BE49-F238E27FC236}">
                  <a16:creationId xmlns:a16="http://schemas.microsoft.com/office/drawing/2014/main" id="{25FD2AA5-3055-6B35-E071-A85DABD14FA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Rechteck 259">
              <a:extLst>
                <a:ext uri="{FF2B5EF4-FFF2-40B4-BE49-F238E27FC236}">
                  <a16:creationId xmlns:a16="http://schemas.microsoft.com/office/drawing/2014/main" id="{C72FC098-EB23-8F36-C71B-755FCBC9AAE3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1" name="Rechteck 260">
              <a:extLst>
                <a:ext uri="{FF2B5EF4-FFF2-40B4-BE49-F238E27FC236}">
                  <a16:creationId xmlns:a16="http://schemas.microsoft.com/office/drawing/2014/main" id="{48B6124E-98A3-50D9-D22C-EC5183A906DD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Rechteck 261">
              <a:extLst>
                <a:ext uri="{FF2B5EF4-FFF2-40B4-BE49-F238E27FC236}">
                  <a16:creationId xmlns:a16="http://schemas.microsoft.com/office/drawing/2014/main" id="{550F253A-CC30-F49B-92CF-9BD7F6DBAB9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Rechteck 262">
              <a:extLst>
                <a:ext uri="{FF2B5EF4-FFF2-40B4-BE49-F238E27FC236}">
                  <a16:creationId xmlns:a16="http://schemas.microsoft.com/office/drawing/2014/main" id="{4D8562B4-30B4-EDC6-4480-C9AC6A492034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4" name="Rechteck 263">
            <a:extLst>
              <a:ext uri="{FF2B5EF4-FFF2-40B4-BE49-F238E27FC236}">
                <a16:creationId xmlns:a16="http://schemas.microsoft.com/office/drawing/2014/main" id="{C0D4EF7A-E569-1350-38AF-8A9BAD6DB941}"/>
              </a:ext>
            </a:extLst>
          </p:cNvPr>
          <p:cNvSpPr/>
          <p:nvPr/>
        </p:nvSpPr>
        <p:spPr>
          <a:xfrm rot="10800000">
            <a:off x="8702368" y="2690447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5" name="Rechteck 264">
            <a:extLst>
              <a:ext uri="{FF2B5EF4-FFF2-40B4-BE49-F238E27FC236}">
                <a16:creationId xmlns:a16="http://schemas.microsoft.com/office/drawing/2014/main" id="{BDADF0BE-AE5F-4244-1CC8-FC40BF47EF34}"/>
              </a:ext>
            </a:extLst>
          </p:cNvPr>
          <p:cNvSpPr/>
          <p:nvPr/>
        </p:nvSpPr>
        <p:spPr>
          <a:xfrm rot="10800000">
            <a:off x="8767002" y="2887719"/>
            <a:ext cx="172817" cy="1128066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6" name="Rechteck 265">
            <a:extLst>
              <a:ext uri="{FF2B5EF4-FFF2-40B4-BE49-F238E27FC236}">
                <a16:creationId xmlns:a16="http://schemas.microsoft.com/office/drawing/2014/main" id="{597A972F-F2D7-FE90-9752-FBA1EF74B98D}"/>
              </a:ext>
            </a:extLst>
          </p:cNvPr>
          <p:cNvSpPr/>
          <p:nvPr/>
        </p:nvSpPr>
        <p:spPr>
          <a:xfrm rot="10800000">
            <a:off x="8876378" y="3303193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7" name="Rechteck 266">
            <a:extLst>
              <a:ext uri="{FF2B5EF4-FFF2-40B4-BE49-F238E27FC236}">
                <a16:creationId xmlns:a16="http://schemas.microsoft.com/office/drawing/2014/main" id="{74F3D9A2-9E73-173A-29FC-B913911BBFA7}"/>
              </a:ext>
            </a:extLst>
          </p:cNvPr>
          <p:cNvSpPr/>
          <p:nvPr/>
        </p:nvSpPr>
        <p:spPr>
          <a:xfrm rot="10800000">
            <a:off x="8876380" y="324366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1F3C8937-866D-346A-7291-08333322C09D}"/>
              </a:ext>
            </a:extLst>
          </p:cNvPr>
          <p:cNvSpPr/>
          <p:nvPr/>
        </p:nvSpPr>
        <p:spPr>
          <a:xfrm rot="10800000">
            <a:off x="8826372" y="3300814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7231B40C-5805-2193-7980-501412B98D6F}"/>
              </a:ext>
            </a:extLst>
          </p:cNvPr>
          <p:cNvSpPr/>
          <p:nvPr/>
        </p:nvSpPr>
        <p:spPr>
          <a:xfrm rot="10800000">
            <a:off x="8826374" y="324128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4E5470DD-6523-44ED-718D-4175BB8867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07142" y="3097399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Ellipse 270">
            <a:extLst>
              <a:ext uri="{FF2B5EF4-FFF2-40B4-BE49-F238E27FC236}">
                <a16:creationId xmlns:a16="http://schemas.microsoft.com/office/drawing/2014/main" id="{B55DF868-08EF-B489-013D-6A3EE1ACA654}"/>
              </a:ext>
            </a:extLst>
          </p:cNvPr>
          <p:cNvSpPr/>
          <p:nvPr/>
        </p:nvSpPr>
        <p:spPr>
          <a:xfrm rot="10800000">
            <a:off x="8971474" y="3086482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F7640D0-38F1-D003-C368-C93A0C68800F}"/>
              </a:ext>
            </a:extLst>
          </p:cNvPr>
          <p:cNvSpPr/>
          <p:nvPr/>
        </p:nvSpPr>
        <p:spPr>
          <a:xfrm rot="10800000">
            <a:off x="8665911" y="3084111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50908FD7-C1E3-3A80-F736-FE64A458FBAC}"/>
              </a:ext>
            </a:extLst>
          </p:cNvPr>
          <p:cNvSpPr/>
          <p:nvPr/>
        </p:nvSpPr>
        <p:spPr>
          <a:xfrm rot="10800000">
            <a:off x="8971474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CADA1BCA-3D73-6F2E-BC36-505B3B34F2E7}"/>
              </a:ext>
            </a:extLst>
          </p:cNvPr>
          <p:cNvSpPr/>
          <p:nvPr/>
        </p:nvSpPr>
        <p:spPr>
          <a:xfrm rot="10800000">
            <a:off x="8668471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8" name="Grafik 277">
            <a:extLst>
              <a:ext uri="{FF2B5EF4-FFF2-40B4-BE49-F238E27FC236}">
                <a16:creationId xmlns:a16="http://schemas.microsoft.com/office/drawing/2014/main" id="{9002B4EA-6D24-6E2B-49F1-A3B63568A11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816620" y="3403997"/>
            <a:ext cx="90077" cy="28388"/>
          </a:xfrm>
          <a:prstGeom prst="rect">
            <a:avLst/>
          </a:prstGeom>
        </p:spPr>
      </p:pic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32A2AFED-AFE3-0180-93E8-2CA5CBCCBC09}"/>
              </a:ext>
            </a:extLst>
          </p:cNvPr>
          <p:cNvGrpSpPr/>
          <p:nvPr/>
        </p:nvGrpSpPr>
        <p:grpSpPr>
          <a:xfrm>
            <a:off x="9132870" y="2818374"/>
            <a:ext cx="75705" cy="277927"/>
            <a:chOff x="3476670" y="3647733"/>
            <a:chExt cx="75705" cy="277927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8DED5B3F-AF8E-7261-DBE6-F80C73390F0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2" name="Verbinder: gekrümmt 281">
              <a:extLst>
                <a:ext uri="{FF2B5EF4-FFF2-40B4-BE49-F238E27FC236}">
                  <a16:creationId xmlns:a16="http://schemas.microsoft.com/office/drawing/2014/main" id="{05B73AE2-150B-9485-8C68-250600F8AF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4" name="Grafik 283">
            <a:extLst>
              <a:ext uri="{FF2B5EF4-FFF2-40B4-BE49-F238E27FC236}">
                <a16:creationId xmlns:a16="http://schemas.microsoft.com/office/drawing/2014/main" id="{F2FB8AA0-7B22-54C1-536E-A804376E64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9156004" y="2790739"/>
            <a:ext cx="90077" cy="28388"/>
          </a:xfrm>
          <a:prstGeom prst="rect">
            <a:avLst/>
          </a:prstGeom>
        </p:spPr>
      </p:pic>
      <p:grpSp>
        <p:nvGrpSpPr>
          <p:cNvPr id="285" name="Gruppieren 284">
            <a:extLst>
              <a:ext uri="{FF2B5EF4-FFF2-40B4-BE49-F238E27FC236}">
                <a16:creationId xmlns:a16="http://schemas.microsoft.com/office/drawing/2014/main" id="{164A41FF-C0FF-D616-0192-25923EAFCE02}"/>
              </a:ext>
            </a:extLst>
          </p:cNvPr>
          <p:cNvGrpSpPr/>
          <p:nvPr/>
        </p:nvGrpSpPr>
        <p:grpSpPr>
          <a:xfrm>
            <a:off x="9471613" y="2813316"/>
            <a:ext cx="75705" cy="277927"/>
            <a:chOff x="3476670" y="3647733"/>
            <a:chExt cx="75705" cy="277927"/>
          </a:xfrm>
        </p:grpSpPr>
        <p:sp>
          <p:nvSpPr>
            <p:cNvPr id="286" name="Rechteck 285">
              <a:extLst>
                <a:ext uri="{FF2B5EF4-FFF2-40B4-BE49-F238E27FC236}">
                  <a16:creationId xmlns:a16="http://schemas.microsoft.com/office/drawing/2014/main" id="{84D623EF-EDD2-CA39-D726-582F604E7DDA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7" name="Verbinder: gekrümmt 286">
              <a:extLst>
                <a:ext uri="{FF2B5EF4-FFF2-40B4-BE49-F238E27FC236}">
                  <a16:creationId xmlns:a16="http://schemas.microsoft.com/office/drawing/2014/main" id="{78BE6DAB-0C01-784F-812E-71BCD65BBE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8" name="Grafik 287">
            <a:extLst>
              <a:ext uri="{FF2B5EF4-FFF2-40B4-BE49-F238E27FC236}">
                <a16:creationId xmlns:a16="http://schemas.microsoft.com/office/drawing/2014/main" id="{C574697F-C55F-0E87-D1FD-A0652ABDE48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9494747" y="2785681"/>
            <a:ext cx="90077" cy="28388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D54DD49-B80D-270C-953C-6D40F22CC719}"/>
              </a:ext>
            </a:extLst>
          </p:cNvPr>
          <p:cNvSpPr/>
          <p:nvPr/>
        </p:nvSpPr>
        <p:spPr>
          <a:xfrm>
            <a:off x="2378956" y="285543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  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61C4982-8239-11A3-7A2F-7C51CFC7E02D}"/>
              </a:ext>
            </a:extLst>
          </p:cNvPr>
          <p:cNvSpPr/>
          <p:nvPr/>
        </p:nvSpPr>
        <p:spPr>
          <a:xfrm>
            <a:off x="5027115" y="285593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10  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5BB4D1E-F832-BCDB-3D7D-8588D3C9B534}"/>
              </a:ext>
            </a:extLst>
          </p:cNvPr>
          <p:cNvSpPr/>
          <p:nvPr/>
        </p:nvSpPr>
        <p:spPr>
          <a:xfrm>
            <a:off x="2092529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  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910DB63-32E1-54A6-345C-B644735B5E95}"/>
              </a:ext>
            </a:extLst>
          </p:cNvPr>
          <p:cNvSpPr/>
          <p:nvPr/>
        </p:nvSpPr>
        <p:spPr>
          <a:xfrm>
            <a:off x="2747162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3   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917C9F5-D5D8-E91F-F59D-FED0D9445BB2}"/>
              </a:ext>
            </a:extLst>
          </p:cNvPr>
          <p:cNvSpPr/>
          <p:nvPr/>
        </p:nvSpPr>
        <p:spPr>
          <a:xfrm>
            <a:off x="3348808" y="285047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5   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6FFB077-C747-3DCE-8A48-6257E1B02606}"/>
              </a:ext>
            </a:extLst>
          </p:cNvPr>
          <p:cNvSpPr/>
          <p:nvPr/>
        </p:nvSpPr>
        <p:spPr>
          <a:xfrm>
            <a:off x="3038570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4  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CC29E68-451B-A328-9547-CCF48187EFE5}"/>
              </a:ext>
            </a:extLst>
          </p:cNvPr>
          <p:cNvSpPr/>
          <p:nvPr/>
        </p:nvSpPr>
        <p:spPr>
          <a:xfrm>
            <a:off x="3692414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6 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7C70DAD-A81E-2846-3B00-5ACFA3D80975}"/>
              </a:ext>
            </a:extLst>
          </p:cNvPr>
          <p:cNvSpPr/>
          <p:nvPr/>
        </p:nvSpPr>
        <p:spPr>
          <a:xfrm>
            <a:off x="4356831" y="2855420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8  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8F43D75-CF15-B015-DDCB-1382401B451B}"/>
              </a:ext>
            </a:extLst>
          </p:cNvPr>
          <p:cNvSpPr/>
          <p:nvPr/>
        </p:nvSpPr>
        <p:spPr>
          <a:xfrm>
            <a:off x="4021990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7   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A7EF5AD-29F4-F5D0-25F9-44A2A48DD552}"/>
              </a:ext>
            </a:extLst>
          </p:cNvPr>
          <p:cNvSpPr/>
          <p:nvPr/>
        </p:nvSpPr>
        <p:spPr>
          <a:xfrm>
            <a:off x="4691704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9 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D528AA4-BDE9-0BFB-F674-1164DD16BF64}"/>
              </a:ext>
            </a:extLst>
          </p:cNvPr>
          <p:cNvSpPr/>
          <p:nvPr/>
        </p:nvSpPr>
        <p:spPr>
          <a:xfrm>
            <a:off x="7034288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16  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C2E335A8-6C93-9E1E-E49A-1653F07AD457}"/>
              </a:ext>
            </a:extLst>
          </p:cNvPr>
          <p:cNvSpPr/>
          <p:nvPr/>
        </p:nvSpPr>
        <p:spPr>
          <a:xfrm>
            <a:off x="7299949" y="285171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17   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0627A16-1464-90F1-5509-694D94C22746}"/>
              </a:ext>
            </a:extLst>
          </p:cNvPr>
          <p:cNvSpPr/>
          <p:nvPr/>
        </p:nvSpPr>
        <p:spPr>
          <a:xfrm>
            <a:off x="5352000" y="285187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11   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1F2F5D7-D2AE-E28E-5F46-F2CE43B2BCAE}"/>
              </a:ext>
            </a:extLst>
          </p:cNvPr>
          <p:cNvSpPr/>
          <p:nvPr/>
        </p:nvSpPr>
        <p:spPr>
          <a:xfrm>
            <a:off x="5714654" y="285035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12  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1614CFD5-ED21-A4A0-ED9C-6DAC6F9C4589}"/>
              </a:ext>
            </a:extLst>
          </p:cNvPr>
          <p:cNvSpPr/>
          <p:nvPr/>
        </p:nvSpPr>
        <p:spPr>
          <a:xfrm>
            <a:off x="6397337" y="285681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14   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32903777-D82E-0393-F53C-222BE15B57B3}"/>
              </a:ext>
            </a:extLst>
          </p:cNvPr>
          <p:cNvSpPr/>
          <p:nvPr/>
        </p:nvSpPr>
        <p:spPr>
          <a:xfrm>
            <a:off x="6072812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13   </a:t>
            </a:r>
          </a:p>
        </p:txBody>
      </p:sp>
      <p:sp>
        <p:nvSpPr>
          <p:cNvPr id="147" name="Rechteck: abgerundete Ecken 146">
            <a:extLst>
              <a:ext uri="{FF2B5EF4-FFF2-40B4-BE49-F238E27FC236}">
                <a16:creationId xmlns:a16="http://schemas.microsoft.com/office/drawing/2014/main" id="{EC378705-8044-FAEA-0845-A7E88153035F}"/>
              </a:ext>
            </a:extLst>
          </p:cNvPr>
          <p:cNvSpPr/>
          <p:nvPr/>
        </p:nvSpPr>
        <p:spPr>
          <a:xfrm>
            <a:off x="6714748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15  </a:t>
            </a:r>
          </a:p>
        </p:txBody>
      </p:sp>
      <p:sp>
        <p:nvSpPr>
          <p:cNvPr id="150" name="Rechteck: abgerundete Ecken 149">
            <a:extLst>
              <a:ext uri="{FF2B5EF4-FFF2-40B4-BE49-F238E27FC236}">
                <a16:creationId xmlns:a16="http://schemas.microsoft.com/office/drawing/2014/main" id="{052104F3-767C-BE84-C9BD-88760A3F7199}"/>
              </a:ext>
            </a:extLst>
          </p:cNvPr>
          <p:cNvSpPr/>
          <p:nvPr/>
        </p:nvSpPr>
        <p:spPr>
          <a:xfrm>
            <a:off x="7649799" y="285426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18   </a:t>
            </a:r>
          </a:p>
        </p:txBody>
      </p:sp>
      <p:sp>
        <p:nvSpPr>
          <p:cNvPr id="151" name="Rechteck: abgerundete Ecken 150">
            <a:extLst>
              <a:ext uri="{FF2B5EF4-FFF2-40B4-BE49-F238E27FC236}">
                <a16:creationId xmlns:a16="http://schemas.microsoft.com/office/drawing/2014/main" id="{9BD722C0-9D72-E0CD-AE0E-3F6C3E310440}"/>
              </a:ext>
            </a:extLst>
          </p:cNvPr>
          <p:cNvSpPr/>
          <p:nvPr/>
        </p:nvSpPr>
        <p:spPr>
          <a:xfrm>
            <a:off x="7990073" y="285355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19   </a:t>
            </a:r>
          </a:p>
        </p:txBody>
      </p:sp>
      <p:sp>
        <p:nvSpPr>
          <p:cNvPr id="152" name="Rechteck: abgerundete Ecken 151">
            <a:extLst>
              <a:ext uri="{FF2B5EF4-FFF2-40B4-BE49-F238E27FC236}">
                <a16:creationId xmlns:a16="http://schemas.microsoft.com/office/drawing/2014/main" id="{9B6FBFDC-618E-E9D3-CF32-164B9373FFC6}"/>
              </a:ext>
            </a:extLst>
          </p:cNvPr>
          <p:cNvSpPr/>
          <p:nvPr/>
        </p:nvSpPr>
        <p:spPr>
          <a:xfrm>
            <a:off x="8328154" y="284824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20   </a:t>
            </a:r>
          </a:p>
        </p:txBody>
      </p: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35EF6CC8-4AD1-B816-2539-9ACE40FDB86F}"/>
              </a:ext>
            </a:extLst>
          </p:cNvPr>
          <p:cNvSpPr/>
          <p:nvPr/>
        </p:nvSpPr>
        <p:spPr>
          <a:xfrm>
            <a:off x="8654064" y="2856299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21   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90CB41F9-DE61-A1D1-772F-21A2D23D3499}"/>
              </a:ext>
            </a:extLst>
          </p:cNvPr>
          <p:cNvSpPr/>
          <p:nvPr/>
        </p:nvSpPr>
        <p:spPr>
          <a:xfrm rot="5400000">
            <a:off x="8976829" y="2410308"/>
            <a:ext cx="427241" cy="3286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97D118B7-65FE-FB2C-279C-65155E190D7E}"/>
              </a:ext>
            </a:extLst>
          </p:cNvPr>
          <p:cNvSpPr/>
          <p:nvPr/>
        </p:nvSpPr>
        <p:spPr>
          <a:xfrm rot="5400000">
            <a:off x="9775860" y="2037605"/>
            <a:ext cx="864000" cy="43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Rechteck 230">
            <a:extLst>
              <a:ext uri="{FF2B5EF4-FFF2-40B4-BE49-F238E27FC236}">
                <a16:creationId xmlns:a16="http://schemas.microsoft.com/office/drawing/2014/main" id="{A82FCBB2-97FF-9E46-C158-251CAF786A2A}"/>
              </a:ext>
            </a:extLst>
          </p:cNvPr>
          <p:cNvSpPr/>
          <p:nvPr/>
        </p:nvSpPr>
        <p:spPr>
          <a:xfrm rot="5400000">
            <a:off x="9211492" y="3385006"/>
            <a:ext cx="864000" cy="432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lang="de-DE" sz="1400" dirty="0"/>
              <a:t>NOK</a:t>
            </a:r>
          </a:p>
        </p:txBody>
      </p:sp>
      <p:sp>
        <p:nvSpPr>
          <p:cNvPr id="234" name="L-Form 233">
            <a:extLst>
              <a:ext uri="{FF2B5EF4-FFF2-40B4-BE49-F238E27FC236}">
                <a16:creationId xmlns:a16="http://schemas.microsoft.com/office/drawing/2014/main" id="{DDAD0D4B-9391-B0EE-6F67-6C08D5CAC427}"/>
              </a:ext>
            </a:extLst>
          </p:cNvPr>
          <p:cNvSpPr/>
          <p:nvPr/>
        </p:nvSpPr>
        <p:spPr>
          <a:xfrm>
            <a:off x="9393261" y="4001385"/>
            <a:ext cx="98120" cy="67917"/>
          </a:xfrm>
          <a:prstGeom prst="corner">
            <a:avLst>
              <a:gd name="adj1" fmla="val 26770"/>
              <a:gd name="adj2" fmla="val 2345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L-Form 238">
            <a:extLst>
              <a:ext uri="{FF2B5EF4-FFF2-40B4-BE49-F238E27FC236}">
                <a16:creationId xmlns:a16="http://schemas.microsoft.com/office/drawing/2014/main" id="{3BB26BDA-8D4D-A96F-24A8-8EAE6DC867E8}"/>
              </a:ext>
            </a:extLst>
          </p:cNvPr>
          <p:cNvSpPr/>
          <p:nvPr/>
        </p:nvSpPr>
        <p:spPr>
          <a:xfrm rot="10800000">
            <a:off x="9796157" y="3132364"/>
            <a:ext cx="97057" cy="74915"/>
          </a:xfrm>
          <a:prstGeom prst="corner">
            <a:avLst>
              <a:gd name="adj1" fmla="val 26770"/>
              <a:gd name="adj2" fmla="val 2345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40" name="Gruppieren 239">
            <a:extLst>
              <a:ext uri="{FF2B5EF4-FFF2-40B4-BE49-F238E27FC236}">
                <a16:creationId xmlns:a16="http://schemas.microsoft.com/office/drawing/2014/main" id="{7F19270E-3FA8-EB4D-59D5-C1A1D4FCAA8A}"/>
              </a:ext>
            </a:extLst>
          </p:cNvPr>
          <p:cNvGrpSpPr/>
          <p:nvPr/>
        </p:nvGrpSpPr>
        <p:grpSpPr>
          <a:xfrm rot="10800000" flipH="1">
            <a:off x="9489625" y="1908982"/>
            <a:ext cx="25807" cy="726114"/>
            <a:chOff x="6851814" y="1766023"/>
            <a:chExt cx="78569" cy="2068826"/>
          </a:xfrm>
        </p:grpSpPr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259B9444-B7CC-441A-94A9-24D8AF5E33FA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316B7930-982C-A531-CFF5-40562593CE97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3" name="Rechteck 242">
              <a:extLst>
                <a:ext uri="{FF2B5EF4-FFF2-40B4-BE49-F238E27FC236}">
                  <a16:creationId xmlns:a16="http://schemas.microsoft.com/office/drawing/2014/main" id="{C123DF38-ABB4-23A3-1AC8-1B53AA323DA2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Rechteck 274">
              <a:extLst>
                <a:ext uri="{FF2B5EF4-FFF2-40B4-BE49-F238E27FC236}">
                  <a16:creationId xmlns:a16="http://schemas.microsoft.com/office/drawing/2014/main" id="{55391DC0-C85D-2F09-B31F-91F7FDA60D3E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F35E5191-E9A3-FB41-043F-1A0430201FF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7" name="Gruppieren 276">
            <a:extLst>
              <a:ext uri="{FF2B5EF4-FFF2-40B4-BE49-F238E27FC236}">
                <a16:creationId xmlns:a16="http://schemas.microsoft.com/office/drawing/2014/main" id="{E440D2C4-5216-71F0-2E8B-57A9D68DE664}"/>
              </a:ext>
            </a:extLst>
          </p:cNvPr>
          <p:cNvGrpSpPr/>
          <p:nvPr/>
        </p:nvGrpSpPr>
        <p:grpSpPr>
          <a:xfrm rot="10800000" flipH="1">
            <a:off x="9537144" y="1910125"/>
            <a:ext cx="25807" cy="726114"/>
            <a:chOff x="6851814" y="1766023"/>
            <a:chExt cx="78569" cy="2068826"/>
          </a:xfrm>
        </p:grpSpPr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49980DDD-C98F-01ED-2C98-6B7B026D1BAF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Rechteck 282">
              <a:extLst>
                <a:ext uri="{FF2B5EF4-FFF2-40B4-BE49-F238E27FC236}">
                  <a16:creationId xmlns:a16="http://schemas.microsoft.com/office/drawing/2014/main" id="{656D71DE-21DB-9D1B-C194-F0BD5F9CDC40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3450A2D2-FAAC-9F64-292B-909C286B06E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Rechteck 290">
              <a:extLst>
                <a:ext uri="{FF2B5EF4-FFF2-40B4-BE49-F238E27FC236}">
                  <a16:creationId xmlns:a16="http://schemas.microsoft.com/office/drawing/2014/main" id="{7FEB1C48-32CC-E6AA-7196-D776A10D7B56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Rechteck 291">
              <a:extLst>
                <a:ext uri="{FF2B5EF4-FFF2-40B4-BE49-F238E27FC236}">
                  <a16:creationId xmlns:a16="http://schemas.microsoft.com/office/drawing/2014/main" id="{4D13EA71-6683-6D0D-D3D8-82F0E39183B8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3" name="Gruppieren 292">
            <a:extLst>
              <a:ext uri="{FF2B5EF4-FFF2-40B4-BE49-F238E27FC236}">
                <a16:creationId xmlns:a16="http://schemas.microsoft.com/office/drawing/2014/main" id="{A4162032-D783-E867-0099-0AB45182EA58}"/>
              </a:ext>
            </a:extLst>
          </p:cNvPr>
          <p:cNvGrpSpPr/>
          <p:nvPr/>
        </p:nvGrpSpPr>
        <p:grpSpPr>
          <a:xfrm rot="10800000" flipH="1">
            <a:off x="9584117" y="1910573"/>
            <a:ext cx="25807" cy="726114"/>
            <a:chOff x="6851814" y="1766023"/>
            <a:chExt cx="78569" cy="2068826"/>
          </a:xfrm>
        </p:grpSpPr>
        <p:sp>
          <p:nvSpPr>
            <p:cNvPr id="294" name="Rechteck 293">
              <a:extLst>
                <a:ext uri="{FF2B5EF4-FFF2-40B4-BE49-F238E27FC236}">
                  <a16:creationId xmlns:a16="http://schemas.microsoft.com/office/drawing/2014/main" id="{04579CDA-64EE-F6F2-88C5-46E5F2D1EF3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E4A1F72F-76C8-476D-CA18-69B7C5A5605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CDF5E242-0DFC-7590-A830-E54F773BF8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Rechteck 296">
              <a:extLst>
                <a:ext uri="{FF2B5EF4-FFF2-40B4-BE49-F238E27FC236}">
                  <a16:creationId xmlns:a16="http://schemas.microsoft.com/office/drawing/2014/main" id="{E053899F-79A6-65BA-5DD9-6BFDD4CC7D1A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Rechteck 297">
              <a:extLst>
                <a:ext uri="{FF2B5EF4-FFF2-40B4-BE49-F238E27FC236}">
                  <a16:creationId xmlns:a16="http://schemas.microsoft.com/office/drawing/2014/main" id="{40E8F5E4-5216-0395-8FBC-0D08CC832AE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9" name="Gruppieren 298">
            <a:extLst>
              <a:ext uri="{FF2B5EF4-FFF2-40B4-BE49-F238E27FC236}">
                <a16:creationId xmlns:a16="http://schemas.microsoft.com/office/drawing/2014/main" id="{D255B44C-EAF0-4417-97C8-AD8C0F8EB462}"/>
              </a:ext>
            </a:extLst>
          </p:cNvPr>
          <p:cNvGrpSpPr/>
          <p:nvPr/>
        </p:nvGrpSpPr>
        <p:grpSpPr>
          <a:xfrm rot="10800000" flipH="1">
            <a:off x="9631747" y="1910572"/>
            <a:ext cx="25807" cy="726114"/>
            <a:chOff x="6851814" y="1766023"/>
            <a:chExt cx="78569" cy="2068826"/>
          </a:xfrm>
        </p:grpSpPr>
        <p:sp>
          <p:nvSpPr>
            <p:cNvPr id="300" name="Rechteck 299">
              <a:extLst>
                <a:ext uri="{FF2B5EF4-FFF2-40B4-BE49-F238E27FC236}">
                  <a16:creationId xmlns:a16="http://schemas.microsoft.com/office/drawing/2014/main" id="{81327185-AD1D-CE27-B4F4-AE1A090D4FC3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854AA64B-F859-A48B-9C92-C9D7FB2B3FE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2" name="Rechteck 301">
              <a:extLst>
                <a:ext uri="{FF2B5EF4-FFF2-40B4-BE49-F238E27FC236}">
                  <a16:creationId xmlns:a16="http://schemas.microsoft.com/office/drawing/2014/main" id="{A93C99E4-B113-CEA2-6B99-A7B17E03596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Rechteck 302">
              <a:extLst>
                <a:ext uri="{FF2B5EF4-FFF2-40B4-BE49-F238E27FC236}">
                  <a16:creationId xmlns:a16="http://schemas.microsoft.com/office/drawing/2014/main" id="{54F1AC29-EF7F-523B-0332-82C607E8CB0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Rechteck 303">
              <a:extLst>
                <a:ext uri="{FF2B5EF4-FFF2-40B4-BE49-F238E27FC236}">
                  <a16:creationId xmlns:a16="http://schemas.microsoft.com/office/drawing/2014/main" id="{480321A7-499B-9A01-A59F-A3EFBAC7411A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89" name="Rahmen 288">
            <a:extLst>
              <a:ext uri="{FF2B5EF4-FFF2-40B4-BE49-F238E27FC236}">
                <a16:creationId xmlns:a16="http://schemas.microsoft.com/office/drawing/2014/main" id="{EDA7560E-0C29-627E-CB2A-34939BDCDFF2}"/>
              </a:ext>
            </a:extLst>
          </p:cNvPr>
          <p:cNvSpPr/>
          <p:nvPr/>
        </p:nvSpPr>
        <p:spPr>
          <a:xfrm>
            <a:off x="1586275" y="1034690"/>
            <a:ext cx="9367476" cy="3653970"/>
          </a:xfrm>
          <a:prstGeom prst="frame">
            <a:avLst>
              <a:gd name="adj1" fmla="val 1722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7" name="Rechteck 316">
            <a:extLst>
              <a:ext uri="{FF2B5EF4-FFF2-40B4-BE49-F238E27FC236}">
                <a16:creationId xmlns:a16="http://schemas.microsoft.com/office/drawing/2014/main" id="{F7DDCAA9-6DA7-6F7A-14D6-ABB3D1E72D32}"/>
              </a:ext>
            </a:extLst>
          </p:cNvPr>
          <p:cNvSpPr/>
          <p:nvPr/>
        </p:nvSpPr>
        <p:spPr>
          <a:xfrm>
            <a:off x="5417611" y="1929528"/>
            <a:ext cx="512182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" name="Rechteck 317">
            <a:extLst>
              <a:ext uri="{FF2B5EF4-FFF2-40B4-BE49-F238E27FC236}">
                <a16:creationId xmlns:a16="http://schemas.microsoft.com/office/drawing/2014/main" id="{B03FC68E-01B7-51D2-C466-08A5A8D76B93}"/>
              </a:ext>
            </a:extLst>
          </p:cNvPr>
          <p:cNvSpPr/>
          <p:nvPr/>
        </p:nvSpPr>
        <p:spPr>
          <a:xfrm>
            <a:off x="5416686" y="2453085"/>
            <a:ext cx="503579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5467F8B0-ECA5-CBD8-1472-578771235646}"/>
              </a:ext>
            </a:extLst>
          </p:cNvPr>
          <p:cNvSpPr txBox="1"/>
          <p:nvPr/>
        </p:nvSpPr>
        <p:spPr>
          <a:xfrm>
            <a:off x="9698590" y="4398091"/>
            <a:ext cx="1223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Protective</a:t>
            </a:r>
            <a:r>
              <a:rPr lang="de-DE" sz="1200" dirty="0"/>
              <a:t> Fence</a:t>
            </a:r>
          </a:p>
        </p:txBody>
      </p: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AE031142-780B-25BC-3625-30292E7296E3}"/>
              </a:ext>
            </a:extLst>
          </p:cNvPr>
          <p:cNvCxnSpPr>
            <a:cxnSpLocks/>
          </p:cNvCxnSpPr>
          <p:nvPr/>
        </p:nvCxnSpPr>
        <p:spPr>
          <a:xfrm>
            <a:off x="1243376" y="6260439"/>
            <a:ext cx="989006" cy="0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Ellipse 313">
            <a:extLst>
              <a:ext uri="{FF2B5EF4-FFF2-40B4-BE49-F238E27FC236}">
                <a16:creationId xmlns:a16="http://schemas.microsoft.com/office/drawing/2014/main" id="{6B10E0C7-FB98-F62F-16CA-865951CD5758}"/>
              </a:ext>
            </a:extLst>
          </p:cNvPr>
          <p:cNvSpPr/>
          <p:nvPr/>
        </p:nvSpPr>
        <p:spPr>
          <a:xfrm>
            <a:off x="2018777" y="6040564"/>
            <a:ext cx="216000" cy="216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3" name="Gruppieren 312">
            <a:extLst>
              <a:ext uri="{FF2B5EF4-FFF2-40B4-BE49-F238E27FC236}">
                <a16:creationId xmlns:a16="http://schemas.microsoft.com/office/drawing/2014/main" id="{5846448B-A294-193C-61F9-81D7C8898DA3}"/>
              </a:ext>
            </a:extLst>
          </p:cNvPr>
          <p:cNvGrpSpPr/>
          <p:nvPr/>
        </p:nvGrpSpPr>
        <p:grpSpPr>
          <a:xfrm>
            <a:off x="4798371" y="2803249"/>
            <a:ext cx="75705" cy="277927"/>
            <a:chOff x="3476670" y="3647733"/>
            <a:chExt cx="75705" cy="277927"/>
          </a:xfrm>
        </p:grpSpPr>
        <p:sp>
          <p:nvSpPr>
            <p:cNvPr id="315" name="Rechteck 314">
              <a:extLst>
                <a:ext uri="{FF2B5EF4-FFF2-40B4-BE49-F238E27FC236}">
                  <a16:creationId xmlns:a16="http://schemas.microsoft.com/office/drawing/2014/main" id="{EEDBC1EF-1320-7CC0-A9E9-8B9041C8D3B5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6" name="Verbinder: gekrümmt 315">
              <a:extLst>
                <a:ext uri="{FF2B5EF4-FFF2-40B4-BE49-F238E27FC236}">
                  <a16:creationId xmlns:a16="http://schemas.microsoft.com/office/drawing/2014/main" id="{94C975EE-D33A-0973-DEE4-4E6A6045574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20" name="Grafik 319">
            <a:extLst>
              <a:ext uri="{FF2B5EF4-FFF2-40B4-BE49-F238E27FC236}">
                <a16:creationId xmlns:a16="http://schemas.microsoft.com/office/drawing/2014/main" id="{88EA1FF2-328E-4F19-BAA0-9439FDFD370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819356" y="2789330"/>
            <a:ext cx="90077" cy="28388"/>
          </a:xfrm>
          <a:prstGeom prst="rect">
            <a:avLst/>
          </a:prstGeom>
        </p:spPr>
      </p:pic>
      <p:sp>
        <p:nvSpPr>
          <p:cNvPr id="321" name="Flussdiagramm: Datenträger mit direktem Zugriff 320">
            <a:extLst>
              <a:ext uri="{FF2B5EF4-FFF2-40B4-BE49-F238E27FC236}">
                <a16:creationId xmlns:a16="http://schemas.microsoft.com/office/drawing/2014/main" id="{1BF01793-240E-8330-CDA3-760E03134B09}"/>
              </a:ext>
            </a:extLst>
          </p:cNvPr>
          <p:cNvSpPr/>
          <p:nvPr/>
        </p:nvSpPr>
        <p:spPr>
          <a:xfrm rot="5400000">
            <a:off x="4817654" y="289195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937A9597-B47B-6235-879B-14438CAB6965}"/>
              </a:ext>
            </a:extLst>
          </p:cNvPr>
          <p:cNvGrpSpPr/>
          <p:nvPr/>
        </p:nvGrpSpPr>
        <p:grpSpPr>
          <a:xfrm flipH="1">
            <a:off x="5543585" y="2285653"/>
            <a:ext cx="19389" cy="713061"/>
            <a:chOff x="6851814" y="1766023"/>
            <a:chExt cx="78569" cy="2068826"/>
          </a:xfrm>
        </p:grpSpPr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83CF38F2-4788-3D35-E341-E102B7FB2D19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7B772EF1-4578-474A-BE05-9F3BC1669E9F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0113ED61-826D-F3ED-EB32-0B9C42513956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195D4549-F886-217E-1B7B-3004752D5CC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7B3C791D-AB79-0BBC-9B95-4FCE3027931B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9" name="Flussdiagramm: Datenträger mit direktem Zugriff 178">
            <a:extLst>
              <a:ext uri="{FF2B5EF4-FFF2-40B4-BE49-F238E27FC236}">
                <a16:creationId xmlns:a16="http://schemas.microsoft.com/office/drawing/2014/main" id="{10BA6066-27DB-2BA8-A950-FD557EE09753}"/>
              </a:ext>
            </a:extLst>
          </p:cNvPr>
          <p:cNvSpPr/>
          <p:nvPr/>
        </p:nvSpPr>
        <p:spPr>
          <a:xfrm rot="5400000">
            <a:off x="5508789" y="2327963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0" name="Grafik 179">
            <a:extLst>
              <a:ext uri="{FF2B5EF4-FFF2-40B4-BE49-F238E27FC236}">
                <a16:creationId xmlns:a16="http://schemas.microsoft.com/office/drawing/2014/main" id="{524BC2A8-71DA-202C-A774-E63626CC6D9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510364" y="2268544"/>
            <a:ext cx="90077" cy="28388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7C02E58-C111-4EA7-1847-25A85FFFF541}"/>
              </a:ext>
            </a:extLst>
          </p:cNvPr>
          <p:cNvSpPr/>
          <p:nvPr/>
        </p:nvSpPr>
        <p:spPr>
          <a:xfrm>
            <a:off x="5515641" y="23540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7BA4A9B-D254-88FC-6D87-98DE96B34773}"/>
              </a:ext>
            </a:extLst>
          </p:cNvPr>
          <p:cNvSpPr/>
          <p:nvPr/>
        </p:nvSpPr>
        <p:spPr>
          <a:xfrm>
            <a:off x="5513258" y="2472625"/>
            <a:ext cx="23461" cy="732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F845E76-3289-ACD7-3DC5-C248997C1366}"/>
              </a:ext>
            </a:extLst>
          </p:cNvPr>
          <p:cNvSpPr/>
          <p:nvPr/>
        </p:nvSpPr>
        <p:spPr>
          <a:xfrm>
            <a:off x="5565647" y="23564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5A8FE43E-0F8B-F15D-692B-5DCBA56481A1}"/>
              </a:ext>
            </a:extLst>
          </p:cNvPr>
          <p:cNvSpPr/>
          <p:nvPr/>
        </p:nvSpPr>
        <p:spPr>
          <a:xfrm>
            <a:off x="5515639" y="1948197"/>
            <a:ext cx="23461" cy="88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5FF465-0ADA-A643-AC03-0A774074E6CE}"/>
              </a:ext>
            </a:extLst>
          </p:cNvPr>
          <p:cNvSpPr/>
          <p:nvPr/>
        </p:nvSpPr>
        <p:spPr>
          <a:xfrm>
            <a:off x="5475661" y="1654286"/>
            <a:ext cx="172817" cy="1296258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35" name="Gruppieren 334">
            <a:extLst>
              <a:ext uri="{FF2B5EF4-FFF2-40B4-BE49-F238E27FC236}">
                <a16:creationId xmlns:a16="http://schemas.microsoft.com/office/drawing/2014/main" id="{7423334E-98E7-0618-01BC-75BC8D8CC6C5}"/>
              </a:ext>
            </a:extLst>
          </p:cNvPr>
          <p:cNvGrpSpPr/>
          <p:nvPr/>
        </p:nvGrpSpPr>
        <p:grpSpPr>
          <a:xfrm flipH="1">
            <a:off x="5874582" y="2288036"/>
            <a:ext cx="19389" cy="713061"/>
            <a:chOff x="6851814" y="1766023"/>
            <a:chExt cx="78569" cy="2068826"/>
          </a:xfrm>
        </p:grpSpPr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618E50BD-6742-F728-C606-35CA6696B3DB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E02212D4-4A69-ACF2-983B-9AD6073A8DA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8" name="Rechteck 337">
              <a:extLst>
                <a:ext uri="{FF2B5EF4-FFF2-40B4-BE49-F238E27FC236}">
                  <a16:creationId xmlns:a16="http://schemas.microsoft.com/office/drawing/2014/main" id="{780B4405-D36A-78B6-1424-F17591977E5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Rechteck 338">
              <a:extLst>
                <a:ext uri="{FF2B5EF4-FFF2-40B4-BE49-F238E27FC236}">
                  <a16:creationId xmlns:a16="http://schemas.microsoft.com/office/drawing/2014/main" id="{F7711CBA-B9C3-799D-4F87-28F2FE2ED8B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A0D3D56F-C48A-FA07-0947-046052EA1AF1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41" name="Flussdiagramm: Datenträger mit direktem Zugriff 340">
            <a:extLst>
              <a:ext uri="{FF2B5EF4-FFF2-40B4-BE49-F238E27FC236}">
                <a16:creationId xmlns:a16="http://schemas.microsoft.com/office/drawing/2014/main" id="{27B6A48F-7ED2-0439-87C8-4A74F3C462D0}"/>
              </a:ext>
            </a:extLst>
          </p:cNvPr>
          <p:cNvSpPr/>
          <p:nvPr/>
        </p:nvSpPr>
        <p:spPr>
          <a:xfrm rot="5400000">
            <a:off x="5839786" y="2330346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2" name="Grafik 341">
            <a:extLst>
              <a:ext uri="{FF2B5EF4-FFF2-40B4-BE49-F238E27FC236}">
                <a16:creationId xmlns:a16="http://schemas.microsoft.com/office/drawing/2014/main" id="{3E4FEDDB-A6B1-95E8-5B5B-8CBE2B8164D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841361" y="2270927"/>
            <a:ext cx="90077" cy="28388"/>
          </a:xfrm>
          <a:prstGeom prst="rect">
            <a:avLst/>
          </a:prstGeom>
        </p:spPr>
      </p:pic>
      <p:cxnSp>
        <p:nvCxnSpPr>
          <p:cNvPr id="345" name="Gerade Verbindung mit Pfeil 344">
            <a:extLst>
              <a:ext uri="{FF2B5EF4-FFF2-40B4-BE49-F238E27FC236}">
                <a16:creationId xmlns:a16="http://schemas.microsoft.com/office/drawing/2014/main" id="{E627E4AB-0DE5-A671-9205-78A8B42CF209}"/>
              </a:ext>
            </a:extLst>
          </p:cNvPr>
          <p:cNvCxnSpPr>
            <a:cxnSpLocks/>
          </p:cNvCxnSpPr>
          <p:nvPr/>
        </p:nvCxnSpPr>
        <p:spPr>
          <a:xfrm flipV="1">
            <a:off x="5605329" y="25091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Gerade Verbindung mit Pfeil 347">
            <a:extLst>
              <a:ext uri="{FF2B5EF4-FFF2-40B4-BE49-F238E27FC236}">
                <a16:creationId xmlns:a16="http://schemas.microsoft.com/office/drawing/2014/main" id="{23FBACD4-147E-C0F2-B36E-382881E6BB1B}"/>
              </a:ext>
            </a:extLst>
          </p:cNvPr>
          <p:cNvCxnSpPr>
            <a:cxnSpLocks/>
          </p:cNvCxnSpPr>
          <p:nvPr/>
        </p:nvCxnSpPr>
        <p:spPr>
          <a:xfrm flipV="1">
            <a:off x="5605329" y="19884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2" name="Gruppieren 361">
            <a:extLst>
              <a:ext uri="{FF2B5EF4-FFF2-40B4-BE49-F238E27FC236}">
                <a16:creationId xmlns:a16="http://schemas.microsoft.com/office/drawing/2014/main" id="{773D9A77-C000-B7F3-10CD-6BCFC4116769}"/>
              </a:ext>
            </a:extLst>
          </p:cNvPr>
          <p:cNvGrpSpPr/>
          <p:nvPr/>
        </p:nvGrpSpPr>
        <p:grpSpPr>
          <a:xfrm rot="10800000">
            <a:off x="8159103" y="2724824"/>
            <a:ext cx="75705" cy="277927"/>
            <a:chOff x="3476670" y="3647733"/>
            <a:chExt cx="75705" cy="277927"/>
          </a:xfrm>
        </p:grpSpPr>
        <p:sp>
          <p:nvSpPr>
            <p:cNvPr id="363" name="Rechteck 362">
              <a:extLst>
                <a:ext uri="{FF2B5EF4-FFF2-40B4-BE49-F238E27FC236}">
                  <a16:creationId xmlns:a16="http://schemas.microsoft.com/office/drawing/2014/main" id="{66AC8ECE-4BFD-59BD-DBD6-FB933516486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4" name="Verbinder: gekrümmt 363">
              <a:extLst>
                <a:ext uri="{FF2B5EF4-FFF2-40B4-BE49-F238E27FC236}">
                  <a16:creationId xmlns:a16="http://schemas.microsoft.com/office/drawing/2014/main" id="{2BFED965-260D-23F6-D850-83847A90BF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65" name="Grafik 364">
            <a:extLst>
              <a:ext uri="{FF2B5EF4-FFF2-40B4-BE49-F238E27FC236}">
                <a16:creationId xmlns:a16="http://schemas.microsoft.com/office/drawing/2014/main" id="{D49C37F6-61F4-4205-C5F8-A0150899632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120518" y="2996859"/>
            <a:ext cx="90077" cy="28388"/>
          </a:xfrm>
          <a:prstGeom prst="rect">
            <a:avLst/>
          </a:prstGeom>
        </p:spPr>
      </p:pic>
      <p:sp>
        <p:nvSpPr>
          <p:cNvPr id="374" name="Rechteck: abgerundete Ecken 373">
            <a:extLst>
              <a:ext uri="{FF2B5EF4-FFF2-40B4-BE49-F238E27FC236}">
                <a16:creationId xmlns:a16="http://schemas.microsoft.com/office/drawing/2014/main" id="{C6F6B9D0-4190-9A4D-5EEE-2674B6733C09}"/>
              </a:ext>
            </a:extLst>
          </p:cNvPr>
          <p:cNvSpPr/>
          <p:nvPr/>
        </p:nvSpPr>
        <p:spPr>
          <a:xfrm>
            <a:off x="9034925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22   </a:t>
            </a:r>
          </a:p>
        </p:txBody>
      </p:sp>
      <p:sp>
        <p:nvSpPr>
          <p:cNvPr id="375" name="Rechteck: abgerundete Ecken 374">
            <a:extLst>
              <a:ext uri="{FF2B5EF4-FFF2-40B4-BE49-F238E27FC236}">
                <a16:creationId xmlns:a16="http://schemas.microsoft.com/office/drawing/2014/main" id="{3F1F017F-3ED9-B6BF-7180-D000784F8FF9}"/>
              </a:ext>
            </a:extLst>
          </p:cNvPr>
          <p:cNvSpPr/>
          <p:nvPr/>
        </p:nvSpPr>
        <p:spPr>
          <a:xfrm>
            <a:off x="9380619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23   </a:t>
            </a:r>
          </a:p>
        </p:txBody>
      </p:sp>
      <p:sp>
        <p:nvSpPr>
          <p:cNvPr id="376" name="Rechteck 375">
            <a:extLst>
              <a:ext uri="{FF2B5EF4-FFF2-40B4-BE49-F238E27FC236}">
                <a16:creationId xmlns:a16="http://schemas.microsoft.com/office/drawing/2014/main" id="{02457479-FF05-5E05-A7CC-DC31A0F9FA6B}"/>
              </a:ext>
            </a:extLst>
          </p:cNvPr>
          <p:cNvSpPr/>
          <p:nvPr/>
        </p:nvSpPr>
        <p:spPr>
          <a:xfrm rot="5400000">
            <a:off x="9047268" y="2743449"/>
            <a:ext cx="310603" cy="6989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4200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BC703767-FC09-4D63-A41D-49357769E495}"/>
              </a:ext>
            </a:extLst>
          </p:cNvPr>
          <p:cNvGrpSpPr/>
          <p:nvPr/>
        </p:nvGrpSpPr>
        <p:grpSpPr>
          <a:xfrm>
            <a:off x="3287863" y="3552122"/>
            <a:ext cx="467578" cy="90248"/>
            <a:chOff x="4413024" y="3765960"/>
            <a:chExt cx="467578" cy="90248"/>
          </a:xfrm>
        </p:grpSpPr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3C492A4F-160F-4A15-D5B4-30DEF8C5FBF2}"/>
                </a:ext>
              </a:extLst>
            </p:cNvPr>
            <p:cNvSpPr/>
            <p:nvPr/>
          </p:nvSpPr>
          <p:spPr>
            <a:xfrm>
              <a:off x="4413024" y="3766208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EBB8E8BD-7946-D9C6-4195-7AA5C2D292E7}"/>
                </a:ext>
              </a:extLst>
            </p:cNvPr>
            <p:cNvSpPr/>
            <p:nvPr/>
          </p:nvSpPr>
          <p:spPr>
            <a:xfrm>
              <a:off x="4790602" y="3765960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53" name="Gruppieren 352">
            <a:extLst>
              <a:ext uri="{FF2B5EF4-FFF2-40B4-BE49-F238E27FC236}">
                <a16:creationId xmlns:a16="http://schemas.microsoft.com/office/drawing/2014/main" id="{C3AB486F-A111-B53D-0FBB-1DAE010FF2F1}"/>
              </a:ext>
            </a:extLst>
          </p:cNvPr>
          <p:cNvGrpSpPr/>
          <p:nvPr/>
        </p:nvGrpSpPr>
        <p:grpSpPr>
          <a:xfrm>
            <a:off x="4300537" y="2878471"/>
            <a:ext cx="814387" cy="1058530"/>
            <a:chOff x="3576637" y="2884821"/>
            <a:chExt cx="814387" cy="1058530"/>
          </a:xfrm>
        </p:grpSpPr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ACCFCB97-8BB1-6664-4C86-DD619D15697D}"/>
                </a:ext>
              </a:extLst>
            </p:cNvPr>
            <p:cNvSpPr/>
            <p:nvPr/>
          </p:nvSpPr>
          <p:spPr>
            <a:xfrm rot="5400000">
              <a:off x="3884279" y="3436606"/>
              <a:ext cx="199103" cy="8143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CB9CC1EF-B916-FC53-CFBB-BC0D2A8C387A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Bogen 322">
              <a:extLst>
                <a:ext uri="{FF2B5EF4-FFF2-40B4-BE49-F238E27FC236}">
                  <a16:creationId xmlns:a16="http://schemas.microsoft.com/office/drawing/2014/main" id="{1BE5042C-A832-4A77-530E-06E634AA4996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Rechteck 323">
              <a:extLst>
                <a:ext uri="{FF2B5EF4-FFF2-40B4-BE49-F238E27FC236}">
                  <a16:creationId xmlns:a16="http://schemas.microsoft.com/office/drawing/2014/main" id="{EC746675-979B-668C-D954-0140505F9A31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Rechteck 324">
              <a:extLst>
                <a:ext uri="{FF2B5EF4-FFF2-40B4-BE49-F238E27FC236}">
                  <a16:creationId xmlns:a16="http://schemas.microsoft.com/office/drawing/2014/main" id="{2070AF09-7E34-4D8C-74CA-D4085FBD7EE6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67C21F0D-5555-17DB-D578-C4D54B884C07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Rechteck 326">
              <a:extLst>
                <a:ext uri="{FF2B5EF4-FFF2-40B4-BE49-F238E27FC236}">
                  <a16:creationId xmlns:a16="http://schemas.microsoft.com/office/drawing/2014/main" id="{1423B56A-A3D7-EDAF-50F4-904430B9FAA0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8" name="Rechteck 327">
              <a:extLst>
                <a:ext uri="{FF2B5EF4-FFF2-40B4-BE49-F238E27FC236}">
                  <a16:creationId xmlns:a16="http://schemas.microsoft.com/office/drawing/2014/main" id="{AE1AD305-620D-C48E-6E72-C844DE269B04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Rechteck 328">
              <a:extLst>
                <a:ext uri="{FF2B5EF4-FFF2-40B4-BE49-F238E27FC236}">
                  <a16:creationId xmlns:a16="http://schemas.microsoft.com/office/drawing/2014/main" id="{600D350D-A5E3-5678-CF02-01844B417071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Rechteck 377">
              <a:extLst>
                <a:ext uri="{FF2B5EF4-FFF2-40B4-BE49-F238E27FC236}">
                  <a16:creationId xmlns:a16="http://schemas.microsoft.com/office/drawing/2014/main" id="{ECD391B8-7C37-2AA0-DB2D-E4485922D127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Rechteck 378">
              <a:extLst>
                <a:ext uri="{FF2B5EF4-FFF2-40B4-BE49-F238E27FC236}">
                  <a16:creationId xmlns:a16="http://schemas.microsoft.com/office/drawing/2014/main" id="{1FB62F75-2CDC-C046-05FC-101CF03E111D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0B500E6-C25A-83CE-24EF-87C9BD3ACB04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Rechteck 376">
              <a:extLst>
                <a:ext uri="{FF2B5EF4-FFF2-40B4-BE49-F238E27FC236}">
                  <a16:creationId xmlns:a16="http://schemas.microsoft.com/office/drawing/2014/main" id="{43C93355-861B-E048-3B3C-058E2EA97845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Verbinder: gekrümmt 19">
              <a:extLst>
                <a:ext uri="{FF2B5EF4-FFF2-40B4-BE49-F238E27FC236}">
                  <a16:creationId xmlns:a16="http://schemas.microsoft.com/office/drawing/2014/main" id="{023E9EE8-346D-62DD-AB40-97727BB3DFC9}"/>
                </a:ext>
              </a:extLst>
            </p:cNvPr>
            <p:cNvCxnSpPr>
              <a:cxnSpLocks/>
              <a:endCxn id="5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00476020-3C5E-612B-E05D-077EBD06A8AA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944C9A0-07F9-7257-8FB3-83D090FA5C04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2BE67435-440C-885B-65DA-4F10303FF6E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2282658D-F22B-8709-F942-4BB192121CF5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81AFB3D8-43E9-F43A-51C5-DE6A088011AB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30" name="Verbinder: gekrümmt 329">
              <a:extLst>
                <a:ext uri="{FF2B5EF4-FFF2-40B4-BE49-F238E27FC236}">
                  <a16:creationId xmlns:a16="http://schemas.microsoft.com/office/drawing/2014/main" id="{CFFA7DE2-E9E7-3BC1-B47A-76AF59469F24}"/>
                </a:ext>
              </a:extLst>
            </p:cNvPr>
            <p:cNvCxnSpPr>
              <a:cxnSpLocks/>
              <a:endCxn id="101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10DB483F-B5D3-89A3-C084-2F42DDCCCB42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Halbbogen 350">
              <a:extLst>
                <a:ext uri="{FF2B5EF4-FFF2-40B4-BE49-F238E27FC236}">
                  <a16:creationId xmlns:a16="http://schemas.microsoft.com/office/drawing/2014/main" id="{0731EA69-B82B-14C2-EC3B-EAEC4B8C230F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52" name="Halbbogen 351">
              <a:extLst>
                <a:ext uri="{FF2B5EF4-FFF2-40B4-BE49-F238E27FC236}">
                  <a16:creationId xmlns:a16="http://schemas.microsoft.com/office/drawing/2014/main" id="{6BF531E2-25D5-17A7-78B9-E30F6BC9F49D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grpSp>
        <p:nvGrpSpPr>
          <p:cNvPr id="354" name="Gruppieren 353">
            <a:extLst>
              <a:ext uri="{FF2B5EF4-FFF2-40B4-BE49-F238E27FC236}">
                <a16:creationId xmlns:a16="http://schemas.microsoft.com/office/drawing/2014/main" id="{8115EBD4-0CDA-E59A-C062-7E5A8EC6C78E}"/>
              </a:ext>
            </a:extLst>
          </p:cNvPr>
          <p:cNvGrpSpPr/>
          <p:nvPr/>
        </p:nvGrpSpPr>
        <p:grpSpPr>
          <a:xfrm rot="10800000">
            <a:off x="7604606" y="1858600"/>
            <a:ext cx="792160" cy="1058531"/>
            <a:chOff x="3582552" y="2884821"/>
            <a:chExt cx="792160" cy="1058531"/>
          </a:xfrm>
        </p:grpSpPr>
        <p:sp>
          <p:nvSpPr>
            <p:cNvPr id="355" name="Rechteck 354">
              <a:extLst>
                <a:ext uri="{FF2B5EF4-FFF2-40B4-BE49-F238E27FC236}">
                  <a16:creationId xmlns:a16="http://schemas.microsoft.com/office/drawing/2014/main" id="{A6D9DF68-F7FB-E98E-2ACA-B7346077513A}"/>
                </a:ext>
              </a:extLst>
            </p:cNvPr>
            <p:cNvSpPr/>
            <p:nvPr/>
          </p:nvSpPr>
          <p:spPr>
            <a:xfrm rot="5400000">
              <a:off x="3879080" y="3447721"/>
              <a:ext cx="199103" cy="79216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6C45F4C5-EF76-F6CE-881E-53CEB1A3053F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Bogen 356">
              <a:extLst>
                <a:ext uri="{FF2B5EF4-FFF2-40B4-BE49-F238E27FC236}">
                  <a16:creationId xmlns:a16="http://schemas.microsoft.com/office/drawing/2014/main" id="{279931CD-0E62-F160-59AF-FF1DCFA2274C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Rechteck 357">
              <a:extLst>
                <a:ext uri="{FF2B5EF4-FFF2-40B4-BE49-F238E27FC236}">
                  <a16:creationId xmlns:a16="http://schemas.microsoft.com/office/drawing/2014/main" id="{0CDAD09B-CA73-3AC0-594F-5A9421A2E185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Rechteck 358">
              <a:extLst>
                <a:ext uri="{FF2B5EF4-FFF2-40B4-BE49-F238E27FC236}">
                  <a16:creationId xmlns:a16="http://schemas.microsoft.com/office/drawing/2014/main" id="{AE526B6A-5956-8CB7-BBE3-A79ECAA30973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Rechteck 359">
              <a:extLst>
                <a:ext uri="{FF2B5EF4-FFF2-40B4-BE49-F238E27FC236}">
                  <a16:creationId xmlns:a16="http://schemas.microsoft.com/office/drawing/2014/main" id="{3E5302A2-9B32-66F0-DD29-BCADC1C47772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Rechteck 360">
              <a:extLst>
                <a:ext uri="{FF2B5EF4-FFF2-40B4-BE49-F238E27FC236}">
                  <a16:creationId xmlns:a16="http://schemas.microsoft.com/office/drawing/2014/main" id="{BDB2CCA3-FE0C-99F6-90DF-7CB6909AD371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Rechteck 379">
              <a:extLst>
                <a:ext uri="{FF2B5EF4-FFF2-40B4-BE49-F238E27FC236}">
                  <a16:creationId xmlns:a16="http://schemas.microsoft.com/office/drawing/2014/main" id="{7DC24DCC-505F-7B42-732F-C937B618ECB1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5182A6C2-C365-02EC-B332-FA88A1DFE5DF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Rechteck 381">
              <a:extLst>
                <a:ext uri="{FF2B5EF4-FFF2-40B4-BE49-F238E27FC236}">
                  <a16:creationId xmlns:a16="http://schemas.microsoft.com/office/drawing/2014/main" id="{71D5A36F-8D23-7AD5-3D05-D13EBB0CEE21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1CC4F0F3-337F-F059-71DA-A5A394BCBCE3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AF1BC4EB-300A-962F-AE88-CEFB04B66E00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Rechteck 384">
              <a:extLst>
                <a:ext uri="{FF2B5EF4-FFF2-40B4-BE49-F238E27FC236}">
                  <a16:creationId xmlns:a16="http://schemas.microsoft.com/office/drawing/2014/main" id="{B69D1E9B-D229-A9C8-5419-724BBF12C728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6" name="Verbinder: gekrümmt 385">
              <a:extLst>
                <a:ext uri="{FF2B5EF4-FFF2-40B4-BE49-F238E27FC236}">
                  <a16:creationId xmlns:a16="http://schemas.microsoft.com/office/drawing/2014/main" id="{9FE3881A-9C6F-7B57-7751-6E7ABCB0546C}"/>
                </a:ext>
              </a:extLst>
            </p:cNvPr>
            <p:cNvCxnSpPr>
              <a:cxnSpLocks/>
              <a:endCxn id="38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87" name="Rechteck 386">
              <a:extLst>
                <a:ext uri="{FF2B5EF4-FFF2-40B4-BE49-F238E27FC236}">
                  <a16:creationId xmlns:a16="http://schemas.microsoft.com/office/drawing/2014/main" id="{DE726E11-B7E3-A528-B0CB-2F3CC4C10B8D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Rechteck 387">
              <a:extLst>
                <a:ext uri="{FF2B5EF4-FFF2-40B4-BE49-F238E27FC236}">
                  <a16:creationId xmlns:a16="http://schemas.microsoft.com/office/drawing/2014/main" id="{216B81C3-9040-4791-2F11-ECE9206BF106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Rechteck 388">
              <a:extLst>
                <a:ext uri="{FF2B5EF4-FFF2-40B4-BE49-F238E27FC236}">
                  <a16:creationId xmlns:a16="http://schemas.microsoft.com/office/drawing/2014/main" id="{4CF4E045-D158-DD78-C847-E373A9A7887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Rechteck 389">
              <a:extLst>
                <a:ext uri="{FF2B5EF4-FFF2-40B4-BE49-F238E27FC236}">
                  <a16:creationId xmlns:a16="http://schemas.microsoft.com/office/drawing/2014/main" id="{FAE10F8C-925D-0E7C-1600-CEF7E73F6FEE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Ellipse 390">
              <a:extLst>
                <a:ext uri="{FF2B5EF4-FFF2-40B4-BE49-F238E27FC236}">
                  <a16:creationId xmlns:a16="http://schemas.microsoft.com/office/drawing/2014/main" id="{4588EA84-688B-5B91-793E-B93C7FD77D16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92" name="Verbinder: gekrümmt 391">
              <a:extLst>
                <a:ext uri="{FF2B5EF4-FFF2-40B4-BE49-F238E27FC236}">
                  <a16:creationId xmlns:a16="http://schemas.microsoft.com/office/drawing/2014/main" id="{DB972015-2779-8692-3FAF-DFD7AC4459DD}"/>
                </a:ext>
              </a:extLst>
            </p:cNvPr>
            <p:cNvCxnSpPr>
              <a:cxnSpLocks/>
              <a:endCxn id="390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CDE0CFA7-F567-A903-23AA-E8555E03AE58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Halbbogen 393">
              <a:extLst>
                <a:ext uri="{FF2B5EF4-FFF2-40B4-BE49-F238E27FC236}">
                  <a16:creationId xmlns:a16="http://schemas.microsoft.com/office/drawing/2014/main" id="{76538CCA-05F9-3A03-6D68-2593DCD5AFA0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95" name="Halbbogen 394">
              <a:extLst>
                <a:ext uri="{FF2B5EF4-FFF2-40B4-BE49-F238E27FC236}">
                  <a16:creationId xmlns:a16="http://schemas.microsoft.com/office/drawing/2014/main" id="{05FCC4F4-E2EB-A245-FBDF-B8BE74992CDA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396" name="Textfeld 395">
            <a:extLst>
              <a:ext uri="{FF2B5EF4-FFF2-40B4-BE49-F238E27FC236}">
                <a16:creationId xmlns:a16="http://schemas.microsoft.com/office/drawing/2014/main" id="{07801104-DE54-86EA-6985-4A0065F17238}"/>
              </a:ext>
            </a:extLst>
          </p:cNvPr>
          <p:cNvSpPr txBox="1"/>
          <p:nvPr/>
        </p:nvSpPr>
        <p:spPr>
          <a:xfrm>
            <a:off x="4033156" y="5384334"/>
            <a:ext cx="20437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       Cutting </a:t>
            </a:r>
            <a:r>
              <a:rPr lang="de-DE" sz="900" dirty="0" err="1"/>
              <a:t>cable</a:t>
            </a:r>
            <a:endParaRPr lang="de-DE" sz="900" dirty="0"/>
          </a:p>
          <a:p>
            <a:r>
              <a:rPr lang="de-DE" sz="900" dirty="0"/>
              <a:t>2       Insert </a:t>
            </a:r>
            <a:r>
              <a:rPr lang="de-DE" sz="900" dirty="0" err="1"/>
              <a:t>Shrinksleeve</a:t>
            </a:r>
            <a:endParaRPr lang="de-DE" sz="900" dirty="0"/>
          </a:p>
          <a:p>
            <a:r>
              <a:rPr lang="de-DE" sz="900" dirty="0"/>
              <a:t>3       </a:t>
            </a:r>
            <a:r>
              <a:rPr lang="de-DE" sz="900" dirty="0" err="1"/>
              <a:t>Removing</a:t>
            </a:r>
            <a:r>
              <a:rPr lang="de-DE" sz="900" dirty="0"/>
              <a:t> </a:t>
            </a:r>
            <a:r>
              <a:rPr lang="de-DE" sz="900" dirty="0" err="1"/>
              <a:t>Isolationpart</a:t>
            </a:r>
            <a:r>
              <a:rPr lang="de-DE" sz="900" dirty="0"/>
              <a:t> Terminal 1</a:t>
            </a:r>
          </a:p>
          <a:p>
            <a:r>
              <a:rPr lang="de-DE" sz="900" dirty="0"/>
              <a:t>4       Free Station </a:t>
            </a:r>
          </a:p>
          <a:p>
            <a:r>
              <a:rPr lang="de-DE" sz="900" dirty="0"/>
              <a:t>5  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1</a:t>
            </a:r>
          </a:p>
          <a:p>
            <a:r>
              <a:rPr lang="de-DE" sz="900" dirty="0"/>
              <a:t>6       Free Station</a:t>
            </a:r>
          </a:p>
          <a:p>
            <a:r>
              <a:rPr lang="de-DE" sz="900" dirty="0"/>
              <a:t>7       Bending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1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2 Terminal 1</a:t>
            </a:r>
          </a:p>
        </p:txBody>
      </p:sp>
      <p:sp>
        <p:nvSpPr>
          <p:cNvPr id="397" name="Textfeld 396">
            <a:extLst>
              <a:ext uri="{FF2B5EF4-FFF2-40B4-BE49-F238E27FC236}">
                <a16:creationId xmlns:a16="http://schemas.microsoft.com/office/drawing/2014/main" id="{E6282995-C6CF-70A1-0023-FEAFCC958BC4}"/>
              </a:ext>
            </a:extLst>
          </p:cNvPr>
          <p:cNvSpPr txBox="1"/>
          <p:nvPr/>
        </p:nvSpPr>
        <p:spPr>
          <a:xfrm>
            <a:off x="8446131" y="5375573"/>
            <a:ext cx="1926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17     Bending Terminal 2</a:t>
            </a:r>
          </a:p>
          <a:p>
            <a:r>
              <a:rPr lang="de-DE" sz="900" dirty="0"/>
              <a:t>18     </a:t>
            </a:r>
            <a:r>
              <a:rPr lang="de-DE" sz="900" dirty="0" err="1"/>
              <a:t>Tinning</a:t>
            </a:r>
            <a:r>
              <a:rPr lang="de-DE" sz="900" dirty="0"/>
              <a:t> 1 Terminal 2</a:t>
            </a:r>
          </a:p>
          <a:p>
            <a:r>
              <a:rPr lang="de-DE" sz="900" dirty="0"/>
              <a:t>19     </a:t>
            </a:r>
            <a:r>
              <a:rPr lang="de-DE" sz="900" dirty="0" err="1"/>
              <a:t>Tinning</a:t>
            </a:r>
            <a:r>
              <a:rPr lang="de-DE" sz="900" dirty="0"/>
              <a:t> 2 Terminal 2</a:t>
            </a:r>
          </a:p>
          <a:p>
            <a:r>
              <a:rPr lang="de-DE" sz="900" dirty="0"/>
              <a:t>20     Optical </a:t>
            </a:r>
            <a:r>
              <a:rPr lang="de-DE" sz="900" dirty="0" err="1"/>
              <a:t>Inspection</a:t>
            </a:r>
            <a:r>
              <a:rPr lang="de-DE" sz="900" dirty="0"/>
              <a:t> Terminal 2</a:t>
            </a:r>
          </a:p>
          <a:p>
            <a:r>
              <a:rPr lang="de-DE" sz="900" dirty="0"/>
              <a:t>21     </a:t>
            </a:r>
            <a:r>
              <a:rPr lang="de-DE" sz="900" dirty="0" err="1"/>
              <a:t>Electrical</a:t>
            </a:r>
            <a:r>
              <a:rPr lang="de-DE" sz="900" dirty="0"/>
              <a:t> </a:t>
            </a:r>
            <a:r>
              <a:rPr lang="de-DE" sz="900" dirty="0" err="1"/>
              <a:t>Testing</a:t>
            </a:r>
            <a:endParaRPr lang="de-DE" sz="900" dirty="0"/>
          </a:p>
          <a:p>
            <a:r>
              <a:rPr lang="de-DE" sz="900" dirty="0"/>
              <a:t>22     </a:t>
            </a:r>
            <a:r>
              <a:rPr lang="de-DE" sz="900" dirty="0" err="1"/>
              <a:t>Labeling</a:t>
            </a:r>
            <a:endParaRPr lang="de-DE" sz="900" dirty="0"/>
          </a:p>
          <a:p>
            <a:r>
              <a:rPr lang="de-DE" sz="900" dirty="0"/>
              <a:t>23     Output Cable</a:t>
            </a:r>
          </a:p>
        </p:txBody>
      </p:sp>
      <p:sp>
        <p:nvSpPr>
          <p:cNvPr id="398" name="Textfeld 397">
            <a:extLst>
              <a:ext uri="{FF2B5EF4-FFF2-40B4-BE49-F238E27FC236}">
                <a16:creationId xmlns:a16="http://schemas.microsoft.com/office/drawing/2014/main" id="{8876DD53-E338-E606-E655-CD9D01B91F2A}"/>
              </a:ext>
            </a:extLst>
          </p:cNvPr>
          <p:cNvSpPr txBox="1"/>
          <p:nvPr/>
        </p:nvSpPr>
        <p:spPr>
          <a:xfrm>
            <a:off x="6203263" y="5380236"/>
            <a:ext cx="205207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/>
            </a:lvl1pPr>
          </a:lstStyle>
          <a:p>
            <a:r>
              <a:rPr lang="de-DE" dirty="0"/>
              <a:t>10     Optical </a:t>
            </a:r>
            <a:r>
              <a:rPr lang="de-DE" dirty="0" err="1"/>
              <a:t>Inspection</a:t>
            </a:r>
            <a:r>
              <a:rPr lang="de-DE" dirty="0"/>
              <a:t> Terminal 1</a:t>
            </a:r>
          </a:p>
          <a:p>
            <a:r>
              <a:rPr lang="de-DE" dirty="0"/>
              <a:t>11     </a:t>
            </a:r>
            <a:r>
              <a:rPr lang="de-DE" dirty="0" err="1"/>
              <a:t>Turning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2</a:t>
            </a:r>
          </a:p>
          <a:p>
            <a:r>
              <a:rPr lang="de-DE" dirty="0"/>
              <a:t>12     </a:t>
            </a:r>
            <a:r>
              <a:rPr lang="de-DE" dirty="0" err="1"/>
              <a:t>Turning</a:t>
            </a:r>
            <a:r>
              <a:rPr lang="de-DE" dirty="0"/>
              <a:t> Position Terminal 2    3-6-9</a:t>
            </a:r>
          </a:p>
          <a:p>
            <a:r>
              <a:rPr lang="de-DE" dirty="0"/>
              <a:t>13    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Isolationpart</a:t>
            </a:r>
            <a:r>
              <a:rPr lang="de-DE" dirty="0"/>
              <a:t> Terminal 2</a:t>
            </a:r>
          </a:p>
          <a:p>
            <a:r>
              <a:rPr lang="de-DE" dirty="0"/>
              <a:t>14     Free Station</a:t>
            </a:r>
          </a:p>
          <a:p>
            <a:r>
              <a:rPr lang="de-DE" sz="900" dirty="0"/>
              <a:t>15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2</a:t>
            </a:r>
          </a:p>
          <a:p>
            <a:r>
              <a:rPr lang="de-DE" dirty="0"/>
              <a:t>16     Free Station</a:t>
            </a:r>
            <a:endParaRPr lang="de-DE" sz="900" dirty="0"/>
          </a:p>
        </p:txBody>
      </p:sp>
      <p:sp>
        <p:nvSpPr>
          <p:cNvPr id="401" name="Rechteck 400">
            <a:extLst>
              <a:ext uri="{FF2B5EF4-FFF2-40B4-BE49-F238E27FC236}">
                <a16:creationId xmlns:a16="http://schemas.microsoft.com/office/drawing/2014/main" id="{EB91AAFD-3F79-620C-0A94-BB6CF68ED630}"/>
              </a:ext>
            </a:extLst>
          </p:cNvPr>
          <p:cNvSpPr/>
          <p:nvPr/>
        </p:nvSpPr>
        <p:spPr>
          <a:xfrm>
            <a:off x="4029075" y="4017565"/>
            <a:ext cx="633413" cy="5403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Cooling Generator</a:t>
            </a:r>
          </a:p>
        </p:txBody>
      </p:sp>
      <p:sp>
        <p:nvSpPr>
          <p:cNvPr id="406" name="Bogen 405">
            <a:extLst>
              <a:ext uri="{FF2B5EF4-FFF2-40B4-BE49-F238E27FC236}">
                <a16:creationId xmlns:a16="http://schemas.microsoft.com/office/drawing/2014/main" id="{0A9F292A-FBC0-A417-C2F2-AE33EAD228AA}"/>
              </a:ext>
            </a:extLst>
          </p:cNvPr>
          <p:cNvSpPr/>
          <p:nvPr/>
        </p:nvSpPr>
        <p:spPr>
          <a:xfrm rot="5400000">
            <a:off x="1887251" y="3548349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8" name="Gerader Verbinder 407">
            <a:extLst>
              <a:ext uri="{FF2B5EF4-FFF2-40B4-BE49-F238E27FC236}">
                <a16:creationId xmlns:a16="http://schemas.microsoft.com/office/drawing/2014/main" id="{16ED4264-716A-ED40-37B9-0912C17FA336}"/>
              </a:ext>
            </a:extLst>
          </p:cNvPr>
          <p:cNvCxnSpPr/>
          <p:nvPr/>
        </p:nvCxnSpPr>
        <p:spPr>
          <a:xfrm>
            <a:off x="2845973" y="4696570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Gerade Verbindung mit Pfeil 409">
            <a:extLst>
              <a:ext uri="{FF2B5EF4-FFF2-40B4-BE49-F238E27FC236}">
                <a16:creationId xmlns:a16="http://schemas.microsoft.com/office/drawing/2014/main" id="{F4040FF7-D6E8-4263-9AA2-8A2D07AC01EB}"/>
              </a:ext>
            </a:extLst>
          </p:cNvPr>
          <p:cNvCxnSpPr>
            <a:cxnSpLocks/>
          </p:cNvCxnSpPr>
          <p:nvPr/>
        </p:nvCxnSpPr>
        <p:spPr>
          <a:xfrm flipV="1">
            <a:off x="3400683" y="3325203"/>
            <a:ext cx="5414" cy="550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Gerader Verbinder 411">
            <a:extLst>
              <a:ext uri="{FF2B5EF4-FFF2-40B4-BE49-F238E27FC236}">
                <a16:creationId xmlns:a16="http://schemas.microsoft.com/office/drawing/2014/main" id="{5402DEC2-9D89-E811-3D0B-EF1052B56D7B}"/>
              </a:ext>
            </a:extLst>
          </p:cNvPr>
          <p:cNvCxnSpPr/>
          <p:nvPr/>
        </p:nvCxnSpPr>
        <p:spPr>
          <a:xfrm>
            <a:off x="2886226" y="332697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Gerader Verbinder 412">
            <a:extLst>
              <a:ext uri="{FF2B5EF4-FFF2-40B4-BE49-F238E27FC236}">
                <a16:creationId xmlns:a16="http://schemas.microsoft.com/office/drawing/2014/main" id="{E37CEAF5-8806-55B9-E780-5755C365DB8C}"/>
              </a:ext>
            </a:extLst>
          </p:cNvPr>
          <p:cNvCxnSpPr/>
          <p:nvPr/>
        </p:nvCxnSpPr>
        <p:spPr>
          <a:xfrm>
            <a:off x="3894826" y="333499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feld 414">
            <a:extLst>
              <a:ext uri="{FF2B5EF4-FFF2-40B4-BE49-F238E27FC236}">
                <a16:creationId xmlns:a16="http://schemas.microsoft.com/office/drawing/2014/main" id="{DFC23C4D-9CB1-B6F8-D780-DD778BAA7CA7}"/>
              </a:ext>
            </a:extLst>
          </p:cNvPr>
          <p:cNvSpPr txBox="1"/>
          <p:nvPr/>
        </p:nvSpPr>
        <p:spPr>
          <a:xfrm>
            <a:off x="2877967" y="3950468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16" name="Gerade Verbindung mit Pfeil 415">
            <a:extLst>
              <a:ext uri="{FF2B5EF4-FFF2-40B4-BE49-F238E27FC236}">
                <a16:creationId xmlns:a16="http://schemas.microsoft.com/office/drawing/2014/main" id="{724ED228-6F2E-6C09-576C-C7FB49C272DA}"/>
              </a:ext>
            </a:extLst>
          </p:cNvPr>
          <p:cNvCxnSpPr>
            <a:cxnSpLocks/>
          </p:cNvCxnSpPr>
          <p:nvPr/>
        </p:nvCxnSpPr>
        <p:spPr>
          <a:xfrm>
            <a:off x="6696244" y="1331321"/>
            <a:ext cx="0" cy="71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Gerader Verbinder 416">
            <a:extLst>
              <a:ext uri="{FF2B5EF4-FFF2-40B4-BE49-F238E27FC236}">
                <a16:creationId xmlns:a16="http://schemas.microsoft.com/office/drawing/2014/main" id="{1E1CBEB1-3D20-B2D4-7382-A20334A0F79F}"/>
              </a:ext>
            </a:extLst>
          </p:cNvPr>
          <p:cNvCxnSpPr/>
          <p:nvPr/>
        </p:nvCxnSpPr>
        <p:spPr>
          <a:xfrm>
            <a:off x="6200436" y="145306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Gerader Verbinder 417">
            <a:extLst>
              <a:ext uri="{FF2B5EF4-FFF2-40B4-BE49-F238E27FC236}">
                <a16:creationId xmlns:a16="http://schemas.microsoft.com/office/drawing/2014/main" id="{6E89A8F0-1C1A-FE80-DEDA-3A52873A0B4F}"/>
              </a:ext>
            </a:extLst>
          </p:cNvPr>
          <p:cNvCxnSpPr/>
          <p:nvPr/>
        </p:nvCxnSpPr>
        <p:spPr>
          <a:xfrm>
            <a:off x="7209036" y="1461087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feld 418">
            <a:extLst>
              <a:ext uri="{FF2B5EF4-FFF2-40B4-BE49-F238E27FC236}">
                <a16:creationId xmlns:a16="http://schemas.microsoft.com/office/drawing/2014/main" id="{00A1C9A8-34B6-E927-93FA-D1B408D90A8A}"/>
              </a:ext>
            </a:extLst>
          </p:cNvPr>
          <p:cNvSpPr txBox="1"/>
          <p:nvPr/>
        </p:nvSpPr>
        <p:spPr>
          <a:xfrm>
            <a:off x="6192177" y="2076559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21" name="Gerader Verbinder 420">
            <a:extLst>
              <a:ext uri="{FF2B5EF4-FFF2-40B4-BE49-F238E27FC236}">
                <a16:creationId xmlns:a16="http://schemas.microsoft.com/office/drawing/2014/main" id="{104002DC-1CBE-AEE6-291A-7B4B5225CC4D}"/>
              </a:ext>
            </a:extLst>
          </p:cNvPr>
          <p:cNvCxnSpPr/>
          <p:nvPr/>
        </p:nvCxnSpPr>
        <p:spPr>
          <a:xfrm>
            <a:off x="7967418" y="7938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Bogen 421">
            <a:extLst>
              <a:ext uri="{FF2B5EF4-FFF2-40B4-BE49-F238E27FC236}">
                <a16:creationId xmlns:a16="http://schemas.microsoft.com/office/drawing/2014/main" id="{3396D9B2-80F9-1039-EB46-76537B3CE155}"/>
              </a:ext>
            </a:extLst>
          </p:cNvPr>
          <p:cNvSpPr/>
          <p:nvPr/>
        </p:nvSpPr>
        <p:spPr>
          <a:xfrm rot="16200000">
            <a:off x="7031864" y="-114012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50AE0B4C-6CD9-618B-96A5-F1DA86D2691C}"/>
              </a:ext>
            </a:extLst>
          </p:cNvPr>
          <p:cNvGrpSpPr/>
          <p:nvPr/>
        </p:nvGrpSpPr>
        <p:grpSpPr>
          <a:xfrm>
            <a:off x="2849757" y="2999802"/>
            <a:ext cx="69580" cy="193454"/>
            <a:chOff x="2849757" y="2999802"/>
            <a:chExt cx="69580" cy="193454"/>
          </a:xfrm>
        </p:grpSpPr>
        <p:sp>
          <p:nvSpPr>
            <p:cNvPr id="424" name="Rechteck 423">
              <a:extLst>
                <a:ext uri="{FF2B5EF4-FFF2-40B4-BE49-F238E27FC236}">
                  <a16:creationId xmlns:a16="http://schemas.microsoft.com/office/drawing/2014/main" id="{8B429774-8B94-7203-F945-0830C0E6A020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6" name="Gerade Verbindung mit Pfeil 425">
              <a:extLst>
                <a:ext uri="{FF2B5EF4-FFF2-40B4-BE49-F238E27FC236}">
                  <a16:creationId xmlns:a16="http://schemas.microsoft.com/office/drawing/2014/main" id="{6FC554A2-E699-50C8-9C0B-2536947AE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7C4E101E-6D3F-B73F-FCD2-132B17BBB0E5}"/>
              </a:ext>
            </a:extLst>
          </p:cNvPr>
          <p:cNvGrpSpPr/>
          <p:nvPr/>
        </p:nvGrpSpPr>
        <p:grpSpPr>
          <a:xfrm>
            <a:off x="3502011" y="2991323"/>
            <a:ext cx="69580" cy="193454"/>
            <a:chOff x="2849757" y="2999802"/>
            <a:chExt cx="69580" cy="193454"/>
          </a:xfrm>
        </p:grpSpPr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89CCD666-35A8-8250-0447-BBE2F46E6C98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3" name="Gerade Verbindung mit Pfeil 432">
              <a:extLst>
                <a:ext uri="{FF2B5EF4-FFF2-40B4-BE49-F238E27FC236}">
                  <a16:creationId xmlns:a16="http://schemas.microsoft.com/office/drawing/2014/main" id="{99F59633-1DF9-3730-851A-61003ADDB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1" name="Ellipse 440">
            <a:extLst>
              <a:ext uri="{FF2B5EF4-FFF2-40B4-BE49-F238E27FC236}">
                <a16:creationId xmlns:a16="http://schemas.microsoft.com/office/drawing/2014/main" id="{31B2067F-AB97-F4CE-49F4-78334ACCBE09}"/>
              </a:ext>
            </a:extLst>
          </p:cNvPr>
          <p:cNvSpPr/>
          <p:nvPr/>
        </p:nvSpPr>
        <p:spPr>
          <a:xfrm>
            <a:off x="5513258" y="300574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2" name="Ellipse 441">
            <a:extLst>
              <a:ext uri="{FF2B5EF4-FFF2-40B4-BE49-F238E27FC236}">
                <a16:creationId xmlns:a16="http://schemas.microsoft.com/office/drawing/2014/main" id="{E2AD34D2-176A-FFA8-4978-C218270EC79F}"/>
              </a:ext>
            </a:extLst>
          </p:cNvPr>
          <p:cNvSpPr/>
          <p:nvPr/>
        </p:nvSpPr>
        <p:spPr>
          <a:xfrm>
            <a:off x="5845361" y="300940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6" name="Gruppieren 445">
            <a:extLst>
              <a:ext uri="{FF2B5EF4-FFF2-40B4-BE49-F238E27FC236}">
                <a16:creationId xmlns:a16="http://schemas.microsoft.com/office/drawing/2014/main" id="{2A1647AC-6E31-0BCE-4496-AC0585503FA5}"/>
              </a:ext>
            </a:extLst>
          </p:cNvPr>
          <p:cNvGrpSpPr/>
          <p:nvPr/>
        </p:nvGrpSpPr>
        <p:grpSpPr>
          <a:xfrm rot="10800000">
            <a:off x="6823804" y="2608161"/>
            <a:ext cx="69580" cy="193454"/>
            <a:chOff x="2849757" y="2999802"/>
            <a:chExt cx="69580" cy="193454"/>
          </a:xfrm>
        </p:grpSpPr>
        <p:sp>
          <p:nvSpPr>
            <p:cNvPr id="447" name="Rechteck 446">
              <a:extLst>
                <a:ext uri="{FF2B5EF4-FFF2-40B4-BE49-F238E27FC236}">
                  <a16:creationId xmlns:a16="http://schemas.microsoft.com/office/drawing/2014/main" id="{9700959E-E259-6715-FAB9-614A97605CEC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8FDCD703-6110-D182-46D7-F56DE32B4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4" name="Ellipse 453">
            <a:extLst>
              <a:ext uri="{FF2B5EF4-FFF2-40B4-BE49-F238E27FC236}">
                <a16:creationId xmlns:a16="http://schemas.microsoft.com/office/drawing/2014/main" id="{F5AC4FC0-002D-8324-EB04-802F2831ED7B}"/>
              </a:ext>
            </a:extLst>
          </p:cNvPr>
          <p:cNvSpPr/>
          <p:nvPr/>
        </p:nvSpPr>
        <p:spPr>
          <a:xfrm>
            <a:off x="8826637" y="271955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4" name="Grafik 203">
            <a:extLst>
              <a:ext uri="{FF2B5EF4-FFF2-40B4-BE49-F238E27FC236}">
                <a16:creationId xmlns:a16="http://schemas.microsoft.com/office/drawing/2014/main" id="{39814D31-C871-20EF-470F-FA01ED2713E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408046">
            <a:off x="9605573" y="2565658"/>
            <a:ext cx="1181531" cy="834402"/>
          </a:xfrm>
          <a:prstGeom prst="rect">
            <a:avLst/>
          </a:prstGeom>
        </p:spPr>
      </p:pic>
      <p:sp>
        <p:nvSpPr>
          <p:cNvPr id="460" name="Rechteck 459">
            <a:extLst>
              <a:ext uri="{FF2B5EF4-FFF2-40B4-BE49-F238E27FC236}">
                <a16:creationId xmlns:a16="http://schemas.microsoft.com/office/drawing/2014/main" id="{5CB04050-69CD-84D9-4A18-1FC1ECBB6BFE}"/>
              </a:ext>
            </a:extLst>
          </p:cNvPr>
          <p:cNvSpPr/>
          <p:nvPr/>
        </p:nvSpPr>
        <p:spPr>
          <a:xfrm>
            <a:off x="5270614" y="3995754"/>
            <a:ext cx="680855" cy="5281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endParaRPr lang="de-DE" sz="800" dirty="0"/>
          </a:p>
          <a:p>
            <a:pPr algn="ctr"/>
            <a:r>
              <a:rPr lang="de-DE" sz="800" dirty="0" err="1"/>
              <a:t>Tinning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cxnSp>
        <p:nvCxnSpPr>
          <p:cNvPr id="461" name="Verbinder: gekrümmt 460">
            <a:extLst>
              <a:ext uri="{FF2B5EF4-FFF2-40B4-BE49-F238E27FC236}">
                <a16:creationId xmlns:a16="http://schemas.microsoft.com/office/drawing/2014/main" id="{EE5F864C-5000-50A7-1D5F-78EA74544B6B}"/>
              </a:ext>
            </a:extLst>
          </p:cNvPr>
          <p:cNvCxnSpPr>
            <a:cxnSpLocks/>
            <a:stCxn id="460" idx="1"/>
            <a:endCxn id="136" idx="1"/>
          </p:cNvCxnSpPr>
          <p:nvPr/>
        </p:nvCxnSpPr>
        <p:spPr>
          <a:xfrm rot="10800000">
            <a:off x="4707730" y="3737898"/>
            <a:ext cx="562884" cy="521916"/>
          </a:xfrm>
          <a:prstGeom prst="curvedConnector4">
            <a:avLst>
              <a:gd name="adj1" fmla="val 41157"/>
              <a:gd name="adj2" fmla="val 83575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2" name="Rechteck 401">
            <a:extLst>
              <a:ext uri="{FF2B5EF4-FFF2-40B4-BE49-F238E27FC236}">
                <a16:creationId xmlns:a16="http://schemas.microsoft.com/office/drawing/2014/main" id="{A65D4B45-8A83-9CE7-4A5C-EED89F649B14}"/>
              </a:ext>
            </a:extLst>
          </p:cNvPr>
          <p:cNvSpPr/>
          <p:nvPr/>
        </p:nvSpPr>
        <p:spPr>
          <a:xfrm>
            <a:off x="4732465" y="4159190"/>
            <a:ext cx="494459" cy="39017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700" dirty="0" err="1"/>
              <a:t>Induction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/>
              <a:t>Generator</a:t>
            </a:r>
          </a:p>
        </p:txBody>
      </p:sp>
      <p:sp>
        <p:nvSpPr>
          <p:cNvPr id="468" name="Rechteck 467">
            <a:extLst>
              <a:ext uri="{FF2B5EF4-FFF2-40B4-BE49-F238E27FC236}">
                <a16:creationId xmlns:a16="http://schemas.microsoft.com/office/drawing/2014/main" id="{D28EB021-0B93-5EB5-DBC4-BB92C5E82479}"/>
              </a:ext>
            </a:extLst>
          </p:cNvPr>
          <p:cNvSpPr/>
          <p:nvPr/>
        </p:nvSpPr>
        <p:spPr>
          <a:xfrm rot="5400000">
            <a:off x="1501336" y="3193316"/>
            <a:ext cx="934369" cy="1124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9" name="Rechteck 468">
            <a:extLst>
              <a:ext uri="{FF2B5EF4-FFF2-40B4-BE49-F238E27FC236}">
                <a16:creationId xmlns:a16="http://schemas.microsoft.com/office/drawing/2014/main" id="{8ABC2AEC-F862-746C-F680-631D8F2286DB}"/>
              </a:ext>
            </a:extLst>
          </p:cNvPr>
          <p:cNvSpPr/>
          <p:nvPr/>
        </p:nvSpPr>
        <p:spPr>
          <a:xfrm>
            <a:off x="2172259" y="3276299"/>
            <a:ext cx="167360" cy="161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0" name="Rechteck 469">
            <a:extLst>
              <a:ext uri="{FF2B5EF4-FFF2-40B4-BE49-F238E27FC236}">
                <a16:creationId xmlns:a16="http://schemas.microsoft.com/office/drawing/2014/main" id="{B9A72DFD-2C21-0422-F9F9-76EB0BCC0E49}"/>
              </a:ext>
            </a:extLst>
          </p:cNvPr>
          <p:cNvSpPr/>
          <p:nvPr/>
        </p:nvSpPr>
        <p:spPr>
          <a:xfrm rot="10800000">
            <a:off x="1835983" y="3313408"/>
            <a:ext cx="467198" cy="604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1" name="Rechteck 470">
            <a:extLst>
              <a:ext uri="{FF2B5EF4-FFF2-40B4-BE49-F238E27FC236}">
                <a16:creationId xmlns:a16="http://schemas.microsoft.com/office/drawing/2014/main" id="{19F564EB-31F1-1262-195F-56E679A0D2CE}"/>
              </a:ext>
            </a:extLst>
          </p:cNvPr>
          <p:cNvSpPr/>
          <p:nvPr/>
        </p:nvSpPr>
        <p:spPr>
          <a:xfrm rot="5400000">
            <a:off x="1722342" y="3840866"/>
            <a:ext cx="1442046" cy="10128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2" name="Titel 1">
            <a:extLst>
              <a:ext uri="{FF2B5EF4-FFF2-40B4-BE49-F238E27FC236}">
                <a16:creationId xmlns:a16="http://schemas.microsoft.com/office/drawing/2014/main" id="{34BCB49A-80E4-E2F7-4717-A2CA96680C92}"/>
              </a:ext>
            </a:extLst>
          </p:cNvPr>
          <p:cNvSpPr txBox="1">
            <a:spLocks/>
          </p:cNvSpPr>
          <p:nvPr/>
        </p:nvSpPr>
        <p:spPr>
          <a:xfrm>
            <a:off x="4047226" y="130021"/>
            <a:ext cx="2771963" cy="265716"/>
          </a:xfrm>
          <a:prstGeom prst="rect">
            <a:avLst/>
          </a:prstGeom>
        </p:spPr>
        <p:txBody>
          <a:bodyPr anchor="t"/>
          <a:lstStyle>
            <a:lvl1pPr algn="ctr" defTabSz="457200" rtl="0" eaLnBrk="1" latinLnBrk="0" hangingPunct="1">
              <a:spcBef>
                <a:spcPct val="0"/>
              </a:spcBef>
              <a:buNone/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sz="1100" b="1" dirty="0">
                <a:latin typeface="+mj-lt"/>
              </a:rPr>
              <a:t>Layout linear / Version 2</a:t>
            </a:r>
          </a:p>
        </p:txBody>
      </p:sp>
    </p:spTree>
    <p:extLst>
      <p:ext uri="{BB962C8B-B14F-4D97-AF65-F5344CB8AC3E}">
        <p14:creationId xmlns:p14="http://schemas.microsoft.com/office/powerpoint/2010/main" val="280438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hteck 458">
            <a:extLst>
              <a:ext uri="{FF2B5EF4-FFF2-40B4-BE49-F238E27FC236}">
                <a16:creationId xmlns:a16="http://schemas.microsoft.com/office/drawing/2014/main" id="{D56016DB-7E6B-D9F1-3910-F0EB645996BC}"/>
              </a:ext>
            </a:extLst>
          </p:cNvPr>
          <p:cNvSpPr/>
          <p:nvPr/>
        </p:nvSpPr>
        <p:spPr>
          <a:xfrm rot="5400000">
            <a:off x="4991838" y="2430989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3" name="Ellipse 452">
            <a:extLst>
              <a:ext uri="{FF2B5EF4-FFF2-40B4-BE49-F238E27FC236}">
                <a16:creationId xmlns:a16="http://schemas.microsoft.com/office/drawing/2014/main" id="{6B988D60-903B-86C3-C72C-33B5A4AD2405}"/>
              </a:ext>
            </a:extLst>
          </p:cNvPr>
          <p:cNvSpPr/>
          <p:nvPr/>
        </p:nvSpPr>
        <p:spPr>
          <a:xfrm>
            <a:off x="8126402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2" name="Ellipse 451">
            <a:extLst>
              <a:ext uri="{FF2B5EF4-FFF2-40B4-BE49-F238E27FC236}">
                <a16:creationId xmlns:a16="http://schemas.microsoft.com/office/drawing/2014/main" id="{0F9E84E8-0A56-B5A9-3ACC-D8C0D686C561}"/>
              </a:ext>
            </a:extLst>
          </p:cNvPr>
          <p:cNvSpPr/>
          <p:nvPr/>
        </p:nvSpPr>
        <p:spPr>
          <a:xfrm>
            <a:off x="7795630" y="273261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9" name="Gruppieren 448">
            <a:extLst>
              <a:ext uri="{FF2B5EF4-FFF2-40B4-BE49-F238E27FC236}">
                <a16:creationId xmlns:a16="http://schemas.microsoft.com/office/drawing/2014/main" id="{FEE0D7B8-7537-8DED-1928-4893477DDE15}"/>
              </a:ext>
            </a:extLst>
          </p:cNvPr>
          <p:cNvGrpSpPr/>
          <p:nvPr/>
        </p:nvGrpSpPr>
        <p:grpSpPr>
          <a:xfrm rot="10800000">
            <a:off x="7470723" y="2608161"/>
            <a:ext cx="69580" cy="193454"/>
            <a:chOff x="2849757" y="2999802"/>
            <a:chExt cx="69580" cy="193454"/>
          </a:xfrm>
        </p:grpSpPr>
        <p:sp>
          <p:nvSpPr>
            <p:cNvPr id="450" name="Rechteck 449">
              <a:extLst>
                <a:ext uri="{FF2B5EF4-FFF2-40B4-BE49-F238E27FC236}">
                  <a16:creationId xmlns:a16="http://schemas.microsoft.com/office/drawing/2014/main" id="{005739C7-7F74-7829-DAF1-1666F81B13FD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15B2EECA-64B2-9193-BA70-3AB15E1A2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Gruppieren 442">
            <a:extLst>
              <a:ext uri="{FF2B5EF4-FFF2-40B4-BE49-F238E27FC236}">
                <a16:creationId xmlns:a16="http://schemas.microsoft.com/office/drawing/2014/main" id="{8DCFAD51-652D-34FA-96C0-4F151F44461C}"/>
              </a:ext>
            </a:extLst>
          </p:cNvPr>
          <p:cNvGrpSpPr/>
          <p:nvPr/>
        </p:nvGrpSpPr>
        <p:grpSpPr>
          <a:xfrm rot="10800000">
            <a:off x="6171584" y="2609785"/>
            <a:ext cx="69580" cy="193454"/>
            <a:chOff x="2849757" y="2999802"/>
            <a:chExt cx="69580" cy="193454"/>
          </a:xfrm>
        </p:grpSpPr>
        <p:sp>
          <p:nvSpPr>
            <p:cNvPr id="444" name="Rechteck 443">
              <a:extLst>
                <a:ext uri="{FF2B5EF4-FFF2-40B4-BE49-F238E27FC236}">
                  <a16:creationId xmlns:a16="http://schemas.microsoft.com/office/drawing/2014/main" id="{FF747A45-0BFA-0A16-D62E-F70D98595F1B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5" name="Gerade Verbindung mit Pfeil 444">
              <a:extLst>
                <a:ext uri="{FF2B5EF4-FFF2-40B4-BE49-F238E27FC236}">
                  <a16:creationId xmlns:a16="http://schemas.microsoft.com/office/drawing/2014/main" id="{27E54FC0-AE8A-2F82-C204-38A04B0F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8" name="Ellipse 437">
            <a:extLst>
              <a:ext uri="{FF2B5EF4-FFF2-40B4-BE49-F238E27FC236}">
                <a16:creationId xmlns:a16="http://schemas.microsoft.com/office/drawing/2014/main" id="{1A72A9C7-4B58-F3B1-815A-2C9879596295}"/>
              </a:ext>
            </a:extLst>
          </p:cNvPr>
          <p:cNvSpPr/>
          <p:nvPr/>
        </p:nvSpPr>
        <p:spPr>
          <a:xfrm>
            <a:off x="4828614" y="2996170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9" name="Ellipse 438">
            <a:extLst>
              <a:ext uri="{FF2B5EF4-FFF2-40B4-BE49-F238E27FC236}">
                <a16:creationId xmlns:a16="http://schemas.microsoft.com/office/drawing/2014/main" id="{031347A9-470E-5A2F-0CC7-190CD1065F91}"/>
              </a:ext>
            </a:extLst>
          </p:cNvPr>
          <p:cNvSpPr/>
          <p:nvPr/>
        </p:nvSpPr>
        <p:spPr>
          <a:xfrm>
            <a:off x="449378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5" name="Gruppieren 434">
            <a:extLst>
              <a:ext uri="{FF2B5EF4-FFF2-40B4-BE49-F238E27FC236}">
                <a16:creationId xmlns:a16="http://schemas.microsoft.com/office/drawing/2014/main" id="{9F52DBC8-0273-2A18-8576-B8A996B7A106}"/>
              </a:ext>
            </a:extLst>
          </p:cNvPr>
          <p:cNvGrpSpPr/>
          <p:nvPr/>
        </p:nvGrpSpPr>
        <p:grpSpPr>
          <a:xfrm>
            <a:off x="4177614" y="2993789"/>
            <a:ext cx="69580" cy="193454"/>
            <a:chOff x="2849757" y="2999802"/>
            <a:chExt cx="69580" cy="193454"/>
          </a:xfrm>
        </p:grpSpPr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9BA7E1A2-4B34-531E-F75D-E2413EAB2F5A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7" name="Gerade Verbindung mit Pfeil 436">
              <a:extLst>
                <a:ext uri="{FF2B5EF4-FFF2-40B4-BE49-F238E27FC236}">
                  <a16:creationId xmlns:a16="http://schemas.microsoft.com/office/drawing/2014/main" id="{43DCC557-25D4-CBE2-CF45-0396F6CB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4" name="Ellipse 433">
            <a:extLst>
              <a:ext uri="{FF2B5EF4-FFF2-40B4-BE49-F238E27FC236}">
                <a16:creationId xmlns:a16="http://schemas.microsoft.com/office/drawing/2014/main" id="{DD74DF63-9DFC-378C-AB35-9BC15F46C3E9}"/>
              </a:ext>
            </a:extLst>
          </p:cNvPr>
          <p:cNvSpPr/>
          <p:nvPr/>
        </p:nvSpPr>
        <p:spPr>
          <a:xfrm>
            <a:off x="2521150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3" name="Ellipse 422">
            <a:extLst>
              <a:ext uri="{FF2B5EF4-FFF2-40B4-BE49-F238E27FC236}">
                <a16:creationId xmlns:a16="http://schemas.microsoft.com/office/drawing/2014/main" id="{5BF27D1F-6628-8AAA-CEAB-3EA3D6986126}"/>
              </a:ext>
            </a:extLst>
          </p:cNvPr>
          <p:cNvSpPr/>
          <p:nvPr/>
        </p:nvSpPr>
        <p:spPr>
          <a:xfrm>
            <a:off x="2205364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88FA469-4905-4CE8-826B-317175BFEEBA}"/>
              </a:ext>
            </a:extLst>
          </p:cNvPr>
          <p:cNvSpPr/>
          <p:nvPr/>
        </p:nvSpPr>
        <p:spPr>
          <a:xfrm>
            <a:off x="395983" y="4768562"/>
            <a:ext cx="1440000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Rechteck 251">
            <a:extLst>
              <a:ext uri="{FF2B5EF4-FFF2-40B4-BE49-F238E27FC236}">
                <a16:creationId xmlns:a16="http://schemas.microsoft.com/office/drawing/2014/main" id="{759DC640-E30D-139A-32FB-1B5FC731EF8F}"/>
              </a:ext>
            </a:extLst>
          </p:cNvPr>
          <p:cNvSpPr/>
          <p:nvPr/>
        </p:nvSpPr>
        <p:spPr>
          <a:xfrm rot="5400000">
            <a:off x="8276899" y="3121006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B62A2A78-989D-41C7-0BAE-3FCC7BA74364}"/>
              </a:ext>
            </a:extLst>
          </p:cNvPr>
          <p:cNvSpPr/>
          <p:nvPr/>
        </p:nvSpPr>
        <p:spPr>
          <a:xfrm rot="5400000">
            <a:off x="5671434" y="3121407"/>
            <a:ext cx="427241" cy="3106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1AD31DD-704D-78FE-109A-3DF08A18C6B3}"/>
              </a:ext>
            </a:extLst>
          </p:cNvPr>
          <p:cNvSpPr/>
          <p:nvPr/>
        </p:nvSpPr>
        <p:spPr>
          <a:xfrm rot="5400000">
            <a:off x="4958109" y="1733206"/>
            <a:ext cx="1416563" cy="6601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0D35D68-041B-04B2-8389-3F1AE8A56C1F}"/>
              </a:ext>
            </a:extLst>
          </p:cNvPr>
          <p:cNvSpPr/>
          <p:nvPr/>
        </p:nvSpPr>
        <p:spPr>
          <a:xfrm rot="5400000">
            <a:off x="4950587" y="1933802"/>
            <a:ext cx="1218415" cy="3792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96ED78E7-BB42-51B5-1465-DD4487E13C40}"/>
              </a:ext>
            </a:extLst>
          </p:cNvPr>
          <p:cNvSpPr/>
          <p:nvPr/>
        </p:nvSpPr>
        <p:spPr>
          <a:xfrm>
            <a:off x="1785608" y="2819901"/>
            <a:ext cx="8340891" cy="1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B38364BA-B878-38A4-5D7D-1C74AD4F112C}"/>
              </a:ext>
            </a:extLst>
          </p:cNvPr>
          <p:cNvSpPr/>
          <p:nvPr/>
        </p:nvSpPr>
        <p:spPr>
          <a:xfrm rot="5400000">
            <a:off x="1560536" y="1684351"/>
            <a:ext cx="1404036" cy="7453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50C243E3-42B2-4F0B-34DC-2CCF688341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6740" y="1069909"/>
            <a:ext cx="782808" cy="1285331"/>
          </a:xfrm>
          <a:prstGeom prst="rect">
            <a:avLst/>
          </a:prstGeom>
        </p:spPr>
      </p:pic>
      <p:sp>
        <p:nvSpPr>
          <p:cNvPr id="109" name="Rechteck 108">
            <a:extLst>
              <a:ext uri="{FF2B5EF4-FFF2-40B4-BE49-F238E27FC236}">
                <a16:creationId xmlns:a16="http://schemas.microsoft.com/office/drawing/2014/main" id="{D6BE3DC5-2F9C-3597-3B5D-75EAB6AD6AA2}"/>
              </a:ext>
            </a:extLst>
          </p:cNvPr>
          <p:cNvSpPr/>
          <p:nvPr/>
        </p:nvSpPr>
        <p:spPr>
          <a:xfrm rot="5400000">
            <a:off x="1124230" y="4082492"/>
            <a:ext cx="2389952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9A83A0-11B2-7FB8-5140-7F38FB85F34B}"/>
              </a:ext>
            </a:extLst>
          </p:cNvPr>
          <p:cNvSpPr/>
          <p:nvPr/>
        </p:nvSpPr>
        <p:spPr>
          <a:xfrm rot="16200000">
            <a:off x="1959506" y="4933321"/>
            <a:ext cx="800775" cy="3272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Cuting</a:t>
            </a:r>
            <a:endParaRPr lang="de-DE" sz="11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74141EE-041C-6888-7573-D41952B95829}"/>
              </a:ext>
            </a:extLst>
          </p:cNvPr>
          <p:cNvCxnSpPr>
            <a:cxnSpLocks/>
          </p:cNvCxnSpPr>
          <p:nvPr/>
        </p:nvCxnSpPr>
        <p:spPr>
          <a:xfrm flipV="1">
            <a:off x="2240326" y="5479822"/>
            <a:ext cx="0" cy="800328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ylinder 53">
            <a:extLst>
              <a:ext uri="{FF2B5EF4-FFF2-40B4-BE49-F238E27FC236}">
                <a16:creationId xmlns:a16="http://schemas.microsoft.com/office/drawing/2014/main" id="{E2EB6F2D-00D9-D8CB-B3C9-73FF6DADAC42}"/>
              </a:ext>
            </a:extLst>
          </p:cNvPr>
          <p:cNvSpPr/>
          <p:nvPr/>
        </p:nvSpPr>
        <p:spPr>
          <a:xfrm>
            <a:off x="633685" y="5274144"/>
            <a:ext cx="953245" cy="1104312"/>
          </a:xfrm>
          <a:prstGeom prst="can">
            <a:avLst>
              <a:gd name="adj" fmla="val 9961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238203A-4650-9AAB-ACB9-FE6310B2159C}"/>
              </a:ext>
            </a:extLst>
          </p:cNvPr>
          <p:cNvGrpSpPr/>
          <p:nvPr/>
        </p:nvGrpSpPr>
        <p:grpSpPr>
          <a:xfrm>
            <a:off x="2180023" y="2796091"/>
            <a:ext cx="75705" cy="277927"/>
            <a:chOff x="3476670" y="3647733"/>
            <a:chExt cx="75705" cy="27792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B5C822E-7479-CEFE-DB0C-191246EB95D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Verbinder: gekrümmt 61">
              <a:extLst>
                <a:ext uri="{FF2B5EF4-FFF2-40B4-BE49-F238E27FC236}">
                  <a16:creationId xmlns:a16="http://schemas.microsoft.com/office/drawing/2014/main" id="{C03C96CB-BFF3-4FB1-4C39-550F989859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6B6D27A3-97EE-81E1-FD89-1CE23B5EEB88}"/>
              </a:ext>
            </a:extLst>
          </p:cNvPr>
          <p:cNvGrpSpPr/>
          <p:nvPr/>
        </p:nvGrpSpPr>
        <p:grpSpPr>
          <a:xfrm rot="10800000" flipH="1">
            <a:off x="2222038" y="3152798"/>
            <a:ext cx="22754" cy="1472726"/>
            <a:chOff x="6851814" y="1766023"/>
            <a:chExt cx="78569" cy="2068826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E344AD0-9A79-E3C1-EC0E-8EC950451355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6E3495E2-4F5E-64AD-719A-D351370371C6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034C1B35-E88A-275E-719D-EC942D4D9B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F22D2757-CC97-BB76-91D5-D118AD26FC75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B1B9FEB-0975-C089-65F7-E7CAB19BAD4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88F6367B-CBAA-07F7-88D0-4ACF42B47219}"/>
              </a:ext>
            </a:extLst>
          </p:cNvPr>
          <p:cNvGrpSpPr/>
          <p:nvPr/>
        </p:nvGrpSpPr>
        <p:grpSpPr>
          <a:xfrm>
            <a:off x="2501924" y="2795908"/>
            <a:ext cx="75705" cy="277927"/>
            <a:chOff x="3476670" y="3647733"/>
            <a:chExt cx="75705" cy="277927"/>
          </a:xfrm>
        </p:grpSpPr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4D24A9C9-2FAD-4909-FE51-49F8A9B2A4F2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Verbinder: gekrümmt 79">
              <a:extLst>
                <a:ext uri="{FF2B5EF4-FFF2-40B4-BE49-F238E27FC236}">
                  <a16:creationId xmlns:a16="http://schemas.microsoft.com/office/drawing/2014/main" id="{16054D7C-94C1-1760-1E08-2088E59C4D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E58F645D-9B46-481B-3807-1CF991C3F52B}"/>
              </a:ext>
            </a:extLst>
          </p:cNvPr>
          <p:cNvGrpSpPr/>
          <p:nvPr/>
        </p:nvGrpSpPr>
        <p:grpSpPr>
          <a:xfrm>
            <a:off x="2822492" y="2811273"/>
            <a:ext cx="75705" cy="277927"/>
            <a:chOff x="3476670" y="3647733"/>
            <a:chExt cx="75705" cy="277927"/>
          </a:xfrm>
        </p:grpSpPr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AB022BFC-6A4A-9B92-08A6-EF4D4594245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3" name="Verbinder: gekrümmt 82">
              <a:extLst>
                <a:ext uri="{FF2B5EF4-FFF2-40B4-BE49-F238E27FC236}">
                  <a16:creationId xmlns:a16="http://schemas.microsoft.com/office/drawing/2014/main" id="{E7704BA5-4314-4EF6-1A32-E3CE2891EB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FE4E41C9-636D-234F-8F01-F6D9CBEA3B1F}"/>
              </a:ext>
            </a:extLst>
          </p:cNvPr>
          <p:cNvGrpSpPr/>
          <p:nvPr/>
        </p:nvGrpSpPr>
        <p:grpSpPr>
          <a:xfrm>
            <a:off x="3142888" y="2806402"/>
            <a:ext cx="75705" cy="277927"/>
            <a:chOff x="3476670" y="3647733"/>
            <a:chExt cx="75705" cy="277927"/>
          </a:xfrm>
        </p:grpSpPr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287C2BA7-B453-CFD1-D5DF-7A33A7AF50E4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6" name="Verbinder: gekrümmt 85">
              <a:extLst>
                <a:ext uri="{FF2B5EF4-FFF2-40B4-BE49-F238E27FC236}">
                  <a16:creationId xmlns:a16="http://schemas.microsoft.com/office/drawing/2014/main" id="{21603F25-B21F-8390-A794-6F6846A530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FFAEDE89-A8EE-8864-D0AF-DB580CBB7328}"/>
              </a:ext>
            </a:extLst>
          </p:cNvPr>
          <p:cNvGrpSpPr/>
          <p:nvPr/>
        </p:nvGrpSpPr>
        <p:grpSpPr>
          <a:xfrm>
            <a:off x="3477218" y="2744492"/>
            <a:ext cx="75705" cy="277927"/>
            <a:chOff x="3476670" y="3647733"/>
            <a:chExt cx="75705" cy="277927"/>
          </a:xfrm>
        </p:grpSpPr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D9CE541E-5E87-951F-C986-30A4F2AD2A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9" name="Verbinder: gekrümmt 88">
              <a:extLst>
                <a:ext uri="{FF2B5EF4-FFF2-40B4-BE49-F238E27FC236}">
                  <a16:creationId xmlns:a16="http://schemas.microsoft.com/office/drawing/2014/main" id="{775CE08C-AC64-509E-EE33-5410DE4585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9925675-B7F3-852C-6300-91727BAB5A08}"/>
              </a:ext>
            </a:extLst>
          </p:cNvPr>
          <p:cNvGrpSpPr/>
          <p:nvPr/>
        </p:nvGrpSpPr>
        <p:grpSpPr>
          <a:xfrm>
            <a:off x="3811693" y="2806403"/>
            <a:ext cx="75705" cy="277927"/>
            <a:chOff x="3476670" y="3647733"/>
            <a:chExt cx="75705" cy="277927"/>
          </a:xfrm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07A5480-0719-B44F-F948-558EE11D050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2" name="Verbinder: gekrümmt 91">
              <a:extLst>
                <a:ext uri="{FF2B5EF4-FFF2-40B4-BE49-F238E27FC236}">
                  <a16:creationId xmlns:a16="http://schemas.microsoft.com/office/drawing/2014/main" id="{83164723-05E8-EF79-E1B4-557DF15028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FA33E9D9-053F-A0EA-2C67-3E409B728B07}"/>
              </a:ext>
            </a:extLst>
          </p:cNvPr>
          <p:cNvGrpSpPr/>
          <p:nvPr/>
        </p:nvGrpSpPr>
        <p:grpSpPr>
          <a:xfrm>
            <a:off x="4145951" y="2808958"/>
            <a:ext cx="75705" cy="277927"/>
            <a:chOff x="3476670" y="3647733"/>
            <a:chExt cx="75705" cy="277927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81060DFB-E3C7-C362-81F2-1D1F056C67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5" name="Verbinder: gekrümmt 94">
              <a:extLst>
                <a:ext uri="{FF2B5EF4-FFF2-40B4-BE49-F238E27FC236}">
                  <a16:creationId xmlns:a16="http://schemas.microsoft.com/office/drawing/2014/main" id="{1FBB9258-637E-2420-9B55-11C069C7E7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B359BEE-4999-D354-544F-1C3A4E49B9FB}"/>
              </a:ext>
            </a:extLst>
          </p:cNvPr>
          <p:cNvGrpSpPr/>
          <p:nvPr/>
        </p:nvGrpSpPr>
        <p:grpSpPr>
          <a:xfrm>
            <a:off x="4474134" y="2806403"/>
            <a:ext cx="75705" cy="277927"/>
            <a:chOff x="3476670" y="3647733"/>
            <a:chExt cx="75705" cy="277927"/>
          </a:xfrm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F4070B80-E2B9-B6A3-E425-DE173946F27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Verbinder: gekrümmt 97">
              <a:extLst>
                <a:ext uri="{FF2B5EF4-FFF2-40B4-BE49-F238E27FC236}">
                  <a16:creationId xmlns:a16="http://schemas.microsoft.com/office/drawing/2014/main" id="{B5B0E973-DB24-DEE3-8B06-2A2037DAE9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F3A2BB2D-208D-F1D6-F4B3-51DD92AEA4AD}"/>
              </a:ext>
            </a:extLst>
          </p:cNvPr>
          <p:cNvGrpSpPr/>
          <p:nvPr/>
        </p:nvGrpSpPr>
        <p:grpSpPr>
          <a:xfrm rot="10800000">
            <a:off x="6842814" y="2768267"/>
            <a:ext cx="75705" cy="277927"/>
            <a:chOff x="3476670" y="3647733"/>
            <a:chExt cx="75705" cy="277927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5181A6FC-EC0D-BC75-4759-C6F2D17E5EC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7" name="Verbinder: gekrümmt 106">
              <a:extLst>
                <a:ext uri="{FF2B5EF4-FFF2-40B4-BE49-F238E27FC236}">
                  <a16:creationId xmlns:a16="http://schemas.microsoft.com/office/drawing/2014/main" id="{8EC2ED03-122C-C069-0894-F375B80A2A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11" name="Flussdiagramm: Datenträger mit direktem Zugriff 110">
            <a:extLst>
              <a:ext uri="{FF2B5EF4-FFF2-40B4-BE49-F238E27FC236}">
                <a16:creationId xmlns:a16="http://schemas.microsoft.com/office/drawing/2014/main" id="{CA65ADE4-1B8E-0543-30F2-857A357F8680}"/>
              </a:ext>
            </a:extLst>
          </p:cNvPr>
          <p:cNvSpPr/>
          <p:nvPr/>
        </p:nvSpPr>
        <p:spPr>
          <a:xfrm rot="19835810">
            <a:off x="2211608" y="14984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Flussdiagramm: Datenträger mit direktem Zugriff 111">
            <a:extLst>
              <a:ext uri="{FF2B5EF4-FFF2-40B4-BE49-F238E27FC236}">
                <a16:creationId xmlns:a16="http://schemas.microsoft.com/office/drawing/2014/main" id="{60B69C78-FF0E-6FE3-845D-9775CA99A1B9}"/>
              </a:ext>
            </a:extLst>
          </p:cNvPr>
          <p:cNvSpPr/>
          <p:nvPr/>
        </p:nvSpPr>
        <p:spPr>
          <a:xfrm rot="19835810">
            <a:off x="2237271" y="157689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Flussdiagramm: Datenträger mit direktem Zugriff 112">
            <a:extLst>
              <a:ext uri="{FF2B5EF4-FFF2-40B4-BE49-F238E27FC236}">
                <a16:creationId xmlns:a16="http://schemas.microsoft.com/office/drawing/2014/main" id="{4527F419-717C-3EB0-CA71-89527FE26813}"/>
              </a:ext>
            </a:extLst>
          </p:cNvPr>
          <p:cNvSpPr/>
          <p:nvPr/>
        </p:nvSpPr>
        <p:spPr>
          <a:xfrm rot="3152920">
            <a:off x="2154603" y="158857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Flussdiagramm: Datenträger mit direktem Zugriff 113">
            <a:extLst>
              <a:ext uri="{FF2B5EF4-FFF2-40B4-BE49-F238E27FC236}">
                <a16:creationId xmlns:a16="http://schemas.microsoft.com/office/drawing/2014/main" id="{3A22D148-7D54-B80E-7768-558A6FF76025}"/>
              </a:ext>
            </a:extLst>
          </p:cNvPr>
          <p:cNvSpPr/>
          <p:nvPr/>
        </p:nvSpPr>
        <p:spPr>
          <a:xfrm rot="3152920">
            <a:off x="2246868" y="14124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Flussdiagramm: Datenträger mit direktem Zugriff 114">
            <a:extLst>
              <a:ext uri="{FF2B5EF4-FFF2-40B4-BE49-F238E27FC236}">
                <a16:creationId xmlns:a16="http://schemas.microsoft.com/office/drawing/2014/main" id="{C7CDF857-FD2A-5A87-9D50-BC61302A5210}"/>
              </a:ext>
            </a:extLst>
          </p:cNvPr>
          <p:cNvSpPr/>
          <p:nvPr/>
        </p:nvSpPr>
        <p:spPr>
          <a:xfrm rot="1182316">
            <a:off x="2194140" y="166949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Flussdiagramm: Datenträger mit direktem Zugriff 115">
            <a:extLst>
              <a:ext uri="{FF2B5EF4-FFF2-40B4-BE49-F238E27FC236}">
                <a16:creationId xmlns:a16="http://schemas.microsoft.com/office/drawing/2014/main" id="{31AE4DCA-3F86-C86F-78B9-54B705AEF539}"/>
              </a:ext>
            </a:extLst>
          </p:cNvPr>
          <p:cNvSpPr/>
          <p:nvPr/>
        </p:nvSpPr>
        <p:spPr>
          <a:xfrm rot="1182316">
            <a:off x="2166662" y="141720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Flussdiagramm: Datenträger mit direktem Zugriff 120">
            <a:extLst>
              <a:ext uri="{FF2B5EF4-FFF2-40B4-BE49-F238E27FC236}">
                <a16:creationId xmlns:a16="http://schemas.microsoft.com/office/drawing/2014/main" id="{7987E0F7-A8A3-CAC0-4C51-83A64A14A979}"/>
              </a:ext>
            </a:extLst>
          </p:cNvPr>
          <p:cNvSpPr/>
          <p:nvPr/>
        </p:nvSpPr>
        <p:spPr>
          <a:xfrm rot="5400000">
            <a:off x="2521265" y="2879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Flussdiagramm: Datenträger mit direktem Zugriff 121">
            <a:extLst>
              <a:ext uri="{FF2B5EF4-FFF2-40B4-BE49-F238E27FC236}">
                <a16:creationId xmlns:a16="http://schemas.microsoft.com/office/drawing/2014/main" id="{A049A892-D159-F60B-3D9A-6A4CE9A9432C}"/>
              </a:ext>
            </a:extLst>
          </p:cNvPr>
          <p:cNvSpPr/>
          <p:nvPr/>
        </p:nvSpPr>
        <p:spPr>
          <a:xfrm rot="5400000">
            <a:off x="2841947" y="288798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7FF9CB88-7098-6BDB-FE52-C227A076CBBA}"/>
              </a:ext>
            </a:extLst>
          </p:cNvPr>
          <p:cNvSpPr/>
          <p:nvPr/>
        </p:nvSpPr>
        <p:spPr>
          <a:xfrm>
            <a:off x="2536025" y="2233917"/>
            <a:ext cx="80507" cy="50398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Flussdiagramm: Datenträger mit direktem Zugriff 116">
            <a:extLst>
              <a:ext uri="{FF2B5EF4-FFF2-40B4-BE49-F238E27FC236}">
                <a16:creationId xmlns:a16="http://schemas.microsoft.com/office/drawing/2014/main" id="{CC1A8905-7DDE-34E0-DE3A-E62514BB59E9}"/>
              </a:ext>
            </a:extLst>
          </p:cNvPr>
          <p:cNvSpPr/>
          <p:nvPr/>
        </p:nvSpPr>
        <p:spPr>
          <a:xfrm rot="5400000">
            <a:off x="2528622" y="232212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Flussdiagramm: Datenträger mit direktem Zugriff 117">
            <a:extLst>
              <a:ext uri="{FF2B5EF4-FFF2-40B4-BE49-F238E27FC236}">
                <a16:creationId xmlns:a16="http://schemas.microsoft.com/office/drawing/2014/main" id="{0530DD74-AFFA-547F-813F-6736FD5E629B}"/>
              </a:ext>
            </a:extLst>
          </p:cNvPr>
          <p:cNvSpPr/>
          <p:nvPr/>
        </p:nvSpPr>
        <p:spPr>
          <a:xfrm rot="5400000">
            <a:off x="2528622" y="2499168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Flussdiagramm: Datenträger mit direktem Zugriff 118">
            <a:extLst>
              <a:ext uri="{FF2B5EF4-FFF2-40B4-BE49-F238E27FC236}">
                <a16:creationId xmlns:a16="http://schemas.microsoft.com/office/drawing/2014/main" id="{94FF3375-600C-7594-2005-8B2390FD854D}"/>
              </a:ext>
            </a:extLst>
          </p:cNvPr>
          <p:cNvSpPr/>
          <p:nvPr/>
        </p:nvSpPr>
        <p:spPr>
          <a:xfrm rot="5400000">
            <a:off x="2528622" y="2658052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lussdiagramm: Datenträger mit direktem Zugriff 125">
            <a:extLst>
              <a:ext uri="{FF2B5EF4-FFF2-40B4-BE49-F238E27FC236}">
                <a16:creationId xmlns:a16="http://schemas.microsoft.com/office/drawing/2014/main" id="{C521B0A3-0028-4459-48CF-05A70F000653}"/>
              </a:ext>
            </a:extLst>
          </p:cNvPr>
          <p:cNvSpPr/>
          <p:nvPr/>
        </p:nvSpPr>
        <p:spPr>
          <a:xfrm rot="5400000">
            <a:off x="3164991" y="2882280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lussdiagramm: Datenträger mit direktem Zugriff 126">
            <a:extLst>
              <a:ext uri="{FF2B5EF4-FFF2-40B4-BE49-F238E27FC236}">
                <a16:creationId xmlns:a16="http://schemas.microsoft.com/office/drawing/2014/main" id="{3C8E84B4-5C41-E7F7-BEC2-E79DA8A2B7D3}"/>
              </a:ext>
            </a:extLst>
          </p:cNvPr>
          <p:cNvSpPr/>
          <p:nvPr/>
        </p:nvSpPr>
        <p:spPr>
          <a:xfrm rot="5400000">
            <a:off x="3495877" y="282858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0074B172-7F57-FC56-61A8-D63928DF8B6B}"/>
              </a:ext>
            </a:extLst>
          </p:cNvPr>
          <p:cNvSpPr/>
          <p:nvPr/>
        </p:nvSpPr>
        <p:spPr>
          <a:xfrm rot="5400000">
            <a:off x="2676004" y="2380882"/>
            <a:ext cx="427241" cy="3357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8D48A40-7452-2EA9-C8A3-8E58F553731F}"/>
              </a:ext>
            </a:extLst>
          </p:cNvPr>
          <p:cNvSpPr/>
          <p:nvPr/>
        </p:nvSpPr>
        <p:spPr>
          <a:xfrm>
            <a:off x="2845973" y="2457626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8970BA40-5B09-2D00-7E2B-498A08499127}"/>
              </a:ext>
            </a:extLst>
          </p:cNvPr>
          <p:cNvSpPr/>
          <p:nvPr/>
        </p:nvSpPr>
        <p:spPr>
          <a:xfrm rot="5400000">
            <a:off x="4002246" y="2373247"/>
            <a:ext cx="427241" cy="34433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Flussdiagramm: Datenträger mit direktem Zugriff 20">
            <a:extLst>
              <a:ext uri="{FF2B5EF4-FFF2-40B4-BE49-F238E27FC236}">
                <a16:creationId xmlns:a16="http://schemas.microsoft.com/office/drawing/2014/main" id="{9F289692-A3B5-4675-7EA8-1B4E672B2EB6}"/>
              </a:ext>
            </a:extLst>
          </p:cNvPr>
          <p:cNvSpPr/>
          <p:nvPr/>
        </p:nvSpPr>
        <p:spPr>
          <a:xfrm rot="5400000">
            <a:off x="3831637" y="289684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lussdiagramm: Datenträger mit direktem Zugriff 25">
            <a:extLst>
              <a:ext uri="{FF2B5EF4-FFF2-40B4-BE49-F238E27FC236}">
                <a16:creationId xmlns:a16="http://schemas.microsoft.com/office/drawing/2014/main" id="{68039ACD-61EE-8941-DCDE-C08CFA42E85A}"/>
              </a:ext>
            </a:extLst>
          </p:cNvPr>
          <p:cNvSpPr/>
          <p:nvPr/>
        </p:nvSpPr>
        <p:spPr>
          <a:xfrm rot="5400000">
            <a:off x="4164213" y="2886774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7D615C6-99F0-6641-35A9-154009DB2AF7}"/>
              </a:ext>
            </a:extLst>
          </p:cNvPr>
          <p:cNvSpPr/>
          <p:nvPr/>
        </p:nvSpPr>
        <p:spPr>
          <a:xfrm>
            <a:off x="5411863" y="2998551"/>
            <a:ext cx="282366" cy="12498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9EC228B3-6E1E-F539-0ADA-BC14EBDB2D0E}"/>
              </a:ext>
            </a:extLst>
          </p:cNvPr>
          <p:cNvCxnSpPr>
            <a:cxnSpLocks/>
          </p:cNvCxnSpPr>
          <p:nvPr/>
        </p:nvCxnSpPr>
        <p:spPr>
          <a:xfrm flipV="1">
            <a:off x="5598009" y="2627059"/>
            <a:ext cx="0" cy="259119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Ellipse 63">
            <a:extLst>
              <a:ext uri="{FF2B5EF4-FFF2-40B4-BE49-F238E27FC236}">
                <a16:creationId xmlns:a16="http://schemas.microsoft.com/office/drawing/2014/main" id="{8BCE9345-76DD-0F3B-9676-F5916744A5A7}"/>
              </a:ext>
            </a:extLst>
          </p:cNvPr>
          <p:cNvSpPr/>
          <p:nvPr/>
        </p:nvSpPr>
        <p:spPr>
          <a:xfrm>
            <a:off x="5372004" y="2649605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BC83000-F42D-9452-D2B3-FFF2149958F7}"/>
              </a:ext>
            </a:extLst>
          </p:cNvPr>
          <p:cNvSpPr/>
          <p:nvPr/>
        </p:nvSpPr>
        <p:spPr>
          <a:xfrm>
            <a:off x="5679957" y="2651976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346640D-7307-9C41-51CE-11BD01903A9A}"/>
              </a:ext>
            </a:extLst>
          </p:cNvPr>
          <p:cNvSpPr/>
          <p:nvPr/>
        </p:nvSpPr>
        <p:spPr>
          <a:xfrm>
            <a:off x="5372004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86F249B-83B7-45D2-96D7-F4E9ED745511}"/>
              </a:ext>
            </a:extLst>
          </p:cNvPr>
          <p:cNvSpPr/>
          <p:nvPr/>
        </p:nvSpPr>
        <p:spPr>
          <a:xfrm>
            <a:off x="5677397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C409B2DA-8935-3276-48D6-806416A390EA}"/>
              </a:ext>
            </a:extLst>
          </p:cNvPr>
          <p:cNvGrpSpPr/>
          <p:nvPr/>
        </p:nvGrpSpPr>
        <p:grpSpPr>
          <a:xfrm rot="10800000">
            <a:off x="7172347" y="2717462"/>
            <a:ext cx="75705" cy="277927"/>
            <a:chOff x="3476670" y="3647733"/>
            <a:chExt cx="75705" cy="277927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FCC5F1CB-1508-D960-0DE1-E562D8A8005E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0" name="Verbinder: gekrümmt 99">
              <a:extLst>
                <a:ext uri="{FF2B5EF4-FFF2-40B4-BE49-F238E27FC236}">
                  <a16:creationId xmlns:a16="http://schemas.microsoft.com/office/drawing/2014/main" id="{0C0D5965-B7DE-0678-B894-2C20B2604D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581B6CC-063A-A7D0-1D5B-C7360B85D436}"/>
              </a:ext>
            </a:extLst>
          </p:cNvPr>
          <p:cNvGrpSpPr/>
          <p:nvPr/>
        </p:nvGrpSpPr>
        <p:grpSpPr>
          <a:xfrm rot="10800000">
            <a:off x="6195908" y="2720064"/>
            <a:ext cx="75705" cy="277927"/>
            <a:chOff x="3476670" y="3647733"/>
            <a:chExt cx="75705" cy="277927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C6EB60B8-B299-1FC5-3D45-18F9AC276B0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0" name="Verbinder: gekrümmt 109">
              <a:extLst>
                <a:ext uri="{FF2B5EF4-FFF2-40B4-BE49-F238E27FC236}">
                  <a16:creationId xmlns:a16="http://schemas.microsoft.com/office/drawing/2014/main" id="{D7C9376C-4D55-9BAE-8459-AACC75BDD8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5E2CCE8-5CC3-2A07-C863-E2D248CEDB7B}"/>
              </a:ext>
            </a:extLst>
          </p:cNvPr>
          <p:cNvGrpSpPr/>
          <p:nvPr/>
        </p:nvGrpSpPr>
        <p:grpSpPr>
          <a:xfrm rot="10800000">
            <a:off x="6521602" y="2720064"/>
            <a:ext cx="75705" cy="277927"/>
            <a:chOff x="3476670" y="3647733"/>
            <a:chExt cx="75705" cy="277927"/>
          </a:xfrm>
        </p:grpSpPr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9001CD8F-24AD-C4F6-8C90-6CFC8E1BF960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2" name="Verbinder: gekrümmt 131">
              <a:extLst>
                <a:ext uri="{FF2B5EF4-FFF2-40B4-BE49-F238E27FC236}">
                  <a16:creationId xmlns:a16="http://schemas.microsoft.com/office/drawing/2014/main" id="{481C7FD7-B614-1AD9-7292-40F5B037DC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54" name="Grafik 153">
            <a:extLst>
              <a:ext uri="{FF2B5EF4-FFF2-40B4-BE49-F238E27FC236}">
                <a16:creationId xmlns:a16="http://schemas.microsoft.com/office/drawing/2014/main" id="{0DBDA5C3-779A-CFEC-4BE6-A18847DBF2E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5935" y="670680"/>
            <a:ext cx="357431" cy="449580"/>
          </a:xfrm>
          <a:prstGeom prst="rect">
            <a:avLst/>
          </a:prstGeom>
        </p:spPr>
      </p:pic>
      <p:sp>
        <p:nvSpPr>
          <p:cNvPr id="135" name="Rechteck 134">
            <a:extLst>
              <a:ext uri="{FF2B5EF4-FFF2-40B4-BE49-F238E27FC236}">
                <a16:creationId xmlns:a16="http://schemas.microsoft.com/office/drawing/2014/main" id="{AAD6C9FC-A776-D253-45DA-D7B16BC38273}"/>
              </a:ext>
            </a:extLst>
          </p:cNvPr>
          <p:cNvSpPr/>
          <p:nvPr/>
        </p:nvSpPr>
        <p:spPr>
          <a:xfrm rot="5400000">
            <a:off x="2860631" y="1593195"/>
            <a:ext cx="1404036" cy="9328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8" name="Grafik 137">
            <a:extLst>
              <a:ext uri="{FF2B5EF4-FFF2-40B4-BE49-F238E27FC236}">
                <a16:creationId xmlns:a16="http://schemas.microsoft.com/office/drawing/2014/main" id="{B63B5135-1ED5-0B08-7B06-B82601F83DA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>
            <a:off x="3501003" y="2317689"/>
            <a:ext cx="92019" cy="392999"/>
          </a:xfrm>
          <a:prstGeom prst="rect">
            <a:avLst/>
          </a:prstGeom>
        </p:spPr>
      </p:pic>
      <p:pic>
        <p:nvPicPr>
          <p:cNvPr id="148" name="Grafik 147">
            <a:extLst>
              <a:ext uri="{FF2B5EF4-FFF2-40B4-BE49-F238E27FC236}">
                <a16:creationId xmlns:a16="http://schemas.microsoft.com/office/drawing/2014/main" id="{A8BE2E55-5C0E-DBFA-12DA-CD28254F796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6429" y="839807"/>
            <a:ext cx="979170" cy="1335382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AF549F94-17ED-4B95-7F55-0A44F7DF9E4B}"/>
              </a:ext>
            </a:extLst>
          </p:cNvPr>
          <p:cNvSpPr/>
          <p:nvPr/>
        </p:nvSpPr>
        <p:spPr>
          <a:xfrm>
            <a:off x="3270521" y="2232784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E78E592-31C4-C6F6-E869-50CFA15B471E}"/>
              </a:ext>
            </a:extLst>
          </p:cNvPr>
          <p:cNvSpPr/>
          <p:nvPr/>
        </p:nvSpPr>
        <p:spPr>
          <a:xfrm>
            <a:off x="3248497" y="2678478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CB1619A-B5EC-5F52-2B98-A7D6DAED02DA}"/>
              </a:ext>
            </a:extLst>
          </p:cNvPr>
          <p:cNvSpPr/>
          <p:nvPr/>
        </p:nvSpPr>
        <p:spPr>
          <a:xfrm>
            <a:off x="3763647" y="2677491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7D4AE4C-A45D-1940-8FBF-7D26ADFA9EA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02643" y="1486320"/>
            <a:ext cx="90077" cy="28388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0F4C8609-07D8-7519-3A3F-346F919B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4958048">
            <a:off x="3555043" y="1638720"/>
            <a:ext cx="90077" cy="2838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F01A61B-4F88-174A-1560-80CD83EA29E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487417" y="1499796"/>
            <a:ext cx="90077" cy="28388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EA7EE023-588F-A357-596A-853D3874C7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386186" y="1736793"/>
            <a:ext cx="90077" cy="28388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B655D0CF-B044-1CDA-1B6C-7EDBE39AC0C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8479124">
            <a:off x="3452855" y="1720781"/>
            <a:ext cx="90077" cy="2838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BE3780B-E568-9FD4-D536-ADD0BE01A88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46852" y="1604247"/>
            <a:ext cx="90077" cy="2838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B6EACD5-237E-6262-4E32-AF3EE49E614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529648" y="1766726"/>
            <a:ext cx="90077" cy="28388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221C6338-8940-EF3F-64A2-BC58E3B8499B}"/>
              </a:ext>
            </a:extLst>
          </p:cNvPr>
          <p:cNvSpPr/>
          <p:nvPr/>
        </p:nvSpPr>
        <p:spPr>
          <a:xfrm>
            <a:off x="3500710" y="227851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C901B-432D-847E-C6B9-8F817263F6E8}"/>
              </a:ext>
            </a:extLst>
          </p:cNvPr>
          <p:cNvSpPr/>
          <p:nvPr/>
        </p:nvSpPr>
        <p:spPr>
          <a:xfrm>
            <a:off x="3469813" y="2150923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6F1231C-C20C-9BCC-BE3D-A9BF051D7B2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3498785" y="2252543"/>
            <a:ext cx="90077" cy="28388"/>
          </a:xfrm>
          <a:prstGeom prst="rect">
            <a:avLst/>
          </a:prstGeom>
        </p:spPr>
      </p:pic>
      <p:sp>
        <p:nvSpPr>
          <p:cNvPr id="52" name="Bogen 51">
            <a:extLst>
              <a:ext uri="{FF2B5EF4-FFF2-40B4-BE49-F238E27FC236}">
                <a16:creationId xmlns:a16="http://schemas.microsoft.com/office/drawing/2014/main" id="{E0301303-1792-68A2-F840-D540278BCA0B}"/>
              </a:ext>
            </a:extLst>
          </p:cNvPr>
          <p:cNvSpPr/>
          <p:nvPr/>
        </p:nvSpPr>
        <p:spPr>
          <a:xfrm rot="2415078">
            <a:off x="3505084" y="2381779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9DD90AD8-0DDC-4986-05F1-1D9464E783BB}"/>
              </a:ext>
            </a:extLst>
          </p:cNvPr>
          <p:cNvSpPr/>
          <p:nvPr/>
        </p:nvSpPr>
        <p:spPr>
          <a:xfrm rot="5400000">
            <a:off x="3477262" y="2407029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4906A5FA-D49A-CE1E-325F-8582FEE65451}"/>
              </a:ext>
            </a:extLst>
          </p:cNvPr>
          <p:cNvSpPr/>
          <p:nvPr/>
        </p:nvSpPr>
        <p:spPr>
          <a:xfrm rot="10800000">
            <a:off x="3495501" y="269616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9F00691A-FC5A-7DA5-DC16-18E3CF763A6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3498327" y="2736875"/>
            <a:ext cx="90077" cy="28388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C9B5DD36-6EC5-A04C-CF72-8A9C9BE9EE9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476" y="550500"/>
            <a:ext cx="357431" cy="449580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596F564D-491E-AA7A-FC99-880334351AE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3835593" y="2787421"/>
            <a:ext cx="90077" cy="28388"/>
          </a:xfrm>
          <a:prstGeom prst="rect">
            <a:avLst/>
          </a:prstGeom>
        </p:spPr>
      </p:pic>
      <p:pic>
        <p:nvPicPr>
          <p:cNvPr id="156" name="Grafik 155">
            <a:extLst>
              <a:ext uri="{FF2B5EF4-FFF2-40B4-BE49-F238E27FC236}">
                <a16:creationId xmlns:a16="http://schemas.microsoft.com/office/drawing/2014/main" id="{39810939-682A-2083-86A0-88206C44F78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169085" y="2781323"/>
            <a:ext cx="90077" cy="28388"/>
          </a:xfrm>
          <a:prstGeom prst="rect">
            <a:avLst/>
          </a:prstGeom>
        </p:spPr>
      </p:pic>
      <p:pic>
        <p:nvPicPr>
          <p:cNvPr id="157" name="Grafik 156">
            <a:extLst>
              <a:ext uri="{FF2B5EF4-FFF2-40B4-BE49-F238E27FC236}">
                <a16:creationId xmlns:a16="http://schemas.microsoft.com/office/drawing/2014/main" id="{A6E4D99C-7F59-B07C-5F9F-C700F578C7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495119" y="2792484"/>
            <a:ext cx="90077" cy="28388"/>
          </a:xfrm>
          <a:prstGeom prst="rect">
            <a:avLst/>
          </a:prstGeom>
        </p:spPr>
      </p:pic>
      <p:sp>
        <p:nvSpPr>
          <p:cNvPr id="158" name="Flussdiagramm: Datenträger mit direktem Zugriff 157">
            <a:extLst>
              <a:ext uri="{FF2B5EF4-FFF2-40B4-BE49-F238E27FC236}">
                <a16:creationId xmlns:a16="http://schemas.microsoft.com/office/drawing/2014/main" id="{5FF19632-A04D-7BD9-6614-BE57E123636E}"/>
              </a:ext>
            </a:extLst>
          </p:cNvPr>
          <p:cNvSpPr/>
          <p:nvPr/>
        </p:nvSpPr>
        <p:spPr>
          <a:xfrm rot="5400000">
            <a:off x="4493417" y="2895105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B042EA01-62CC-0E37-E9D1-C59B04561965}"/>
              </a:ext>
            </a:extLst>
          </p:cNvPr>
          <p:cNvSpPr/>
          <p:nvPr/>
        </p:nvSpPr>
        <p:spPr>
          <a:xfrm>
            <a:off x="4138190" y="2571320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Rechteck 174">
            <a:extLst>
              <a:ext uri="{FF2B5EF4-FFF2-40B4-BE49-F238E27FC236}">
                <a16:creationId xmlns:a16="http://schemas.microsoft.com/office/drawing/2014/main" id="{C076B540-B1AB-EC29-FF5C-41CB9C0A96A8}"/>
              </a:ext>
            </a:extLst>
          </p:cNvPr>
          <p:cNvSpPr/>
          <p:nvPr/>
        </p:nvSpPr>
        <p:spPr>
          <a:xfrm rot="5400000">
            <a:off x="5727375" y="3095008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3A7F1CBA-F49D-E294-EB59-5BD570392CB7}"/>
              </a:ext>
            </a:extLst>
          </p:cNvPr>
          <p:cNvSpPr/>
          <p:nvPr/>
        </p:nvSpPr>
        <p:spPr>
          <a:xfrm>
            <a:off x="5841094" y="295053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15008FD5-21D4-AC01-DB5F-2F8D384F783C}"/>
              </a:ext>
            </a:extLst>
          </p:cNvPr>
          <p:cNvSpPr/>
          <p:nvPr/>
        </p:nvSpPr>
        <p:spPr>
          <a:xfrm>
            <a:off x="5898243" y="295291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: nach links gekrümmt 48">
            <a:extLst>
              <a:ext uri="{FF2B5EF4-FFF2-40B4-BE49-F238E27FC236}">
                <a16:creationId xmlns:a16="http://schemas.microsoft.com/office/drawing/2014/main" id="{99703C28-9E86-F98C-9D9E-7CA074B0465D}"/>
              </a:ext>
            </a:extLst>
          </p:cNvPr>
          <p:cNvSpPr/>
          <p:nvPr/>
        </p:nvSpPr>
        <p:spPr>
          <a:xfrm flipV="1">
            <a:off x="5833657" y="2855078"/>
            <a:ext cx="131431" cy="81018"/>
          </a:xfrm>
          <a:prstGeom prst="curvedLeftArrow">
            <a:avLst>
              <a:gd name="adj1" fmla="val 2609"/>
              <a:gd name="adj2" fmla="val 26023"/>
              <a:gd name="adj3" fmla="val 33341"/>
            </a:avLst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3824930F-A0AE-ED6E-3E91-E6B2A2995AAA}"/>
              </a:ext>
            </a:extLst>
          </p:cNvPr>
          <p:cNvSpPr/>
          <p:nvPr/>
        </p:nvSpPr>
        <p:spPr>
          <a:xfrm rot="16200000">
            <a:off x="6185736" y="3268244"/>
            <a:ext cx="1404036" cy="9348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4" name="Grafik 183">
            <a:extLst>
              <a:ext uri="{FF2B5EF4-FFF2-40B4-BE49-F238E27FC236}">
                <a16:creationId xmlns:a16="http://schemas.microsoft.com/office/drawing/2014/main" id="{DA3F21FF-F1D0-AEF7-F3A1-715E8B8553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 rot="10800000">
            <a:off x="6801240" y="3084607"/>
            <a:ext cx="92019" cy="392999"/>
          </a:xfrm>
          <a:prstGeom prst="rect">
            <a:avLst/>
          </a:prstGeom>
        </p:spPr>
      </p:pic>
      <p:pic>
        <p:nvPicPr>
          <p:cNvPr id="185" name="Grafik 184">
            <a:extLst>
              <a:ext uri="{FF2B5EF4-FFF2-40B4-BE49-F238E27FC236}">
                <a16:creationId xmlns:a16="http://schemas.microsoft.com/office/drawing/2014/main" id="{3AF96B92-E592-E6B3-53F5-58F67AC91AF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385807" y="3620106"/>
            <a:ext cx="979170" cy="1335382"/>
          </a:xfrm>
          <a:prstGeom prst="rect">
            <a:avLst/>
          </a:prstGeom>
        </p:spPr>
      </p:pic>
      <p:sp>
        <p:nvSpPr>
          <p:cNvPr id="186" name="Ellipse 185">
            <a:extLst>
              <a:ext uri="{FF2B5EF4-FFF2-40B4-BE49-F238E27FC236}">
                <a16:creationId xmlns:a16="http://schemas.microsoft.com/office/drawing/2014/main" id="{DA769E3F-EE81-B18D-8F36-790D85A71F2A}"/>
              </a:ext>
            </a:extLst>
          </p:cNvPr>
          <p:cNvSpPr/>
          <p:nvPr/>
        </p:nvSpPr>
        <p:spPr>
          <a:xfrm rot="10800000">
            <a:off x="6583741" y="3022511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B26DAF5E-5D7B-CBAA-0961-A607F98CCCC0}"/>
              </a:ext>
            </a:extLst>
          </p:cNvPr>
          <p:cNvSpPr/>
          <p:nvPr/>
        </p:nvSpPr>
        <p:spPr>
          <a:xfrm rot="10800000">
            <a:off x="7073771" y="3044817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C8153EF-1105-2FB9-1396-C8D956E768DF}"/>
              </a:ext>
            </a:extLst>
          </p:cNvPr>
          <p:cNvSpPr/>
          <p:nvPr/>
        </p:nvSpPr>
        <p:spPr>
          <a:xfrm rot="10800000">
            <a:off x="6558621" y="3045804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9" name="Grafik 188">
            <a:extLst>
              <a:ext uri="{FF2B5EF4-FFF2-40B4-BE49-F238E27FC236}">
                <a16:creationId xmlns:a16="http://schemas.microsoft.com/office/drawing/2014/main" id="{4079A98D-4935-4ACA-D99D-9BC0D4238CD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58686" y="4280587"/>
            <a:ext cx="90077" cy="28388"/>
          </a:xfrm>
          <a:prstGeom prst="rect">
            <a:avLst/>
          </a:prstGeom>
        </p:spPr>
      </p:pic>
      <p:pic>
        <p:nvPicPr>
          <p:cNvPr id="190" name="Grafik 189">
            <a:extLst>
              <a:ext uri="{FF2B5EF4-FFF2-40B4-BE49-F238E27FC236}">
                <a16:creationId xmlns:a16="http://schemas.microsoft.com/office/drawing/2014/main" id="{65333E51-5BF0-E9B3-2826-E984CC69EB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5758048">
            <a:off x="6806286" y="4128187"/>
            <a:ext cx="90077" cy="28388"/>
          </a:xfrm>
          <a:prstGeom prst="rect">
            <a:avLst/>
          </a:prstGeom>
        </p:spPr>
      </p:pic>
      <p:pic>
        <p:nvPicPr>
          <p:cNvPr id="191" name="Grafik 190">
            <a:extLst>
              <a:ext uri="{FF2B5EF4-FFF2-40B4-BE49-F238E27FC236}">
                <a16:creationId xmlns:a16="http://schemas.microsoft.com/office/drawing/2014/main" id="{690D4B3F-F8F6-0C42-FF0A-57C96BA6AD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873912" y="4267111"/>
            <a:ext cx="90077" cy="28388"/>
          </a:xfrm>
          <a:prstGeom prst="rect">
            <a:avLst/>
          </a:prstGeom>
        </p:spPr>
      </p:pic>
      <p:pic>
        <p:nvPicPr>
          <p:cNvPr id="192" name="Grafik 191">
            <a:extLst>
              <a:ext uri="{FF2B5EF4-FFF2-40B4-BE49-F238E27FC236}">
                <a16:creationId xmlns:a16="http://schemas.microsoft.com/office/drawing/2014/main" id="{09617F63-3C39-CBA0-42E7-CF5B32B9E1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75143" y="4030114"/>
            <a:ext cx="90077" cy="28388"/>
          </a:xfrm>
          <a:prstGeom prst="rect">
            <a:avLst/>
          </a:prstGeom>
        </p:spPr>
      </p:pic>
      <p:pic>
        <p:nvPicPr>
          <p:cNvPr id="193" name="Grafik 192">
            <a:extLst>
              <a:ext uri="{FF2B5EF4-FFF2-40B4-BE49-F238E27FC236}">
                <a16:creationId xmlns:a16="http://schemas.microsoft.com/office/drawing/2014/main" id="{421A4DE6-DF8F-68B4-6EFC-6DD6D0BE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7679124">
            <a:off x="6908474" y="4046126"/>
            <a:ext cx="90077" cy="28388"/>
          </a:xfrm>
          <a:prstGeom prst="rect">
            <a:avLst/>
          </a:prstGeom>
        </p:spPr>
      </p:pic>
      <p:pic>
        <p:nvPicPr>
          <p:cNvPr id="194" name="Grafik 193">
            <a:extLst>
              <a:ext uri="{FF2B5EF4-FFF2-40B4-BE49-F238E27FC236}">
                <a16:creationId xmlns:a16="http://schemas.microsoft.com/office/drawing/2014/main" id="{D380CBFB-854F-3C47-295C-75B3B608368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14477" y="4162660"/>
            <a:ext cx="90077" cy="28388"/>
          </a:xfrm>
          <a:prstGeom prst="rect">
            <a:avLst/>
          </a:prstGeom>
        </p:spPr>
      </p:pic>
      <p:pic>
        <p:nvPicPr>
          <p:cNvPr id="195" name="Grafik 194">
            <a:extLst>
              <a:ext uri="{FF2B5EF4-FFF2-40B4-BE49-F238E27FC236}">
                <a16:creationId xmlns:a16="http://schemas.microsoft.com/office/drawing/2014/main" id="{2B9C1228-F4C9-CDE4-F32B-985FE20C500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831681" y="4000181"/>
            <a:ext cx="90077" cy="28388"/>
          </a:xfrm>
          <a:prstGeom prst="rect">
            <a:avLst/>
          </a:prstGeom>
        </p:spPr>
      </p:pic>
      <p:sp>
        <p:nvSpPr>
          <p:cNvPr id="196" name="Rechteck 195">
            <a:extLst>
              <a:ext uri="{FF2B5EF4-FFF2-40B4-BE49-F238E27FC236}">
                <a16:creationId xmlns:a16="http://schemas.microsoft.com/office/drawing/2014/main" id="{022E64A6-99E2-1EF8-C851-5F68A4AFF6CC}"/>
              </a:ext>
            </a:extLst>
          </p:cNvPr>
          <p:cNvSpPr/>
          <p:nvPr/>
        </p:nvSpPr>
        <p:spPr>
          <a:xfrm rot="10800000">
            <a:off x="6800947" y="347900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7" name="Rechteck 196">
            <a:extLst>
              <a:ext uri="{FF2B5EF4-FFF2-40B4-BE49-F238E27FC236}">
                <a16:creationId xmlns:a16="http://schemas.microsoft.com/office/drawing/2014/main" id="{682835AF-0542-A5CA-95C2-E82D0223D6F3}"/>
              </a:ext>
            </a:extLst>
          </p:cNvPr>
          <p:cNvSpPr/>
          <p:nvPr/>
        </p:nvSpPr>
        <p:spPr>
          <a:xfrm rot="10800000">
            <a:off x="6767092" y="3531285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8" name="Grafik 197">
            <a:extLst>
              <a:ext uri="{FF2B5EF4-FFF2-40B4-BE49-F238E27FC236}">
                <a16:creationId xmlns:a16="http://schemas.microsoft.com/office/drawing/2014/main" id="{9FA7252C-D303-539D-531D-5F6C60458C0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6805400" y="3514364"/>
            <a:ext cx="90077" cy="28388"/>
          </a:xfrm>
          <a:prstGeom prst="rect">
            <a:avLst/>
          </a:prstGeom>
        </p:spPr>
      </p:pic>
      <p:sp>
        <p:nvSpPr>
          <p:cNvPr id="199" name="Bogen 198">
            <a:extLst>
              <a:ext uri="{FF2B5EF4-FFF2-40B4-BE49-F238E27FC236}">
                <a16:creationId xmlns:a16="http://schemas.microsoft.com/office/drawing/2014/main" id="{95562F5C-B54F-17D5-7754-A300805CB146}"/>
              </a:ext>
            </a:extLst>
          </p:cNvPr>
          <p:cNvSpPr/>
          <p:nvPr/>
        </p:nvSpPr>
        <p:spPr>
          <a:xfrm rot="13215078">
            <a:off x="6653109" y="3190391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64D039EE-C6E8-A0AB-6B4B-BEEF327DAF77}"/>
              </a:ext>
            </a:extLst>
          </p:cNvPr>
          <p:cNvSpPr/>
          <p:nvPr/>
        </p:nvSpPr>
        <p:spPr>
          <a:xfrm rot="16200000">
            <a:off x="6777221" y="2775242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2442186D-CE47-8CF6-58D9-C0CB0C8B08E0}"/>
              </a:ext>
            </a:extLst>
          </p:cNvPr>
          <p:cNvSpPr/>
          <p:nvPr/>
        </p:nvSpPr>
        <p:spPr>
          <a:xfrm>
            <a:off x="6803775" y="306134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2" name="Grafik 201">
            <a:extLst>
              <a:ext uri="{FF2B5EF4-FFF2-40B4-BE49-F238E27FC236}">
                <a16:creationId xmlns:a16="http://schemas.microsoft.com/office/drawing/2014/main" id="{5D165D18-9B03-AD69-6D02-2E48D132D2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6805847" y="3084795"/>
            <a:ext cx="90077" cy="28388"/>
          </a:xfrm>
          <a:prstGeom prst="rect">
            <a:avLst/>
          </a:prstGeom>
        </p:spPr>
      </p:pic>
      <p:pic>
        <p:nvPicPr>
          <p:cNvPr id="203" name="Grafik 202">
            <a:extLst>
              <a:ext uri="{FF2B5EF4-FFF2-40B4-BE49-F238E27FC236}">
                <a16:creationId xmlns:a16="http://schemas.microsoft.com/office/drawing/2014/main" id="{02CDB01D-36F5-3D62-4E2D-79BEBA85D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6760499" y="4795215"/>
            <a:ext cx="357431" cy="449580"/>
          </a:xfrm>
          <a:prstGeom prst="rect">
            <a:avLst/>
          </a:prstGeom>
        </p:spPr>
      </p:pic>
      <p:sp>
        <p:nvSpPr>
          <p:cNvPr id="205" name="Rechteck 204">
            <a:extLst>
              <a:ext uri="{FF2B5EF4-FFF2-40B4-BE49-F238E27FC236}">
                <a16:creationId xmlns:a16="http://schemas.microsoft.com/office/drawing/2014/main" id="{B9192635-ECA2-11FF-7790-C87D7A98A8FD}"/>
              </a:ext>
            </a:extLst>
          </p:cNvPr>
          <p:cNvSpPr/>
          <p:nvPr/>
        </p:nvSpPr>
        <p:spPr>
          <a:xfrm rot="5400000">
            <a:off x="7284725" y="3107118"/>
            <a:ext cx="427241" cy="2823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4762C63-926B-B63F-636A-1B9E7FFAEA28}"/>
              </a:ext>
            </a:extLst>
          </p:cNvPr>
          <p:cNvSpPr/>
          <p:nvPr/>
        </p:nvSpPr>
        <p:spPr>
          <a:xfrm>
            <a:off x="7438496" y="2938199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7" name="Rechteck 206">
            <a:extLst>
              <a:ext uri="{FF2B5EF4-FFF2-40B4-BE49-F238E27FC236}">
                <a16:creationId xmlns:a16="http://schemas.microsoft.com/office/drawing/2014/main" id="{4CF97A18-134E-822D-39E8-9AF120158FF7}"/>
              </a:ext>
            </a:extLst>
          </p:cNvPr>
          <p:cNvSpPr/>
          <p:nvPr/>
        </p:nvSpPr>
        <p:spPr>
          <a:xfrm rot="5400000">
            <a:off x="5950814" y="3150998"/>
            <a:ext cx="427241" cy="2498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7735A3A5-6C18-CE57-3393-49BB2A4A5CAE}"/>
              </a:ext>
            </a:extLst>
          </p:cNvPr>
          <p:cNvSpPr/>
          <p:nvPr/>
        </p:nvSpPr>
        <p:spPr>
          <a:xfrm>
            <a:off x="6161927" y="3019450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1BC46769-951F-4204-1417-E95F5C95F01C}"/>
              </a:ext>
            </a:extLst>
          </p:cNvPr>
          <p:cNvSpPr/>
          <p:nvPr/>
        </p:nvSpPr>
        <p:spPr>
          <a:xfrm>
            <a:off x="6163180" y="29719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131602D7-8BCD-7E2B-A04F-F523897D8FB6}"/>
              </a:ext>
            </a:extLst>
          </p:cNvPr>
          <p:cNvSpPr/>
          <p:nvPr/>
        </p:nvSpPr>
        <p:spPr>
          <a:xfrm>
            <a:off x="6220329" y="29743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520BFCE1-781A-6382-DEE2-FB2ED23FC664}"/>
              </a:ext>
            </a:extLst>
          </p:cNvPr>
          <p:cNvSpPr/>
          <p:nvPr/>
        </p:nvSpPr>
        <p:spPr>
          <a:xfrm>
            <a:off x="2844523" y="280261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41B32C4C-70E9-D534-6937-CCF8BD0DAD6D}"/>
              </a:ext>
            </a:extLst>
          </p:cNvPr>
          <p:cNvSpPr/>
          <p:nvPr/>
        </p:nvSpPr>
        <p:spPr>
          <a:xfrm>
            <a:off x="2901672" y="2804997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97352789-E528-5003-2A1B-0DC3AE4726C5}"/>
              </a:ext>
            </a:extLst>
          </p:cNvPr>
          <p:cNvGrpSpPr/>
          <p:nvPr/>
        </p:nvGrpSpPr>
        <p:grpSpPr>
          <a:xfrm rot="10800000">
            <a:off x="7498233" y="2720064"/>
            <a:ext cx="75705" cy="277927"/>
            <a:chOff x="3476670" y="3647733"/>
            <a:chExt cx="75705" cy="277927"/>
          </a:xfrm>
        </p:grpSpPr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402DA68D-B22A-D3BF-AC51-1F9AE8312A2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5" name="Verbinder: gekrümmt 214">
              <a:extLst>
                <a:ext uri="{FF2B5EF4-FFF2-40B4-BE49-F238E27FC236}">
                  <a16:creationId xmlns:a16="http://schemas.microsoft.com/office/drawing/2014/main" id="{D5922C76-5713-8E09-9C87-3CAAC3DE84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A2B7AA3F-3CC5-B640-E556-E69F459775C2}"/>
              </a:ext>
            </a:extLst>
          </p:cNvPr>
          <p:cNvGrpSpPr/>
          <p:nvPr/>
        </p:nvGrpSpPr>
        <p:grpSpPr>
          <a:xfrm>
            <a:off x="5138136" y="2805783"/>
            <a:ext cx="75705" cy="277927"/>
            <a:chOff x="3476670" y="3647733"/>
            <a:chExt cx="75705" cy="277927"/>
          </a:xfrm>
        </p:grpSpPr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F651B3D9-08E6-C14C-F087-E778DE62BB7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0" name="Verbinder: gekrümmt 219">
              <a:extLst>
                <a:ext uri="{FF2B5EF4-FFF2-40B4-BE49-F238E27FC236}">
                  <a16:creationId xmlns:a16="http://schemas.microsoft.com/office/drawing/2014/main" id="{6DD7E2A0-A406-CB4D-B9A8-945226299C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221" name="Flussdiagramm: Datenträger mit direktem Zugriff 220">
            <a:extLst>
              <a:ext uri="{FF2B5EF4-FFF2-40B4-BE49-F238E27FC236}">
                <a16:creationId xmlns:a16="http://schemas.microsoft.com/office/drawing/2014/main" id="{F753FCD3-1040-9B6A-DA04-E69555251220}"/>
              </a:ext>
            </a:extLst>
          </p:cNvPr>
          <p:cNvSpPr/>
          <p:nvPr/>
        </p:nvSpPr>
        <p:spPr>
          <a:xfrm rot="5400000">
            <a:off x="5156398" y="2883599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2" name="Grafik 221">
            <a:extLst>
              <a:ext uri="{FF2B5EF4-FFF2-40B4-BE49-F238E27FC236}">
                <a16:creationId xmlns:a16="http://schemas.microsoft.com/office/drawing/2014/main" id="{086E33D6-868C-2DD6-6102-607A7138BA3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161270" y="2778148"/>
            <a:ext cx="90077" cy="28388"/>
          </a:xfrm>
          <a:prstGeom prst="rect">
            <a:avLst/>
          </a:prstGeom>
        </p:spPr>
      </p:pic>
      <p:pic>
        <p:nvPicPr>
          <p:cNvPr id="224" name="Grafik 223">
            <a:extLst>
              <a:ext uri="{FF2B5EF4-FFF2-40B4-BE49-F238E27FC236}">
                <a16:creationId xmlns:a16="http://schemas.microsoft.com/office/drawing/2014/main" id="{38E25979-746A-00C3-8BB4-BCC84972EC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5242052" y="2656991"/>
            <a:ext cx="85407" cy="102912"/>
          </a:xfrm>
          <a:prstGeom prst="rect">
            <a:avLst/>
          </a:prstGeom>
        </p:spPr>
      </p:pic>
      <p:pic>
        <p:nvPicPr>
          <p:cNvPr id="226" name="Grafik 225">
            <a:extLst>
              <a:ext uri="{FF2B5EF4-FFF2-40B4-BE49-F238E27FC236}">
                <a16:creationId xmlns:a16="http://schemas.microsoft.com/office/drawing/2014/main" id="{D377938A-E1E8-D34F-B886-56D9F0EA04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5082502" y="2653742"/>
            <a:ext cx="90381" cy="107501"/>
          </a:xfrm>
          <a:prstGeom prst="rect">
            <a:avLst/>
          </a:prstGeom>
        </p:spPr>
      </p:pic>
      <p:pic>
        <p:nvPicPr>
          <p:cNvPr id="235" name="Grafik 234">
            <a:extLst>
              <a:ext uri="{FF2B5EF4-FFF2-40B4-BE49-F238E27FC236}">
                <a16:creationId xmlns:a16="http://schemas.microsoft.com/office/drawing/2014/main" id="{725184F6-EA1C-3F8F-D2EC-00B466CED18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135794" y="2989724"/>
            <a:ext cx="90077" cy="28388"/>
          </a:xfrm>
          <a:prstGeom prst="rect">
            <a:avLst/>
          </a:prstGeom>
        </p:spPr>
      </p:pic>
      <p:pic>
        <p:nvPicPr>
          <p:cNvPr id="236" name="Grafik 235">
            <a:extLst>
              <a:ext uri="{FF2B5EF4-FFF2-40B4-BE49-F238E27FC236}">
                <a16:creationId xmlns:a16="http://schemas.microsoft.com/office/drawing/2014/main" id="{D9928CBF-2B20-C037-2301-7E6322D6731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459648" y="2992099"/>
            <a:ext cx="90077" cy="28388"/>
          </a:xfrm>
          <a:prstGeom prst="rect">
            <a:avLst/>
          </a:prstGeom>
        </p:spPr>
      </p:pic>
      <p:sp>
        <p:nvSpPr>
          <p:cNvPr id="237" name="Rechteck 236">
            <a:extLst>
              <a:ext uri="{FF2B5EF4-FFF2-40B4-BE49-F238E27FC236}">
                <a16:creationId xmlns:a16="http://schemas.microsoft.com/office/drawing/2014/main" id="{E93FDA73-10CE-C04B-E5B2-3D533030F45D}"/>
              </a:ext>
            </a:extLst>
          </p:cNvPr>
          <p:cNvSpPr/>
          <p:nvPr/>
        </p:nvSpPr>
        <p:spPr>
          <a:xfrm>
            <a:off x="5984862" y="3974646"/>
            <a:ext cx="390359" cy="4752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endParaRPr lang="de-DE" sz="800" dirty="0"/>
          </a:p>
        </p:txBody>
      </p:sp>
      <p:cxnSp>
        <p:nvCxnSpPr>
          <p:cNvPr id="238" name="Verbinder: gekrümmt 237">
            <a:extLst>
              <a:ext uri="{FF2B5EF4-FFF2-40B4-BE49-F238E27FC236}">
                <a16:creationId xmlns:a16="http://schemas.microsoft.com/office/drawing/2014/main" id="{BC7BEA59-2F11-62DC-6BFF-7B211717EC32}"/>
              </a:ext>
            </a:extLst>
          </p:cNvPr>
          <p:cNvCxnSpPr>
            <a:cxnSpLocks/>
            <a:stCxn id="208" idx="0"/>
            <a:endCxn id="237" idx="0"/>
          </p:cNvCxnSpPr>
          <p:nvPr/>
        </p:nvCxnSpPr>
        <p:spPr>
          <a:xfrm rot="16200000" flipH="1" flipV="1">
            <a:off x="5713514" y="3485978"/>
            <a:ext cx="955196" cy="22139"/>
          </a:xfrm>
          <a:prstGeom prst="curvedConnector5">
            <a:avLst>
              <a:gd name="adj1" fmla="val 51853"/>
              <a:gd name="adj2" fmla="val 183857"/>
              <a:gd name="adj3" fmla="val 6767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E2AEA7F4-7295-1251-00B5-AA01BB28EAF7}"/>
              </a:ext>
            </a:extLst>
          </p:cNvPr>
          <p:cNvGrpSpPr/>
          <p:nvPr/>
        </p:nvGrpSpPr>
        <p:grpSpPr>
          <a:xfrm rot="10800000">
            <a:off x="7828109" y="2720064"/>
            <a:ext cx="75705" cy="277927"/>
            <a:chOff x="3476670" y="3647733"/>
            <a:chExt cx="75705" cy="277927"/>
          </a:xfrm>
        </p:grpSpPr>
        <p:sp>
          <p:nvSpPr>
            <p:cNvPr id="245" name="Rechteck 244">
              <a:extLst>
                <a:ext uri="{FF2B5EF4-FFF2-40B4-BE49-F238E27FC236}">
                  <a16:creationId xmlns:a16="http://schemas.microsoft.com/office/drawing/2014/main" id="{7B54302C-11C7-B485-A438-7F2B8D93C7A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6" name="Verbinder: gekrümmt 245">
              <a:extLst>
                <a:ext uri="{FF2B5EF4-FFF2-40B4-BE49-F238E27FC236}">
                  <a16:creationId xmlns:a16="http://schemas.microsoft.com/office/drawing/2014/main" id="{56539A40-50D5-B29E-8A22-6F11BE66D0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47" name="Grafik 246">
            <a:extLst>
              <a:ext uri="{FF2B5EF4-FFF2-40B4-BE49-F238E27FC236}">
                <a16:creationId xmlns:a16="http://schemas.microsoft.com/office/drawing/2014/main" id="{7E5A5EC7-0386-A282-6484-B78E9F72166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789524" y="2992099"/>
            <a:ext cx="90077" cy="28388"/>
          </a:xfrm>
          <a:prstGeom prst="rect">
            <a:avLst/>
          </a:prstGeom>
        </p:spPr>
      </p:pic>
      <p:grpSp>
        <p:nvGrpSpPr>
          <p:cNvPr id="248" name="Gruppieren 247">
            <a:extLst>
              <a:ext uri="{FF2B5EF4-FFF2-40B4-BE49-F238E27FC236}">
                <a16:creationId xmlns:a16="http://schemas.microsoft.com/office/drawing/2014/main" id="{6C45AAAF-B98B-AF70-F194-A0F8A34462FE}"/>
              </a:ext>
            </a:extLst>
          </p:cNvPr>
          <p:cNvGrpSpPr/>
          <p:nvPr/>
        </p:nvGrpSpPr>
        <p:grpSpPr>
          <a:xfrm rot="10800000">
            <a:off x="8489007" y="2720064"/>
            <a:ext cx="75705" cy="277927"/>
            <a:chOff x="3476670" y="3647733"/>
            <a:chExt cx="75705" cy="277927"/>
          </a:xfrm>
        </p:grpSpPr>
        <p:sp>
          <p:nvSpPr>
            <p:cNvPr id="249" name="Rechteck 248">
              <a:extLst>
                <a:ext uri="{FF2B5EF4-FFF2-40B4-BE49-F238E27FC236}">
                  <a16:creationId xmlns:a16="http://schemas.microsoft.com/office/drawing/2014/main" id="{16D971C9-00C1-2D38-94FB-ED1781720C9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0" name="Verbinder: gekrümmt 249">
              <a:extLst>
                <a:ext uri="{FF2B5EF4-FFF2-40B4-BE49-F238E27FC236}">
                  <a16:creationId xmlns:a16="http://schemas.microsoft.com/office/drawing/2014/main" id="{335DBC82-24B9-ACE5-76E7-CFEB677D11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51" name="Grafik 250">
            <a:extLst>
              <a:ext uri="{FF2B5EF4-FFF2-40B4-BE49-F238E27FC236}">
                <a16:creationId xmlns:a16="http://schemas.microsoft.com/office/drawing/2014/main" id="{CDDCCC56-F14B-3963-AC7F-D95BD4966FC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450422" y="2992099"/>
            <a:ext cx="90077" cy="28388"/>
          </a:xfrm>
          <a:prstGeom prst="rect">
            <a:avLst/>
          </a:prstGeom>
        </p:spPr>
      </p:pic>
      <p:pic>
        <p:nvPicPr>
          <p:cNvPr id="253" name="Grafik 252">
            <a:extLst>
              <a:ext uri="{FF2B5EF4-FFF2-40B4-BE49-F238E27FC236}">
                <a16:creationId xmlns:a16="http://schemas.microsoft.com/office/drawing/2014/main" id="{92409F58-7A9E-AE65-240A-4D24ABB8D1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8521884" y="3052205"/>
            <a:ext cx="85407" cy="102912"/>
          </a:xfrm>
          <a:prstGeom prst="rect">
            <a:avLst/>
          </a:prstGeom>
        </p:spPr>
      </p:pic>
      <p:pic>
        <p:nvPicPr>
          <p:cNvPr id="254" name="Grafik 253">
            <a:extLst>
              <a:ext uri="{FF2B5EF4-FFF2-40B4-BE49-F238E27FC236}">
                <a16:creationId xmlns:a16="http://schemas.microsoft.com/office/drawing/2014/main" id="{8D0346BC-A063-6585-19A4-ECA1DEE25A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8371853" y="3046575"/>
            <a:ext cx="90381" cy="107501"/>
          </a:xfrm>
          <a:prstGeom prst="rect">
            <a:avLst/>
          </a:prstGeom>
        </p:spPr>
      </p:pic>
      <p:sp>
        <p:nvSpPr>
          <p:cNvPr id="256" name="Rechteck 255">
            <a:extLst>
              <a:ext uri="{FF2B5EF4-FFF2-40B4-BE49-F238E27FC236}">
                <a16:creationId xmlns:a16="http://schemas.microsoft.com/office/drawing/2014/main" id="{8546A53A-3C86-18C4-8CBA-B21CC5299419}"/>
              </a:ext>
            </a:extLst>
          </p:cNvPr>
          <p:cNvSpPr/>
          <p:nvPr/>
        </p:nvSpPr>
        <p:spPr>
          <a:xfrm rot="16200000">
            <a:off x="8157822" y="3497576"/>
            <a:ext cx="1416563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7" name="Rechteck 256">
            <a:extLst>
              <a:ext uri="{FF2B5EF4-FFF2-40B4-BE49-F238E27FC236}">
                <a16:creationId xmlns:a16="http://schemas.microsoft.com/office/drawing/2014/main" id="{47A65C23-55DE-DE61-E980-BBFFAF12A7C4}"/>
              </a:ext>
            </a:extLst>
          </p:cNvPr>
          <p:cNvSpPr/>
          <p:nvPr/>
        </p:nvSpPr>
        <p:spPr>
          <a:xfrm rot="16200000">
            <a:off x="8249892" y="3475956"/>
            <a:ext cx="1218415" cy="417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27F42543-5BD4-58C9-3DFA-B9D5281EDC5E}"/>
              </a:ext>
            </a:extLst>
          </p:cNvPr>
          <p:cNvGrpSpPr/>
          <p:nvPr/>
        </p:nvGrpSpPr>
        <p:grpSpPr>
          <a:xfrm rot="10800000" flipH="1">
            <a:off x="8852965" y="2816516"/>
            <a:ext cx="19389" cy="600095"/>
            <a:chOff x="6851814" y="1766023"/>
            <a:chExt cx="78569" cy="2068826"/>
          </a:xfrm>
        </p:grpSpPr>
        <p:sp>
          <p:nvSpPr>
            <p:cNvPr id="259" name="Rechteck 258">
              <a:extLst>
                <a:ext uri="{FF2B5EF4-FFF2-40B4-BE49-F238E27FC236}">
                  <a16:creationId xmlns:a16="http://schemas.microsoft.com/office/drawing/2014/main" id="{25FD2AA5-3055-6B35-E071-A85DABD14FA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Rechteck 259">
              <a:extLst>
                <a:ext uri="{FF2B5EF4-FFF2-40B4-BE49-F238E27FC236}">
                  <a16:creationId xmlns:a16="http://schemas.microsoft.com/office/drawing/2014/main" id="{C72FC098-EB23-8F36-C71B-755FCBC9AAE3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1" name="Rechteck 260">
              <a:extLst>
                <a:ext uri="{FF2B5EF4-FFF2-40B4-BE49-F238E27FC236}">
                  <a16:creationId xmlns:a16="http://schemas.microsoft.com/office/drawing/2014/main" id="{48B6124E-98A3-50D9-D22C-EC5183A906DD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Rechteck 261">
              <a:extLst>
                <a:ext uri="{FF2B5EF4-FFF2-40B4-BE49-F238E27FC236}">
                  <a16:creationId xmlns:a16="http://schemas.microsoft.com/office/drawing/2014/main" id="{550F253A-CC30-F49B-92CF-9BD7F6DBAB9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Rechteck 262">
              <a:extLst>
                <a:ext uri="{FF2B5EF4-FFF2-40B4-BE49-F238E27FC236}">
                  <a16:creationId xmlns:a16="http://schemas.microsoft.com/office/drawing/2014/main" id="{4D8562B4-30B4-EDC6-4480-C9AC6A492034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4" name="Rechteck 263">
            <a:extLst>
              <a:ext uri="{FF2B5EF4-FFF2-40B4-BE49-F238E27FC236}">
                <a16:creationId xmlns:a16="http://schemas.microsoft.com/office/drawing/2014/main" id="{C0D4EF7A-E569-1350-38AF-8A9BAD6DB941}"/>
              </a:ext>
            </a:extLst>
          </p:cNvPr>
          <p:cNvSpPr/>
          <p:nvPr/>
        </p:nvSpPr>
        <p:spPr>
          <a:xfrm rot="10800000">
            <a:off x="8702368" y="2690447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5" name="Rechteck 264">
            <a:extLst>
              <a:ext uri="{FF2B5EF4-FFF2-40B4-BE49-F238E27FC236}">
                <a16:creationId xmlns:a16="http://schemas.microsoft.com/office/drawing/2014/main" id="{BDADF0BE-AE5F-4244-1CC8-FC40BF47EF34}"/>
              </a:ext>
            </a:extLst>
          </p:cNvPr>
          <p:cNvSpPr/>
          <p:nvPr/>
        </p:nvSpPr>
        <p:spPr>
          <a:xfrm rot="10800000">
            <a:off x="8767002" y="2887719"/>
            <a:ext cx="172817" cy="1128066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6" name="Rechteck 265">
            <a:extLst>
              <a:ext uri="{FF2B5EF4-FFF2-40B4-BE49-F238E27FC236}">
                <a16:creationId xmlns:a16="http://schemas.microsoft.com/office/drawing/2014/main" id="{597A972F-F2D7-FE90-9752-FBA1EF74B98D}"/>
              </a:ext>
            </a:extLst>
          </p:cNvPr>
          <p:cNvSpPr/>
          <p:nvPr/>
        </p:nvSpPr>
        <p:spPr>
          <a:xfrm rot="10800000">
            <a:off x="8876378" y="3303193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7" name="Rechteck 266">
            <a:extLst>
              <a:ext uri="{FF2B5EF4-FFF2-40B4-BE49-F238E27FC236}">
                <a16:creationId xmlns:a16="http://schemas.microsoft.com/office/drawing/2014/main" id="{74F3D9A2-9E73-173A-29FC-B913911BBFA7}"/>
              </a:ext>
            </a:extLst>
          </p:cNvPr>
          <p:cNvSpPr/>
          <p:nvPr/>
        </p:nvSpPr>
        <p:spPr>
          <a:xfrm rot="10800000">
            <a:off x="8876380" y="324366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1F3C8937-866D-346A-7291-08333322C09D}"/>
              </a:ext>
            </a:extLst>
          </p:cNvPr>
          <p:cNvSpPr/>
          <p:nvPr/>
        </p:nvSpPr>
        <p:spPr>
          <a:xfrm rot="10800000">
            <a:off x="8826372" y="3300814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7231B40C-5805-2193-7980-501412B98D6F}"/>
              </a:ext>
            </a:extLst>
          </p:cNvPr>
          <p:cNvSpPr/>
          <p:nvPr/>
        </p:nvSpPr>
        <p:spPr>
          <a:xfrm rot="10800000">
            <a:off x="8826374" y="324128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4E5470DD-6523-44ED-718D-4175BB8867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07142" y="3097399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Ellipse 270">
            <a:extLst>
              <a:ext uri="{FF2B5EF4-FFF2-40B4-BE49-F238E27FC236}">
                <a16:creationId xmlns:a16="http://schemas.microsoft.com/office/drawing/2014/main" id="{B55DF868-08EF-B489-013D-6A3EE1ACA654}"/>
              </a:ext>
            </a:extLst>
          </p:cNvPr>
          <p:cNvSpPr/>
          <p:nvPr/>
        </p:nvSpPr>
        <p:spPr>
          <a:xfrm rot="10800000">
            <a:off x="8971474" y="3086482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F7640D0-38F1-D003-C368-C93A0C68800F}"/>
              </a:ext>
            </a:extLst>
          </p:cNvPr>
          <p:cNvSpPr/>
          <p:nvPr/>
        </p:nvSpPr>
        <p:spPr>
          <a:xfrm rot="10800000">
            <a:off x="8665911" y="3084111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50908FD7-C1E3-3A80-F736-FE64A458FBAC}"/>
              </a:ext>
            </a:extLst>
          </p:cNvPr>
          <p:cNvSpPr/>
          <p:nvPr/>
        </p:nvSpPr>
        <p:spPr>
          <a:xfrm rot="10800000">
            <a:off x="8971474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CADA1BCA-3D73-6F2E-BC36-505B3B34F2E7}"/>
              </a:ext>
            </a:extLst>
          </p:cNvPr>
          <p:cNvSpPr/>
          <p:nvPr/>
        </p:nvSpPr>
        <p:spPr>
          <a:xfrm rot="10800000">
            <a:off x="8668471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8" name="Grafik 277">
            <a:extLst>
              <a:ext uri="{FF2B5EF4-FFF2-40B4-BE49-F238E27FC236}">
                <a16:creationId xmlns:a16="http://schemas.microsoft.com/office/drawing/2014/main" id="{9002B4EA-6D24-6E2B-49F1-A3B63568A11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816620" y="3403997"/>
            <a:ext cx="90077" cy="28388"/>
          </a:xfrm>
          <a:prstGeom prst="rect">
            <a:avLst/>
          </a:prstGeom>
        </p:spPr>
      </p:pic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32A2AFED-AFE3-0180-93E8-2CA5CBCCBC09}"/>
              </a:ext>
            </a:extLst>
          </p:cNvPr>
          <p:cNvGrpSpPr/>
          <p:nvPr/>
        </p:nvGrpSpPr>
        <p:grpSpPr>
          <a:xfrm>
            <a:off x="9132870" y="2818374"/>
            <a:ext cx="75705" cy="277927"/>
            <a:chOff x="3476670" y="3647733"/>
            <a:chExt cx="75705" cy="277927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8DED5B3F-AF8E-7261-DBE6-F80C73390F0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2" name="Verbinder: gekrümmt 281">
              <a:extLst>
                <a:ext uri="{FF2B5EF4-FFF2-40B4-BE49-F238E27FC236}">
                  <a16:creationId xmlns:a16="http://schemas.microsoft.com/office/drawing/2014/main" id="{05B73AE2-150B-9485-8C68-250600F8AF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4" name="Grafik 283">
            <a:extLst>
              <a:ext uri="{FF2B5EF4-FFF2-40B4-BE49-F238E27FC236}">
                <a16:creationId xmlns:a16="http://schemas.microsoft.com/office/drawing/2014/main" id="{F2FB8AA0-7B22-54C1-536E-A804376E64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9156004" y="2790739"/>
            <a:ext cx="90077" cy="28388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D54DD49-B80D-270C-953C-6D40F22CC719}"/>
              </a:ext>
            </a:extLst>
          </p:cNvPr>
          <p:cNvSpPr/>
          <p:nvPr/>
        </p:nvSpPr>
        <p:spPr>
          <a:xfrm>
            <a:off x="2378956" y="285543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  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61C4982-8239-11A3-7A2F-7C51CFC7E02D}"/>
              </a:ext>
            </a:extLst>
          </p:cNvPr>
          <p:cNvSpPr/>
          <p:nvPr/>
        </p:nvSpPr>
        <p:spPr>
          <a:xfrm>
            <a:off x="5027115" y="285593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10  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5BB4D1E-F832-BCDB-3D7D-8588D3C9B534}"/>
              </a:ext>
            </a:extLst>
          </p:cNvPr>
          <p:cNvSpPr/>
          <p:nvPr/>
        </p:nvSpPr>
        <p:spPr>
          <a:xfrm>
            <a:off x="2092529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  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910DB63-32E1-54A6-345C-B644735B5E95}"/>
              </a:ext>
            </a:extLst>
          </p:cNvPr>
          <p:cNvSpPr/>
          <p:nvPr/>
        </p:nvSpPr>
        <p:spPr>
          <a:xfrm>
            <a:off x="2747162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3   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917C9F5-D5D8-E91F-F59D-FED0D9445BB2}"/>
              </a:ext>
            </a:extLst>
          </p:cNvPr>
          <p:cNvSpPr/>
          <p:nvPr/>
        </p:nvSpPr>
        <p:spPr>
          <a:xfrm>
            <a:off x="3348808" y="285047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5   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6FFB077-C747-3DCE-8A48-6257E1B02606}"/>
              </a:ext>
            </a:extLst>
          </p:cNvPr>
          <p:cNvSpPr/>
          <p:nvPr/>
        </p:nvSpPr>
        <p:spPr>
          <a:xfrm>
            <a:off x="3038570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4  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CC29E68-451B-A328-9547-CCF48187EFE5}"/>
              </a:ext>
            </a:extLst>
          </p:cNvPr>
          <p:cNvSpPr/>
          <p:nvPr/>
        </p:nvSpPr>
        <p:spPr>
          <a:xfrm>
            <a:off x="3692414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6 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7C70DAD-A81E-2846-3B00-5ACFA3D80975}"/>
              </a:ext>
            </a:extLst>
          </p:cNvPr>
          <p:cNvSpPr/>
          <p:nvPr/>
        </p:nvSpPr>
        <p:spPr>
          <a:xfrm>
            <a:off x="4356831" y="2855420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8  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8F43D75-CF15-B015-DDCB-1382401B451B}"/>
              </a:ext>
            </a:extLst>
          </p:cNvPr>
          <p:cNvSpPr/>
          <p:nvPr/>
        </p:nvSpPr>
        <p:spPr>
          <a:xfrm>
            <a:off x="4021990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7   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A7EF5AD-29F4-F5D0-25F9-44A2A48DD552}"/>
              </a:ext>
            </a:extLst>
          </p:cNvPr>
          <p:cNvSpPr/>
          <p:nvPr/>
        </p:nvSpPr>
        <p:spPr>
          <a:xfrm>
            <a:off x="4691704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9 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D528AA4-BDE9-0BFB-F674-1164DD16BF64}"/>
              </a:ext>
            </a:extLst>
          </p:cNvPr>
          <p:cNvSpPr/>
          <p:nvPr/>
        </p:nvSpPr>
        <p:spPr>
          <a:xfrm>
            <a:off x="7034288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16  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C2E335A8-6C93-9E1E-E49A-1653F07AD457}"/>
              </a:ext>
            </a:extLst>
          </p:cNvPr>
          <p:cNvSpPr/>
          <p:nvPr/>
        </p:nvSpPr>
        <p:spPr>
          <a:xfrm>
            <a:off x="7299949" y="285171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17   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0627A16-1464-90F1-5509-694D94C22746}"/>
              </a:ext>
            </a:extLst>
          </p:cNvPr>
          <p:cNvSpPr/>
          <p:nvPr/>
        </p:nvSpPr>
        <p:spPr>
          <a:xfrm>
            <a:off x="5352000" y="285187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11   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1F2F5D7-D2AE-E28E-5F46-F2CE43B2BCAE}"/>
              </a:ext>
            </a:extLst>
          </p:cNvPr>
          <p:cNvSpPr/>
          <p:nvPr/>
        </p:nvSpPr>
        <p:spPr>
          <a:xfrm>
            <a:off x="5714654" y="285035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12  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1614CFD5-ED21-A4A0-ED9C-6DAC6F9C4589}"/>
              </a:ext>
            </a:extLst>
          </p:cNvPr>
          <p:cNvSpPr/>
          <p:nvPr/>
        </p:nvSpPr>
        <p:spPr>
          <a:xfrm>
            <a:off x="6397337" y="285681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14   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32903777-D82E-0393-F53C-222BE15B57B3}"/>
              </a:ext>
            </a:extLst>
          </p:cNvPr>
          <p:cNvSpPr/>
          <p:nvPr/>
        </p:nvSpPr>
        <p:spPr>
          <a:xfrm>
            <a:off x="6072812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13   </a:t>
            </a:r>
          </a:p>
        </p:txBody>
      </p:sp>
      <p:sp>
        <p:nvSpPr>
          <p:cNvPr id="147" name="Rechteck: abgerundete Ecken 146">
            <a:extLst>
              <a:ext uri="{FF2B5EF4-FFF2-40B4-BE49-F238E27FC236}">
                <a16:creationId xmlns:a16="http://schemas.microsoft.com/office/drawing/2014/main" id="{EC378705-8044-FAEA-0845-A7E88153035F}"/>
              </a:ext>
            </a:extLst>
          </p:cNvPr>
          <p:cNvSpPr/>
          <p:nvPr/>
        </p:nvSpPr>
        <p:spPr>
          <a:xfrm>
            <a:off x="6714748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15  </a:t>
            </a:r>
          </a:p>
        </p:txBody>
      </p:sp>
      <p:sp>
        <p:nvSpPr>
          <p:cNvPr id="150" name="Rechteck: abgerundete Ecken 149">
            <a:extLst>
              <a:ext uri="{FF2B5EF4-FFF2-40B4-BE49-F238E27FC236}">
                <a16:creationId xmlns:a16="http://schemas.microsoft.com/office/drawing/2014/main" id="{052104F3-767C-BE84-C9BD-88760A3F7199}"/>
              </a:ext>
            </a:extLst>
          </p:cNvPr>
          <p:cNvSpPr/>
          <p:nvPr/>
        </p:nvSpPr>
        <p:spPr>
          <a:xfrm>
            <a:off x="7649799" y="285426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18   </a:t>
            </a:r>
          </a:p>
        </p:txBody>
      </p:sp>
      <p:sp>
        <p:nvSpPr>
          <p:cNvPr id="151" name="Rechteck: abgerundete Ecken 150">
            <a:extLst>
              <a:ext uri="{FF2B5EF4-FFF2-40B4-BE49-F238E27FC236}">
                <a16:creationId xmlns:a16="http://schemas.microsoft.com/office/drawing/2014/main" id="{9BD722C0-9D72-E0CD-AE0E-3F6C3E310440}"/>
              </a:ext>
            </a:extLst>
          </p:cNvPr>
          <p:cNvSpPr/>
          <p:nvPr/>
        </p:nvSpPr>
        <p:spPr>
          <a:xfrm>
            <a:off x="7990073" y="285355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19   </a:t>
            </a:r>
          </a:p>
        </p:txBody>
      </p:sp>
      <p:sp>
        <p:nvSpPr>
          <p:cNvPr id="152" name="Rechteck: abgerundete Ecken 151">
            <a:extLst>
              <a:ext uri="{FF2B5EF4-FFF2-40B4-BE49-F238E27FC236}">
                <a16:creationId xmlns:a16="http://schemas.microsoft.com/office/drawing/2014/main" id="{9B6FBFDC-618E-E9D3-CF32-164B9373FFC6}"/>
              </a:ext>
            </a:extLst>
          </p:cNvPr>
          <p:cNvSpPr/>
          <p:nvPr/>
        </p:nvSpPr>
        <p:spPr>
          <a:xfrm>
            <a:off x="8328154" y="284824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20   </a:t>
            </a:r>
          </a:p>
        </p:txBody>
      </p: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35EF6CC8-4AD1-B816-2539-9ACE40FDB86F}"/>
              </a:ext>
            </a:extLst>
          </p:cNvPr>
          <p:cNvSpPr/>
          <p:nvPr/>
        </p:nvSpPr>
        <p:spPr>
          <a:xfrm>
            <a:off x="8654064" y="2856299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21   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90CB41F9-DE61-A1D1-772F-21A2D23D3499}"/>
              </a:ext>
            </a:extLst>
          </p:cNvPr>
          <p:cNvSpPr/>
          <p:nvPr/>
        </p:nvSpPr>
        <p:spPr>
          <a:xfrm rot="5400000">
            <a:off x="8949654" y="2437482"/>
            <a:ext cx="427241" cy="2742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7" name="Rechteck 316">
            <a:extLst>
              <a:ext uri="{FF2B5EF4-FFF2-40B4-BE49-F238E27FC236}">
                <a16:creationId xmlns:a16="http://schemas.microsoft.com/office/drawing/2014/main" id="{F7DDCAA9-6DA7-6F7A-14D6-ABB3D1E72D32}"/>
              </a:ext>
            </a:extLst>
          </p:cNvPr>
          <p:cNvSpPr/>
          <p:nvPr/>
        </p:nvSpPr>
        <p:spPr>
          <a:xfrm>
            <a:off x="5417611" y="1929528"/>
            <a:ext cx="512182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" name="Rechteck 317">
            <a:extLst>
              <a:ext uri="{FF2B5EF4-FFF2-40B4-BE49-F238E27FC236}">
                <a16:creationId xmlns:a16="http://schemas.microsoft.com/office/drawing/2014/main" id="{B03FC68E-01B7-51D2-C466-08A5A8D76B93}"/>
              </a:ext>
            </a:extLst>
          </p:cNvPr>
          <p:cNvSpPr/>
          <p:nvPr/>
        </p:nvSpPr>
        <p:spPr>
          <a:xfrm>
            <a:off x="5416686" y="2453085"/>
            <a:ext cx="503579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5467F8B0-ECA5-CBD8-1472-578771235646}"/>
              </a:ext>
            </a:extLst>
          </p:cNvPr>
          <p:cNvSpPr txBox="1"/>
          <p:nvPr/>
        </p:nvSpPr>
        <p:spPr>
          <a:xfrm>
            <a:off x="8232015" y="4639456"/>
            <a:ext cx="1223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Protective</a:t>
            </a:r>
            <a:r>
              <a:rPr lang="de-DE" sz="1200" dirty="0"/>
              <a:t> Fence</a:t>
            </a:r>
          </a:p>
        </p:txBody>
      </p: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AE031142-780B-25BC-3625-30292E7296E3}"/>
              </a:ext>
            </a:extLst>
          </p:cNvPr>
          <p:cNvCxnSpPr>
            <a:cxnSpLocks/>
          </p:cNvCxnSpPr>
          <p:nvPr/>
        </p:nvCxnSpPr>
        <p:spPr>
          <a:xfrm>
            <a:off x="1243376" y="6260439"/>
            <a:ext cx="989006" cy="0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Ellipse 313">
            <a:extLst>
              <a:ext uri="{FF2B5EF4-FFF2-40B4-BE49-F238E27FC236}">
                <a16:creationId xmlns:a16="http://schemas.microsoft.com/office/drawing/2014/main" id="{6B10E0C7-FB98-F62F-16CA-865951CD5758}"/>
              </a:ext>
            </a:extLst>
          </p:cNvPr>
          <p:cNvSpPr/>
          <p:nvPr/>
        </p:nvSpPr>
        <p:spPr>
          <a:xfrm>
            <a:off x="2018777" y="6040564"/>
            <a:ext cx="216000" cy="216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3" name="Gruppieren 312">
            <a:extLst>
              <a:ext uri="{FF2B5EF4-FFF2-40B4-BE49-F238E27FC236}">
                <a16:creationId xmlns:a16="http://schemas.microsoft.com/office/drawing/2014/main" id="{5846448B-A294-193C-61F9-81D7C8898DA3}"/>
              </a:ext>
            </a:extLst>
          </p:cNvPr>
          <p:cNvGrpSpPr/>
          <p:nvPr/>
        </p:nvGrpSpPr>
        <p:grpSpPr>
          <a:xfrm>
            <a:off x="4798371" y="2803249"/>
            <a:ext cx="75705" cy="277927"/>
            <a:chOff x="3476670" y="3647733"/>
            <a:chExt cx="75705" cy="277927"/>
          </a:xfrm>
        </p:grpSpPr>
        <p:sp>
          <p:nvSpPr>
            <p:cNvPr id="315" name="Rechteck 314">
              <a:extLst>
                <a:ext uri="{FF2B5EF4-FFF2-40B4-BE49-F238E27FC236}">
                  <a16:creationId xmlns:a16="http://schemas.microsoft.com/office/drawing/2014/main" id="{EEDBC1EF-1320-7CC0-A9E9-8B9041C8D3B5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6" name="Verbinder: gekrümmt 315">
              <a:extLst>
                <a:ext uri="{FF2B5EF4-FFF2-40B4-BE49-F238E27FC236}">
                  <a16:creationId xmlns:a16="http://schemas.microsoft.com/office/drawing/2014/main" id="{94C975EE-D33A-0973-DEE4-4E6A6045574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20" name="Grafik 319">
            <a:extLst>
              <a:ext uri="{FF2B5EF4-FFF2-40B4-BE49-F238E27FC236}">
                <a16:creationId xmlns:a16="http://schemas.microsoft.com/office/drawing/2014/main" id="{88EA1FF2-328E-4F19-BAA0-9439FDFD370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819356" y="2789330"/>
            <a:ext cx="90077" cy="28388"/>
          </a:xfrm>
          <a:prstGeom prst="rect">
            <a:avLst/>
          </a:prstGeom>
        </p:spPr>
      </p:pic>
      <p:sp>
        <p:nvSpPr>
          <p:cNvPr id="321" name="Flussdiagramm: Datenträger mit direktem Zugriff 320">
            <a:extLst>
              <a:ext uri="{FF2B5EF4-FFF2-40B4-BE49-F238E27FC236}">
                <a16:creationId xmlns:a16="http://schemas.microsoft.com/office/drawing/2014/main" id="{1BF01793-240E-8330-CDA3-760E03134B09}"/>
              </a:ext>
            </a:extLst>
          </p:cNvPr>
          <p:cNvSpPr/>
          <p:nvPr/>
        </p:nvSpPr>
        <p:spPr>
          <a:xfrm rot="5400000">
            <a:off x="4817654" y="2891951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937A9597-B47B-6235-879B-14438CAB6965}"/>
              </a:ext>
            </a:extLst>
          </p:cNvPr>
          <p:cNvGrpSpPr/>
          <p:nvPr/>
        </p:nvGrpSpPr>
        <p:grpSpPr>
          <a:xfrm flipH="1">
            <a:off x="5543585" y="2285653"/>
            <a:ext cx="19389" cy="713061"/>
            <a:chOff x="6851814" y="1766023"/>
            <a:chExt cx="78569" cy="2068826"/>
          </a:xfrm>
        </p:grpSpPr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83CF38F2-4788-3D35-E341-E102B7FB2D19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7B772EF1-4578-474A-BE05-9F3BC1669E9F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0113ED61-826D-F3ED-EB32-0B9C42513956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195D4549-F886-217E-1B7B-3004752D5CC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7B3C791D-AB79-0BBC-9B95-4FCE3027931B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9" name="Flussdiagramm: Datenträger mit direktem Zugriff 178">
            <a:extLst>
              <a:ext uri="{FF2B5EF4-FFF2-40B4-BE49-F238E27FC236}">
                <a16:creationId xmlns:a16="http://schemas.microsoft.com/office/drawing/2014/main" id="{10BA6066-27DB-2BA8-A950-FD557EE09753}"/>
              </a:ext>
            </a:extLst>
          </p:cNvPr>
          <p:cNvSpPr/>
          <p:nvPr/>
        </p:nvSpPr>
        <p:spPr>
          <a:xfrm rot="5400000">
            <a:off x="5508789" y="2327963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0" name="Grafik 179">
            <a:extLst>
              <a:ext uri="{FF2B5EF4-FFF2-40B4-BE49-F238E27FC236}">
                <a16:creationId xmlns:a16="http://schemas.microsoft.com/office/drawing/2014/main" id="{524BC2A8-71DA-202C-A774-E63626CC6D9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510364" y="2268544"/>
            <a:ext cx="90077" cy="28388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7C02E58-C111-4EA7-1847-25A85FFFF541}"/>
              </a:ext>
            </a:extLst>
          </p:cNvPr>
          <p:cNvSpPr/>
          <p:nvPr/>
        </p:nvSpPr>
        <p:spPr>
          <a:xfrm>
            <a:off x="5515641" y="23540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7BA4A9B-D254-88FC-6D87-98DE96B34773}"/>
              </a:ext>
            </a:extLst>
          </p:cNvPr>
          <p:cNvSpPr/>
          <p:nvPr/>
        </p:nvSpPr>
        <p:spPr>
          <a:xfrm>
            <a:off x="5513258" y="2472625"/>
            <a:ext cx="23461" cy="732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F845E76-3289-ACD7-3DC5-C248997C1366}"/>
              </a:ext>
            </a:extLst>
          </p:cNvPr>
          <p:cNvSpPr/>
          <p:nvPr/>
        </p:nvSpPr>
        <p:spPr>
          <a:xfrm>
            <a:off x="5565647" y="23564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5A8FE43E-0F8B-F15D-692B-5DCBA56481A1}"/>
              </a:ext>
            </a:extLst>
          </p:cNvPr>
          <p:cNvSpPr/>
          <p:nvPr/>
        </p:nvSpPr>
        <p:spPr>
          <a:xfrm>
            <a:off x="5515639" y="1948197"/>
            <a:ext cx="23461" cy="88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5FF465-0ADA-A643-AC03-0A774074E6CE}"/>
              </a:ext>
            </a:extLst>
          </p:cNvPr>
          <p:cNvSpPr/>
          <p:nvPr/>
        </p:nvSpPr>
        <p:spPr>
          <a:xfrm>
            <a:off x="5475661" y="1654286"/>
            <a:ext cx="172817" cy="1296258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35" name="Gruppieren 334">
            <a:extLst>
              <a:ext uri="{FF2B5EF4-FFF2-40B4-BE49-F238E27FC236}">
                <a16:creationId xmlns:a16="http://schemas.microsoft.com/office/drawing/2014/main" id="{7423334E-98E7-0618-01BC-75BC8D8CC6C5}"/>
              </a:ext>
            </a:extLst>
          </p:cNvPr>
          <p:cNvGrpSpPr/>
          <p:nvPr/>
        </p:nvGrpSpPr>
        <p:grpSpPr>
          <a:xfrm flipH="1">
            <a:off x="5874582" y="2288036"/>
            <a:ext cx="19389" cy="713061"/>
            <a:chOff x="6851814" y="1766023"/>
            <a:chExt cx="78569" cy="2068826"/>
          </a:xfrm>
        </p:grpSpPr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618E50BD-6742-F728-C606-35CA6696B3DB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E02212D4-4A69-ACF2-983B-9AD6073A8DA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8" name="Rechteck 337">
              <a:extLst>
                <a:ext uri="{FF2B5EF4-FFF2-40B4-BE49-F238E27FC236}">
                  <a16:creationId xmlns:a16="http://schemas.microsoft.com/office/drawing/2014/main" id="{780B4405-D36A-78B6-1424-F17591977E5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Rechteck 338">
              <a:extLst>
                <a:ext uri="{FF2B5EF4-FFF2-40B4-BE49-F238E27FC236}">
                  <a16:creationId xmlns:a16="http://schemas.microsoft.com/office/drawing/2014/main" id="{F7711CBA-B9C3-799D-4F87-28F2FE2ED8B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A0D3D56F-C48A-FA07-0947-046052EA1AF1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41" name="Flussdiagramm: Datenträger mit direktem Zugriff 340">
            <a:extLst>
              <a:ext uri="{FF2B5EF4-FFF2-40B4-BE49-F238E27FC236}">
                <a16:creationId xmlns:a16="http://schemas.microsoft.com/office/drawing/2014/main" id="{27B6A48F-7ED2-0439-87C8-4A74F3C462D0}"/>
              </a:ext>
            </a:extLst>
          </p:cNvPr>
          <p:cNvSpPr/>
          <p:nvPr/>
        </p:nvSpPr>
        <p:spPr>
          <a:xfrm rot="5400000">
            <a:off x="5839786" y="2330346"/>
            <a:ext cx="93252" cy="176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2" name="Grafik 341">
            <a:extLst>
              <a:ext uri="{FF2B5EF4-FFF2-40B4-BE49-F238E27FC236}">
                <a16:creationId xmlns:a16="http://schemas.microsoft.com/office/drawing/2014/main" id="{3E4FEDDB-A6B1-95E8-5B5B-8CBE2B8164D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841361" y="2270927"/>
            <a:ext cx="90077" cy="28388"/>
          </a:xfrm>
          <a:prstGeom prst="rect">
            <a:avLst/>
          </a:prstGeom>
        </p:spPr>
      </p:pic>
      <p:cxnSp>
        <p:nvCxnSpPr>
          <p:cNvPr id="345" name="Gerade Verbindung mit Pfeil 344">
            <a:extLst>
              <a:ext uri="{FF2B5EF4-FFF2-40B4-BE49-F238E27FC236}">
                <a16:creationId xmlns:a16="http://schemas.microsoft.com/office/drawing/2014/main" id="{E627E4AB-0DE5-A671-9205-78A8B42CF209}"/>
              </a:ext>
            </a:extLst>
          </p:cNvPr>
          <p:cNvCxnSpPr>
            <a:cxnSpLocks/>
          </p:cNvCxnSpPr>
          <p:nvPr/>
        </p:nvCxnSpPr>
        <p:spPr>
          <a:xfrm flipV="1">
            <a:off x="5605329" y="25091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Gerade Verbindung mit Pfeil 347">
            <a:extLst>
              <a:ext uri="{FF2B5EF4-FFF2-40B4-BE49-F238E27FC236}">
                <a16:creationId xmlns:a16="http://schemas.microsoft.com/office/drawing/2014/main" id="{23FBACD4-147E-C0F2-B36E-382881E6BB1B}"/>
              </a:ext>
            </a:extLst>
          </p:cNvPr>
          <p:cNvCxnSpPr>
            <a:cxnSpLocks/>
          </p:cNvCxnSpPr>
          <p:nvPr/>
        </p:nvCxnSpPr>
        <p:spPr>
          <a:xfrm flipV="1">
            <a:off x="5605329" y="19884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2" name="Gruppieren 361">
            <a:extLst>
              <a:ext uri="{FF2B5EF4-FFF2-40B4-BE49-F238E27FC236}">
                <a16:creationId xmlns:a16="http://schemas.microsoft.com/office/drawing/2014/main" id="{773D9A77-C000-B7F3-10CD-6BCFC4116769}"/>
              </a:ext>
            </a:extLst>
          </p:cNvPr>
          <p:cNvGrpSpPr/>
          <p:nvPr/>
        </p:nvGrpSpPr>
        <p:grpSpPr>
          <a:xfrm rot="10800000">
            <a:off x="8159103" y="2724824"/>
            <a:ext cx="75705" cy="277927"/>
            <a:chOff x="3476670" y="3647733"/>
            <a:chExt cx="75705" cy="277927"/>
          </a:xfrm>
        </p:grpSpPr>
        <p:sp>
          <p:nvSpPr>
            <p:cNvPr id="363" name="Rechteck 362">
              <a:extLst>
                <a:ext uri="{FF2B5EF4-FFF2-40B4-BE49-F238E27FC236}">
                  <a16:creationId xmlns:a16="http://schemas.microsoft.com/office/drawing/2014/main" id="{66AC8ECE-4BFD-59BD-DBD6-FB933516486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4" name="Verbinder: gekrümmt 363">
              <a:extLst>
                <a:ext uri="{FF2B5EF4-FFF2-40B4-BE49-F238E27FC236}">
                  <a16:creationId xmlns:a16="http://schemas.microsoft.com/office/drawing/2014/main" id="{2BFED965-260D-23F6-D850-83847A90BF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365" name="Grafik 364">
            <a:extLst>
              <a:ext uri="{FF2B5EF4-FFF2-40B4-BE49-F238E27FC236}">
                <a16:creationId xmlns:a16="http://schemas.microsoft.com/office/drawing/2014/main" id="{D49C37F6-61F4-4205-C5F8-A0150899632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120518" y="2996859"/>
            <a:ext cx="90077" cy="28388"/>
          </a:xfrm>
          <a:prstGeom prst="rect">
            <a:avLst/>
          </a:prstGeom>
        </p:spPr>
      </p:pic>
      <p:sp>
        <p:nvSpPr>
          <p:cNvPr id="374" name="Rechteck: abgerundete Ecken 373">
            <a:extLst>
              <a:ext uri="{FF2B5EF4-FFF2-40B4-BE49-F238E27FC236}">
                <a16:creationId xmlns:a16="http://schemas.microsoft.com/office/drawing/2014/main" id="{C6F6B9D0-4190-9A4D-5EEE-2674B6733C09}"/>
              </a:ext>
            </a:extLst>
          </p:cNvPr>
          <p:cNvSpPr/>
          <p:nvPr/>
        </p:nvSpPr>
        <p:spPr>
          <a:xfrm>
            <a:off x="9034925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22   </a:t>
            </a:r>
          </a:p>
        </p:txBody>
      </p:sp>
      <p:sp>
        <p:nvSpPr>
          <p:cNvPr id="375" name="Rechteck: abgerundete Ecken 374">
            <a:extLst>
              <a:ext uri="{FF2B5EF4-FFF2-40B4-BE49-F238E27FC236}">
                <a16:creationId xmlns:a16="http://schemas.microsoft.com/office/drawing/2014/main" id="{3F1F017F-3ED9-B6BF-7180-D000784F8FF9}"/>
              </a:ext>
            </a:extLst>
          </p:cNvPr>
          <p:cNvSpPr/>
          <p:nvPr/>
        </p:nvSpPr>
        <p:spPr>
          <a:xfrm>
            <a:off x="9312240" y="285657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23   </a:t>
            </a:r>
          </a:p>
        </p:txBody>
      </p:sp>
      <p:sp>
        <p:nvSpPr>
          <p:cNvPr id="376" name="Rechteck 375">
            <a:extLst>
              <a:ext uri="{FF2B5EF4-FFF2-40B4-BE49-F238E27FC236}">
                <a16:creationId xmlns:a16="http://schemas.microsoft.com/office/drawing/2014/main" id="{02457479-FF05-5E05-A7CC-DC31A0F9FA6B}"/>
              </a:ext>
            </a:extLst>
          </p:cNvPr>
          <p:cNvSpPr/>
          <p:nvPr/>
        </p:nvSpPr>
        <p:spPr>
          <a:xfrm rot="5400000">
            <a:off x="9047268" y="2743449"/>
            <a:ext cx="310603" cy="6989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4200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BC703767-FC09-4D63-A41D-49357769E495}"/>
              </a:ext>
            </a:extLst>
          </p:cNvPr>
          <p:cNvGrpSpPr/>
          <p:nvPr/>
        </p:nvGrpSpPr>
        <p:grpSpPr>
          <a:xfrm>
            <a:off x="3287863" y="3552122"/>
            <a:ext cx="467578" cy="90248"/>
            <a:chOff x="4413024" y="3765960"/>
            <a:chExt cx="467578" cy="90248"/>
          </a:xfrm>
        </p:grpSpPr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3C492A4F-160F-4A15-D5B4-30DEF8C5FBF2}"/>
                </a:ext>
              </a:extLst>
            </p:cNvPr>
            <p:cNvSpPr/>
            <p:nvPr/>
          </p:nvSpPr>
          <p:spPr>
            <a:xfrm>
              <a:off x="4413024" y="3766208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EBB8E8BD-7946-D9C6-4195-7AA5C2D292E7}"/>
                </a:ext>
              </a:extLst>
            </p:cNvPr>
            <p:cNvSpPr/>
            <p:nvPr/>
          </p:nvSpPr>
          <p:spPr>
            <a:xfrm>
              <a:off x="4790602" y="3765960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53" name="Gruppieren 352">
            <a:extLst>
              <a:ext uri="{FF2B5EF4-FFF2-40B4-BE49-F238E27FC236}">
                <a16:creationId xmlns:a16="http://schemas.microsoft.com/office/drawing/2014/main" id="{C3AB486F-A111-B53D-0FBB-1DAE010FF2F1}"/>
              </a:ext>
            </a:extLst>
          </p:cNvPr>
          <p:cNvGrpSpPr/>
          <p:nvPr/>
        </p:nvGrpSpPr>
        <p:grpSpPr>
          <a:xfrm>
            <a:off x="4300537" y="2878471"/>
            <a:ext cx="814387" cy="1058530"/>
            <a:chOff x="3576637" y="2884821"/>
            <a:chExt cx="814387" cy="1058530"/>
          </a:xfrm>
        </p:grpSpPr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ACCFCB97-8BB1-6664-4C86-DD619D15697D}"/>
                </a:ext>
              </a:extLst>
            </p:cNvPr>
            <p:cNvSpPr/>
            <p:nvPr/>
          </p:nvSpPr>
          <p:spPr>
            <a:xfrm rot="5400000">
              <a:off x="3884279" y="3436606"/>
              <a:ext cx="199103" cy="8143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CB9CC1EF-B916-FC53-CFBB-BC0D2A8C387A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Bogen 322">
              <a:extLst>
                <a:ext uri="{FF2B5EF4-FFF2-40B4-BE49-F238E27FC236}">
                  <a16:creationId xmlns:a16="http://schemas.microsoft.com/office/drawing/2014/main" id="{1BE5042C-A832-4A77-530E-06E634AA4996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Rechteck 323">
              <a:extLst>
                <a:ext uri="{FF2B5EF4-FFF2-40B4-BE49-F238E27FC236}">
                  <a16:creationId xmlns:a16="http://schemas.microsoft.com/office/drawing/2014/main" id="{EC746675-979B-668C-D954-0140505F9A31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Rechteck 324">
              <a:extLst>
                <a:ext uri="{FF2B5EF4-FFF2-40B4-BE49-F238E27FC236}">
                  <a16:creationId xmlns:a16="http://schemas.microsoft.com/office/drawing/2014/main" id="{2070AF09-7E34-4D8C-74CA-D4085FBD7EE6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67C21F0D-5555-17DB-D578-C4D54B884C07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Rechteck 326">
              <a:extLst>
                <a:ext uri="{FF2B5EF4-FFF2-40B4-BE49-F238E27FC236}">
                  <a16:creationId xmlns:a16="http://schemas.microsoft.com/office/drawing/2014/main" id="{1423B56A-A3D7-EDAF-50F4-904430B9FAA0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8" name="Rechteck 327">
              <a:extLst>
                <a:ext uri="{FF2B5EF4-FFF2-40B4-BE49-F238E27FC236}">
                  <a16:creationId xmlns:a16="http://schemas.microsoft.com/office/drawing/2014/main" id="{AE1AD305-620D-C48E-6E72-C844DE269B04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Rechteck 328">
              <a:extLst>
                <a:ext uri="{FF2B5EF4-FFF2-40B4-BE49-F238E27FC236}">
                  <a16:creationId xmlns:a16="http://schemas.microsoft.com/office/drawing/2014/main" id="{600D350D-A5E3-5678-CF02-01844B417071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Rechteck 377">
              <a:extLst>
                <a:ext uri="{FF2B5EF4-FFF2-40B4-BE49-F238E27FC236}">
                  <a16:creationId xmlns:a16="http://schemas.microsoft.com/office/drawing/2014/main" id="{ECD391B8-7C37-2AA0-DB2D-E4485922D127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Rechteck 378">
              <a:extLst>
                <a:ext uri="{FF2B5EF4-FFF2-40B4-BE49-F238E27FC236}">
                  <a16:creationId xmlns:a16="http://schemas.microsoft.com/office/drawing/2014/main" id="{1FB62F75-2CDC-C046-05FC-101CF03E111D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0B500E6-C25A-83CE-24EF-87C9BD3ACB04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Rechteck 376">
              <a:extLst>
                <a:ext uri="{FF2B5EF4-FFF2-40B4-BE49-F238E27FC236}">
                  <a16:creationId xmlns:a16="http://schemas.microsoft.com/office/drawing/2014/main" id="{43C93355-861B-E048-3B3C-058E2EA97845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Verbinder: gekrümmt 19">
              <a:extLst>
                <a:ext uri="{FF2B5EF4-FFF2-40B4-BE49-F238E27FC236}">
                  <a16:creationId xmlns:a16="http://schemas.microsoft.com/office/drawing/2014/main" id="{023E9EE8-346D-62DD-AB40-97727BB3DFC9}"/>
                </a:ext>
              </a:extLst>
            </p:cNvPr>
            <p:cNvCxnSpPr>
              <a:cxnSpLocks/>
              <a:endCxn id="5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00476020-3C5E-612B-E05D-077EBD06A8AA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944C9A0-07F9-7257-8FB3-83D090FA5C04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2BE67435-440C-885B-65DA-4F10303FF6E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2282658D-F22B-8709-F942-4BB192121CF5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81AFB3D8-43E9-F43A-51C5-DE6A088011AB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30" name="Verbinder: gekrümmt 329">
              <a:extLst>
                <a:ext uri="{FF2B5EF4-FFF2-40B4-BE49-F238E27FC236}">
                  <a16:creationId xmlns:a16="http://schemas.microsoft.com/office/drawing/2014/main" id="{CFFA7DE2-E9E7-3BC1-B47A-76AF59469F24}"/>
                </a:ext>
              </a:extLst>
            </p:cNvPr>
            <p:cNvCxnSpPr>
              <a:cxnSpLocks/>
              <a:endCxn id="101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10DB483F-B5D3-89A3-C084-2F42DDCCCB42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Halbbogen 350">
              <a:extLst>
                <a:ext uri="{FF2B5EF4-FFF2-40B4-BE49-F238E27FC236}">
                  <a16:creationId xmlns:a16="http://schemas.microsoft.com/office/drawing/2014/main" id="{0731EA69-B82B-14C2-EC3B-EAEC4B8C230F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52" name="Halbbogen 351">
              <a:extLst>
                <a:ext uri="{FF2B5EF4-FFF2-40B4-BE49-F238E27FC236}">
                  <a16:creationId xmlns:a16="http://schemas.microsoft.com/office/drawing/2014/main" id="{6BF531E2-25D5-17A7-78B9-E30F6BC9F49D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grpSp>
        <p:nvGrpSpPr>
          <p:cNvPr id="354" name="Gruppieren 353">
            <a:extLst>
              <a:ext uri="{FF2B5EF4-FFF2-40B4-BE49-F238E27FC236}">
                <a16:creationId xmlns:a16="http://schemas.microsoft.com/office/drawing/2014/main" id="{8115EBD4-0CDA-E59A-C062-7E5A8EC6C78E}"/>
              </a:ext>
            </a:extLst>
          </p:cNvPr>
          <p:cNvGrpSpPr/>
          <p:nvPr/>
        </p:nvGrpSpPr>
        <p:grpSpPr>
          <a:xfrm rot="10800000">
            <a:off x="7604606" y="1858600"/>
            <a:ext cx="792160" cy="1058531"/>
            <a:chOff x="3582552" y="2884821"/>
            <a:chExt cx="792160" cy="1058531"/>
          </a:xfrm>
        </p:grpSpPr>
        <p:sp>
          <p:nvSpPr>
            <p:cNvPr id="355" name="Rechteck 354">
              <a:extLst>
                <a:ext uri="{FF2B5EF4-FFF2-40B4-BE49-F238E27FC236}">
                  <a16:creationId xmlns:a16="http://schemas.microsoft.com/office/drawing/2014/main" id="{A6D9DF68-F7FB-E98E-2ACA-B7346077513A}"/>
                </a:ext>
              </a:extLst>
            </p:cNvPr>
            <p:cNvSpPr/>
            <p:nvPr/>
          </p:nvSpPr>
          <p:spPr>
            <a:xfrm rot="5400000">
              <a:off x="3879080" y="3447721"/>
              <a:ext cx="199103" cy="79216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6C45F4C5-EF76-F6CE-881E-53CEB1A3053F}"/>
                </a:ext>
              </a:extLst>
            </p:cNvPr>
            <p:cNvSpPr/>
            <p:nvPr/>
          </p:nvSpPr>
          <p:spPr>
            <a:xfrm>
              <a:off x="3744002" y="3033680"/>
              <a:ext cx="468000" cy="46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Bogen 356">
              <a:extLst>
                <a:ext uri="{FF2B5EF4-FFF2-40B4-BE49-F238E27FC236}">
                  <a16:creationId xmlns:a16="http://schemas.microsoft.com/office/drawing/2014/main" id="{279931CD-0E62-F160-59AF-FF1DCFA2274C}"/>
                </a:ext>
              </a:extLst>
            </p:cNvPr>
            <p:cNvSpPr/>
            <p:nvPr/>
          </p:nvSpPr>
          <p:spPr>
            <a:xfrm rot="12852665">
              <a:off x="3615482" y="3160815"/>
              <a:ext cx="236069" cy="223125"/>
            </a:xfrm>
            <a:prstGeom prst="arc">
              <a:avLst>
                <a:gd name="adj1" fmla="val 15333772"/>
                <a:gd name="adj2" fmla="val 1684241"/>
              </a:avLst>
            </a:prstGeom>
            <a:ln w="317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Rechteck 357">
              <a:extLst>
                <a:ext uri="{FF2B5EF4-FFF2-40B4-BE49-F238E27FC236}">
                  <a16:creationId xmlns:a16="http://schemas.microsoft.com/office/drawing/2014/main" id="{0CDAD09B-CA73-3AC0-594F-5A9421A2E185}"/>
                </a:ext>
              </a:extLst>
            </p:cNvPr>
            <p:cNvSpPr/>
            <p:nvPr/>
          </p:nvSpPr>
          <p:spPr>
            <a:xfrm>
              <a:off x="3773303" y="288482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Rechteck 358">
              <a:extLst>
                <a:ext uri="{FF2B5EF4-FFF2-40B4-BE49-F238E27FC236}">
                  <a16:creationId xmlns:a16="http://schemas.microsoft.com/office/drawing/2014/main" id="{AE526B6A-5956-8CB7-BBE3-A79ECAA30973}"/>
                </a:ext>
              </a:extLst>
            </p:cNvPr>
            <p:cNvSpPr/>
            <p:nvPr/>
          </p:nvSpPr>
          <p:spPr>
            <a:xfrm>
              <a:off x="3830452" y="288720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Rechteck 359">
              <a:extLst>
                <a:ext uri="{FF2B5EF4-FFF2-40B4-BE49-F238E27FC236}">
                  <a16:creationId xmlns:a16="http://schemas.microsoft.com/office/drawing/2014/main" id="{3E5302A2-9B32-66F0-DD29-BCADC1C47772}"/>
                </a:ext>
              </a:extLst>
            </p:cNvPr>
            <p:cNvSpPr/>
            <p:nvPr/>
          </p:nvSpPr>
          <p:spPr>
            <a:xfrm>
              <a:off x="4102013" y="2887991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Rechteck 360">
              <a:extLst>
                <a:ext uri="{FF2B5EF4-FFF2-40B4-BE49-F238E27FC236}">
                  <a16:creationId xmlns:a16="http://schemas.microsoft.com/office/drawing/2014/main" id="{BDB2CCA3-FE0C-99F6-90DF-7CB6909AD371}"/>
                </a:ext>
              </a:extLst>
            </p:cNvPr>
            <p:cNvSpPr/>
            <p:nvPr/>
          </p:nvSpPr>
          <p:spPr>
            <a:xfrm>
              <a:off x="4159162" y="2890370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Rechteck 379">
              <a:extLst>
                <a:ext uri="{FF2B5EF4-FFF2-40B4-BE49-F238E27FC236}">
                  <a16:creationId xmlns:a16="http://schemas.microsoft.com/office/drawing/2014/main" id="{7DC24DCC-505F-7B42-732F-C937B618ECB1}"/>
                </a:ext>
              </a:extLst>
            </p:cNvPr>
            <p:cNvSpPr/>
            <p:nvPr/>
          </p:nvSpPr>
          <p:spPr>
            <a:xfrm>
              <a:off x="3770913" y="2930058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5182A6C2-C365-02EC-B332-FA88A1DFE5DF}"/>
                </a:ext>
              </a:extLst>
            </p:cNvPr>
            <p:cNvSpPr/>
            <p:nvPr/>
          </p:nvSpPr>
          <p:spPr>
            <a:xfrm>
              <a:off x="4099437" y="2930852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Rechteck 381">
              <a:extLst>
                <a:ext uri="{FF2B5EF4-FFF2-40B4-BE49-F238E27FC236}">
                  <a16:creationId xmlns:a16="http://schemas.microsoft.com/office/drawing/2014/main" id="{71D5A36F-8D23-7AD5-3D05-D13EBB0CEE21}"/>
                </a:ext>
              </a:extLst>
            </p:cNvPr>
            <p:cNvSpPr/>
            <p:nvPr/>
          </p:nvSpPr>
          <p:spPr>
            <a:xfrm>
              <a:off x="3773074" y="3327855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1CC4F0F3-337F-F059-71DA-A5A394BCBCE3}"/>
                </a:ext>
              </a:extLst>
            </p:cNvPr>
            <p:cNvSpPr/>
            <p:nvPr/>
          </p:nvSpPr>
          <p:spPr>
            <a:xfrm>
              <a:off x="4101598" y="3328649"/>
              <a:ext cx="87700" cy="276589"/>
            </a:xfrm>
            <a:prstGeom prst="rect">
              <a:avLst/>
            </a:prstGeom>
            <a:gradFill>
              <a:gsLst>
                <a:gs pos="0">
                  <a:schemeClr val="dk1">
                    <a:tint val="100000"/>
                    <a:shade val="100000"/>
                    <a:satMod val="130000"/>
                    <a:alpha val="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AF1BC4EB-300A-962F-AE88-CEFB04B66E00}"/>
                </a:ext>
              </a:extLst>
            </p:cNvPr>
            <p:cNvSpPr/>
            <p:nvPr/>
          </p:nvSpPr>
          <p:spPr>
            <a:xfrm>
              <a:off x="3869844" y="3157910"/>
              <a:ext cx="216000" cy="21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Rechteck 384">
              <a:extLst>
                <a:ext uri="{FF2B5EF4-FFF2-40B4-BE49-F238E27FC236}">
                  <a16:creationId xmlns:a16="http://schemas.microsoft.com/office/drawing/2014/main" id="{B69D1E9B-D229-A9C8-5419-724BBF12C728}"/>
                </a:ext>
              </a:extLst>
            </p:cNvPr>
            <p:cNvSpPr/>
            <p:nvPr/>
          </p:nvSpPr>
          <p:spPr>
            <a:xfrm>
              <a:off x="3773084" y="3209641"/>
              <a:ext cx="413154" cy="11308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6" name="Verbinder: gekrümmt 385">
              <a:extLst>
                <a:ext uri="{FF2B5EF4-FFF2-40B4-BE49-F238E27FC236}">
                  <a16:creationId xmlns:a16="http://schemas.microsoft.com/office/drawing/2014/main" id="{9FE3881A-9C6F-7B57-7751-6E7ABCB0546C}"/>
                </a:ext>
              </a:extLst>
            </p:cNvPr>
            <p:cNvCxnSpPr>
              <a:cxnSpLocks/>
              <a:endCxn id="388" idx="3"/>
            </p:cNvCxnSpPr>
            <p:nvPr/>
          </p:nvCxnSpPr>
          <p:spPr>
            <a:xfrm rot="10800000" flipV="1">
              <a:off x="3855947" y="3533775"/>
              <a:ext cx="206467" cy="98360"/>
            </a:xfrm>
            <a:prstGeom prst="curvedConnector3">
              <a:avLst>
                <a:gd name="adj1" fmla="val 76527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87" name="Rechteck 386">
              <a:extLst>
                <a:ext uri="{FF2B5EF4-FFF2-40B4-BE49-F238E27FC236}">
                  <a16:creationId xmlns:a16="http://schemas.microsoft.com/office/drawing/2014/main" id="{DE726E11-B7E3-A528-B0CB-2F3CC4C10B8D}"/>
                </a:ext>
              </a:extLst>
            </p:cNvPr>
            <p:cNvSpPr/>
            <p:nvPr/>
          </p:nvSpPr>
          <p:spPr>
            <a:xfrm>
              <a:off x="3775336" y="361267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Rechteck 387">
              <a:extLst>
                <a:ext uri="{FF2B5EF4-FFF2-40B4-BE49-F238E27FC236}">
                  <a16:creationId xmlns:a16="http://schemas.microsoft.com/office/drawing/2014/main" id="{216B81C3-9040-4791-2F11-ECE9206BF106}"/>
                </a:ext>
              </a:extLst>
            </p:cNvPr>
            <p:cNvSpPr/>
            <p:nvPr/>
          </p:nvSpPr>
          <p:spPr>
            <a:xfrm>
              <a:off x="3832485" y="361505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Rechteck 388">
              <a:extLst>
                <a:ext uri="{FF2B5EF4-FFF2-40B4-BE49-F238E27FC236}">
                  <a16:creationId xmlns:a16="http://schemas.microsoft.com/office/drawing/2014/main" id="{4CF4E045-D158-DD78-C847-E373A9A7887E}"/>
                </a:ext>
              </a:extLst>
            </p:cNvPr>
            <p:cNvSpPr/>
            <p:nvPr/>
          </p:nvSpPr>
          <p:spPr>
            <a:xfrm>
              <a:off x="4104046" y="3615845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Rechteck 389">
              <a:extLst>
                <a:ext uri="{FF2B5EF4-FFF2-40B4-BE49-F238E27FC236}">
                  <a16:creationId xmlns:a16="http://schemas.microsoft.com/office/drawing/2014/main" id="{FAE10F8C-925D-0E7C-1600-CEF7E73F6FEE}"/>
                </a:ext>
              </a:extLst>
            </p:cNvPr>
            <p:cNvSpPr/>
            <p:nvPr/>
          </p:nvSpPr>
          <p:spPr>
            <a:xfrm>
              <a:off x="4161195" y="3618224"/>
              <a:ext cx="23461" cy="341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Ellipse 390">
              <a:extLst>
                <a:ext uri="{FF2B5EF4-FFF2-40B4-BE49-F238E27FC236}">
                  <a16:creationId xmlns:a16="http://schemas.microsoft.com/office/drawing/2014/main" id="{4588EA84-688B-5B91-793E-B93C7FD77D16}"/>
                </a:ext>
              </a:extLst>
            </p:cNvPr>
            <p:cNvSpPr/>
            <p:nvPr/>
          </p:nvSpPr>
          <p:spPr>
            <a:xfrm>
              <a:off x="3801175" y="3613439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92" name="Verbinder: gekrümmt 391">
              <a:extLst>
                <a:ext uri="{FF2B5EF4-FFF2-40B4-BE49-F238E27FC236}">
                  <a16:creationId xmlns:a16="http://schemas.microsoft.com/office/drawing/2014/main" id="{DB972015-2779-8692-3FAF-DFD7AC4459DD}"/>
                </a:ext>
              </a:extLst>
            </p:cNvPr>
            <p:cNvCxnSpPr>
              <a:cxnSpLocks/>
              <a:endCxn id="390" idx="3"/>
            </p:cNvCxnSpPr>
            <p:nvPr/>
          </p:nvCxnSpPr>
          <p:spPr>
            <a:xfrm rot="5400000">
              <a:off x="4110870" y="3426586"/>
              <a:ext cx="282505" cy="134932"/>
            </a:xfrm>
            <a:prstGeom prst="curvedConnector2">
              <a:avLst/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CDE0CFA7-F567-A903-23AA-E8555E03AE58}"/>
                </a:ext>
              </a:extLst>
            </p:cNvPr>
            <p:cNvSpPr/>
            <p:nvPr/>
          </p:nvSpPr>
          <p:spPr>
            <a:xfrm>
              <a:off x="4128785" y="3615291"/>
              <a:ext cx="36000" cy="36000"/>
            </a:xfrm>
            <a:prstGeom prst="ellipse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Halbbogen 393">
              <a:extLst>
                <a:ext uri="{FF2B5EF4-FFF2-40B4-BE49-F238E27FC236}">
                  <a16:creationId xmlns:a16="http://schemas.microsoft.com/office/drawing/2014/main" id="{76538CCA-05F9-3A03-6D68-2593DCD5AFA0}"/>
                </a:ext>
              </a:extLst>
            </p:cNvPr>
            <p:cNvSpPr/>
            <p:nvPr/>
          </p:nvSpPr>
          <p:spPr>
            <a:xfrm rot="10800000">
              <a:off x="3764757" y="3574419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95" name="Halbbogen 394">
              <a:extLst>
                <a:ext uri="{FF2B5EF4-FFF2-40B4-BE49-F238E27FC236}">
                  <a16:creationId xmlns:a16="http://schemas.microsoft.com/office/drawing/2014/main" id="{05FCC4F4-E2EB-A245-FBDF-B8BE74992CDA}"/>
                </a:ext>
              </a:extLst>
            </p:cNvPr>
            <p:cNvSpPr/>
            <p:nvPr/>
          </p:nvSpPr>
          <p:spPr>
            <a:xfrm rot="10800000">
              <a:off x="4093369" y="3582245"/>
              <a:ext cx="104306" cy="162001"/>
            </a:xfrm>
            <a:prstGeom prst="blockArc">
              <a:avLst>
                <a:gd name="adj1" fmla="val 10745637"/>
                <a:gd name="adj2" fmla="val 11"/>
                <a:gd name="adj3" fmla="val 5475"/>
              </a:avLst>
            </a:prstGeom>
            <a:gradFill>
              <a:gsLst>
                <a:gs pos="0">
                  <a:schemeClr val="tx1"/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396" name="Textfeld 395">
            <a:extLst>
              <a:ext uri="{FF2B5EF4-FFF2-40B4-BE49-F238E27FC236}">
                <a16:creationId xmlns:a16="http://schemas.microsoft.com/office/drawing/2014/main" id="{07801104-DE54-86EA-6985-4A0065F17238}"/>
              </a:ext>
            </a:extLst>
          </p:cNvPr>
          <p:cNvSpPr txBox="1"/>
          <p:nvPr/>
        </p:nvSpPr>
        <p:spPr>
          <a:xfrm>
            <a:off x="4033156" y="5384334"/>
            <a:ext cx="20437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       Cutting </a:t>
            </a:r>
            <a:r>
              <a:rPr lang="de-DE" sz="900" dirty="0" err="1"/>
              <a:t>cable</a:t>
            </a:r>
            <a:endParaRPr lang="de-DE" sz="900" dirty="0"/>
          </a:p>
          <a:p>
            <a:r>
              <a:rPr lang="de-DE" sz="900" dirty="0"/>
              <a:t>2       Insert </a:t>
            </a:r>
            <a:r>
              <a:rPr lang="de-DE" sz="900" dirty="0" err="1"/>
              <a:t>Shrinksleeve</a:t>
            </a:r>
            <a:endParaRPr lang="de-DE" sz="900" dirty="0"/>
          </a:p>
          <a:p>
            <a:r>
              <a:rPr lang="de-DE" sz="900" dirty="0"/>
              <a:t>3       </a:t>
            </a:r>
            <a:r>
              <a:rPr lang="de-DE" sz="900" dirty="0" err="1"/>
              <a:t>Removing</a:t>
            </a:r>
            <a:r>
              <a:rPr lang="de-DE" sz="900" dirty="0"/>
              <a:t> </a:t>
            </a:r>
            <a:r>
              <a:rPr lang="de-DE" sz="900" dirty="0" err="1"/>
              <a:t>Isolationpart</a:t>
            </a:r>
            <a:r>
              <a:rPr lang="de-DE" sz="900" dirty="0"/>
              <a:t> Terminal 1</a:t>
            </a:r>
          </a:p>
          <a:p>
            <a:r>
              <a:rPr lang="de-DE" sz="900" dirty="0"/>
              <a:t>4       Free Station </a:t>
            </a:r>
          </a:p>
          <a:p>
            <a:r>
              <a:rPr lang="de-DE" sz="900" dirty="0"/>
              <a:t>5  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1</a:t>
            </a:r>
          </a:p>
          <a:p>
            <a:r>
              <a:rPr lang="de-DE" sz="900" dirty="0"/>
              <a:t>6       Free Station</a:t>
            </a:r>
          </a:p>
          <a:p>
            <a:r>
              <a:rPr lang="de-DE" sz="900" dirty="0"/>
              <a:t>7       Bending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1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2 Terminal 1</a:t>
            </a:r>
          </a:p>
        </p:txBody>
      </p:sp>
      <p:sp>
        <p:nvSpPr>
          <p:cNvPr id="397" name="Textfeld 396">
            <a:extLst>
              <a:ext uri="{FF2B5EF4-FFF2-40B4-BE49-F238E27FC236}">
                <a16:creationId xmlns:a16="http://schemas.microsoft.com/office/drawing/2014/main" id="{E6282995-C6CF-70A1-0023-FEAFCC958BC4}"/>
              </a:ext>
            </a:extLst>
          </p:cNvPr>
          <p:cNvSpPr txBox="1"/>
          <p:nvPr/>
        </p:nvSpPr>
        <p:spPr>
          <a:xfrm>
            <a:off x="8446131" y="5375573"/>
            <a:ext cx="192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17     Bending Terminal 2</a:t>
            </a:r>
          </a:p>
          <a:p>
            <a:r>
              <a:rPr lang="de-DE" sz="900" dirty="0"/>
              <a:t>18     </a:t>
            </a:r>
            <a:r>
              <a:rPr lang="de-DE" sz="900" dirty="0" err="1"/>
              <a:t>Tinning</a:t>
            </a:r>
            <a:r>
              <a:rPr lang="de-DE" sz="900" dirty="0"/>
              <a:t> 1 Terminal 2</a:t>
            </a:r>
          </a:p>
          <a:p>
            <a:r>
              <a:rPr lang="de-DE" sz="900" dirty="0"/>
              <a:t>19     </a:t>
            </a:r>
            <a:r>
              <a:rPr lang="de-DE" sz="900" dirty="0" err="1"/>
              <a:t>Tinning</a:t>
            </a:r>
            <a:r>
              <a:rPr lang="de-DE" sz="900" dirty="0"/>
              <a:t> 2 Terminal 2</a:t>
            </a:r>
          </a:p>
          <a:p>
            <a:r>
              <a:rPr lang="de-DE" sz="900" dirty="0"/>
              <a:t>20     Optical </a:t>
            </a:r>
            <a:r>
              <a:rPr lang="de-DE" sz="900" dirty="0" err="1"/>
              <a:t>Inspection</a:t>
            </a:r>
            <a:r>
              <a:rPr lang="de-DE" sz="900" dirty="0"/>
              <a:t> Terminal 2</a:t>
            </a:r>
          </a:p>
          <a:p>
            <a:r>
              <a:rPr lang="de-DE" sz="900" dirty="0"/>
              <a:t>21     </a:t>
            </a:r>
            <a:r>
              <a:rPr lang="de-DE" sz="900" dirty="0" err="1"/>
              <a:t>Electrical</a:t>
            </a:r>
            <a:r>
              <a:rPr lang="de-DE" sz="900" dirty="0"/>
              <a:t> </a:t>
            </a:r>
            <a:r>
              <a:rPr lang="de-DE" sz="900" dirty="0" err="1"/>
              <a:t>Testing</a:t>
            </a:r>
            <a:endParaRPr lang="de-DE" sz="900" dirty="0"/>
          </a:p>
          <a:p>
            <a:r>
              <a:rPr lang="de-DE" sz="900" dirty="0"/>
              <a:t>22     </a:t>
            </a:r>
            <a:r>
              <a:rPr lang="de-DE" sz="900" dirty="0" err="1"/>
              <a:t>Labeling</a:t>
            </a:r>
            <a:endParaRPr lang="de-DE" sz="900" dirty="0"/>
          </a:p>
          <a:p>
            <a:pPr marL="228600" indent="-228600">
              <a:buAutoNum type="arabicPlain" startAt="23"/>
            </a:pPr>
            <a:r>
              <a:rPr lang="de-DE" sz="900" dirty="0"/>
              <a:t>Output Cable</a:t>
            </a:r>
          </a:p>
          <a:p>
            <a:endParaRPr lang="de-DE" sz="900" dirty="0"/>
          </a:p>
        </p:txBody>
      </p:sp>
      <p:sp>
        <p:nvSpPr>
          <p:cNvPr id="398" name="Textfeld 397">
            <a:extLst>
              <a:ext uri="{FF2B5EF4-FFF2-40B4-BE49-F238E27FC236}">
                <a16:creationId xmlns:a16="http://schemas.microsoft.com/office/drawing/2014/main" id="{8876DD53-E338-E606-E655-CD9D01B91F2A}"/>
              </a:ext>
            </a:extLst>
          </p:cNvPr>
          <p:cNvSpPr txBox="1"/>
          <p:nvPr/>
        </p:nvSpPr>
        <p:spPr>
          <a:xfrm>
            <a:off x="6203263" y="5380236"/>
            <a:ext cx="205207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/>
            </a:lvl1pPr>
          </a:lstStyle>
          <a:p>
            <a:r>
              <a:rPr lang="de-DE" dirty="0"/>
              <a:t>10     Optical </a:t>
            </a:r>
            <a:r>
              <a:rPr lang="de-DE" dirty="0" err="1"/>
              <a:t>Inspection</a:t>
            </a:r>
            <a:r>
              <a:rPr lang="de-DE" dirty="0"/>
              <a:t> Terminal 1</a:t>
            </a:r>
          </a:p>
          <a:p>
            <a:r>
              <a:rPr lang="de-DE" dirty="0"/>
              <a:t>11     </a:t>
            </a:r>
            <a:r>
              <a:rPr lang="de-DE" dirty="0" err="1"/>
              <a:t>Turning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2</a:t>
            </a:r>
          </a:p>
          <a:p>
            <a:r>
              <a:rPr lang="de-DE" dirty="0"/>
              <a:t>12     </a:t>
            </a:r>
            <a:r>
              <a:rPr lang="de-DE" dirty="0" err="1"/>
              <a:t>Turning</a:t>
            </a:r>
            <a:r>
              <a:rPr lang="de-DE" dirty="0"/>
              <a:t> Position Terminal 2    3-6-9</a:t>
            </a:r>
          </a:p>
          <a:p>
            <a:r>
              <a:rPr lang="de-DE" dirty="0"/>
              <a:t>13    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Isolationpart</a:t>
            </a:r>
            <a:r>
              <a:rPr lang="de-DE" dirty="0"/>
              <a:t> Terminal 2</a:t>
            </a:r>
          </a:p>
          <a:p>
            <a:r>
              <a:rPr lang="de-DE" dirty="0"/>
              <a:t>14     Free Station</a:t>
            </a:r>
          </a:p>
          <a:p>
            <a:r>
              <a:rPr lang="de-DE" sz="900" dirty="0"/>
              <a:t>15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2</a:t>
            </a:r>
          </a:p>
          <a:p>
            <a:r>
              <a:rPr lang="de-DE" dirty="0"/>
              <a:t>16     Free Station</a:t>
            </a:r>
            <a:endParaRPr lang="de-DE" sz="900" dirty="0"/>
          </a:p>
        </p:txBody>
      </p:sp>
      <p:sp>
        <p:nvSpPr>
          <p:cNvPr id="401" name="Rechteck 400">
            <a:extLst>
              <a:ext uri="{FF2B5EF4-FFF2-40B4-BE49-F238E27FC236}">
                <a16:creationId xmlns:a16="http://schemas.microsoft.com/office/drawing/2014/main" id="{EB91AAFD-3F79-620C-0A94-BB6CF68ED630}"/>
              </a:ext>
            </a:extLst>
          </p:cNvPr>
          <p:cNvSpPr/>
          <p:nvPr/>
        </p:nvSpPr>
        <p:spPr>
          <a:xfrm>
            <a:off x="4029075" y="4017565"/>
            <a:ext cx="633413" cy="5403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Cooling Generator</a:t>
            </a:r>
          </a:p>
        </p:txBody>
      </p:sp>
      <p:sp>
        <p:nvSpPr>
          <p:cNvPr id="406" name="Bogen 405">
            <a:extLst>
              <a:ext uri="{FF2B5EF4-FFF2-40B4-BE49-F238E27FC236}">
                <a16:creationId xmlns:a16="http://schemas.microsoft.com/office/drawing/2014/main" id="{0A9F292A-FBC0-A417-C2F2-AE33EAD228AA}"/>
              </a:ext>
            </a:extLst>
          </p:cNvPr>
          <p:cNvSpPr/>
          <p:nvPr/>
        </p:nvSpPr>
        <p:spPr>
          <a:xfrm rot="5400000">
            <a:off x="1887251" y="3548349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8" name="Gerader Verbinder 407">
            <a:extLst>
              <a:ext uri="{FF2B5EF4-FFF2-40B4-BE49-F238E27FC236}">
                <a16:creationId xmlns:a16="http://schemas.microsoft.com/office/drawing/2014/main" id="{16ED4264-716A-ED40-37B9-0912C17FA336}"/>
              </a:ext>
            </a:extLst>
          </p:cNvPr>
          <p:cNvCxnSpPr/>
          <p:nvPr/>
        </p:nvCxnSpPr>
        <p:spPr>
          <a:xfrm>
            <a:off x="2845973" y="4696570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Gerade Verbindung mit Pfeil 409">
            <a:extLst>
              <a:ext uri="{FF2B5EF4-FFF2-40B4-BE49-F238E27FC236}">
                <a16:creationId xmlns:a16="http://schemas.microsoft.com/office/drawing/2014/main" id="{F4040FF7-D6E8-4263-9AA2-8A2D07AC01EB}"/>
              </a:ext>
            </a:extLst>
          </p:cNvPr>
          <p:cNvCxnSpPr>
            <a:cxnSpLocks/>
          </p:cNvCxnSpPr>
          <p:nvPr/>
        </p:nvCxnSpPr>
        <p:spPr>
          <a:xfrm flipV="1">
            <a:off x="3400683" y="3325203"/>
            <a:ext cx="5414" cy="550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Gerader Verbinder 411">
            <a:extLst>
              <a:ext uri="{FF2B5EF4-FFF2-40B4-BE49-F238E27FC236}">
                <a16:creationId xmlns:a16="http://schemas.microsoft.com/office/drawing/2014/main" id="{5402DEC2-9D89-E811-3D0B-EF1052B56D7B}"/>
              </a:ext>
            </a:extLst>
          </p:cNvPr>
          <p:cNvCxnSpPr/>
          <p:nvPr/>
        </p:nvCxnSpPr>
        <p:spPr>
          <a:xfrm>
            <a:off x="2886226" y="332697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Gerader Verbinder 412">
            <a:extLst>
              <a:ext uri="{FF2B5EF4-FFF2-40B4-BE49-F238E27FC236}">
                <a16:creationId xmlns:a16="http://schemas.microsoft.com/office/drawing/2014/main" id="{E37CEAF5-8806-55B9-E780-5755C365DB8C}"/>
              </a:ext>
            </a:extLst>
          </p:cNvPr>
          <p:cNvCxnSpPr/>
          <p:nvPr/>
        </p:nvCxnSpPr>
        <p:spPr>
          <a:xfrm>
            <a:off x="3894826" y="333499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feld 414">
            <a:extLst>
              <a:ext uri="{FF2B5EF4-FFF2-40B4-BE49-F238E27FC236}">
                <a16:creationId xmlns:a16="http://schemas.microsoft.com/office/drawing/2014/main" id="{DFC23C4D-9CB1-B6F8-D780-DD778BAA7CA7}"/>
              </a:ext>
            </a:extLst>
          </p:cNvPr>
          <p:cNvSpPr txBox="1"/>
          <p:nvPr/>
        </p:nvSpPr>
        <p:spPr>
          <a:xfrm>
            <a:off x="2877967" y="3950468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16" name="Gerade Verbindung mit Pfeil 415">
            <a:extLst>
              <a:ext uri="{FF2B5EF4-FFF2-40B4-BE49-F238E27FC236}">
                <a16:creationId xmlns:a16="http://schemas.microsoft.com/office/drawing/2014/main" id="{724ED228-6F2E-6C09-576C-C7FB49C272DA}"/>
              </a:ext>
            </a:extLst>
          </p:cNvPr>
          <p:cNvCxnSpPr>
            <a:cxnSpLocks/>
          </p:cNvCxnSpPr>
          <p:nvPr/>
        </p:nvCxnSpPr>
        <p:spPr>
          <a:xfrm>
            <a:off x="6696244" y="1331321"/>
            <a:ext cx="0" cy="71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Gerader Verbinder 416">
            <a:extLst>
              <a:ext uri="{FF2B5EF4-FFF2-40B4-BE49-F238E27FC236}">
                <a16:creationId xmlns:a16="http://schemas.microsoft.com/office/drawing/2014/main" id="{1E1CBEB1-3D20-B2D4-7382-A20334A0F79F}"/>
              </a:ext>
            </a:extLst>
          </p:cNvPr>
          <p:cNvCxnSpPr/>
          <p:nvPr/>
        </p:nvCxnSpPr>
        <p:spPr>
          <a:xfrm>
            <a:off x="6200436" y="145306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Gerader Verbinder 417">
            <a:extLst>
              <a:ext uri="{FF2B5EF4-FFF2-40B4-BE49-F238E27FC236}">
                <a16:creationId xmlns:a16="http://schemas.microsoft.com/office/drawing/2014/main" id="{6E89A8F0-1C1A-FE80-DEDA-3A52873A0B4F}"/>
              </a:ext>
            </a:extLst>
          </p:cNvPr>
          <p:cNvCxnSpPr/>
          <p:nvPr/>
        </p:nvCxnSpPr>
        <p:spPr>
          <a:xfrm>
            <a:off x="7209036" y="1461087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feld 418">
            <a:extLst>
              <a:ext uri="{FF2B5EF4-FFF2-40B4-BE49-F238E27FC236}">
                <a16:creationId xmlns:a16="http://schemas.microsoft.com/office/drawing/2014/main" id="{00A1C9A8-34B6-E927-93FA-D1B408D90A8A}"/>
              </a:ext>
            </a:extLst>
          </p:cNvPr>
          <p:cNvSpPr txBox="1"/>
          <p:nvPr/>
        </p:nvSpPr>
        <p:spPr>
          <a:xfrm>
            <a:off x="6192177" y="2076559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21" name="Gerader Verbinder 420">
            <a:extLst>
              <a:ext uri="{FF2B5EF4-FFF2-40B4-BE49-F238E27FC236}">
                <a16:creationId xmlns:a16="http://schemas.microsoft.com/office/drawing/2014/main" id="{104002DC-1CBE-AEE6-291A-7B4B5225CC4D}"/>
              </a:ext>
            </a:extLst>
          </p:cNvPr>
          <p:cNvCxnSpPr/>
          <p:nvPr/>
        </p:nvCxnSpPr>
        <p:spPr>
          <a:xfrm>
            <a:off x="7967418" y="7938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Bogen 421">
            <a:extLst>
              <a:ext uri="{FF2B5EF4-FFF2-40B4-BE49-F238E27FC236}">
                <a16:creationId xmlns:a16="http://schemas.microsoft.com/office/drawing/2014/main" id="{3396D9B2-80F9-1039-EB46-76537B3CE155}"/>
              </a:ext>
            </a:extLst>
          </p:cNvPr>
          <p:cNvSpPr/>
          <p:nvPr/>
        </p:nvSpPr>
        <p:spPr>
          <a:xfrm rot="16200000">
            <a:off x="7031864" y="-114012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50AE0B4C-6CD9-618B-96A5-F1DA86D2691C}"/>
              </a:ext>
            </a:extLst>
          </p:cNvPr>
          <p:cNvGrpSpPr/>
          <p:nvPr/>
        </p:nvGrpSpPr>
        <p:grpSpPr>
          <a:xfrm>
            <a:off x="2849757" y="2999802"/>
            <a:ext cx="69580" cy="193454"/>
            <a:chOff x="2849757" y="2999802"/>
            <a:chExt cx="69580" cy="193454"/>
          </a:xfrm>
        </p:grpSpPr>
        <p:sp>
          <p:nvSpPr>
            <p:cNvPr id="424" name="Rechteck 423">
              <a:extLst>
                <a:ext uri="{FF2B5EF4-FFF2-40B4-BE49-F238E27FC236}">
                  <a16:creationId xmlns:a16="http://schemas.microsoft.com/office/drawing/2014/main" id="{8B429774-8B94-7203-F945-0830C0E6A020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6" name="Gerade Verbindung mit Pfeil 425">
              <a:extLst>
                <a:ext uri="{FF2B5EF4-FFF2-40B4-BE49-F238E27FC236}">
                  <a16:creationId xmlns:a16="http://schemas.microsoft.com/office/drawing/2014/main" id="{6FC554A2-E699-50C8-9C0B-2536947AE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7C4E101E-6D3F-B73F-FCD2-132B17BBB0E5}"/>
              </a:ext>
            </a:extLst>
          </p:cNvPr>
          <p:cNvGrpSpPr/>
          <p:nvPr/>
        </p:nvGrpSpPr>
        <p:grpSpPr>
          <a:xfrm>
            <a:off x="3502011" y="2991323"/>
            <a:ext cx="69580" cy="193454"/>
            <a:chOff x="2849757" y="2999802"/>
            <a:chExt cx="69580" cy="193454"/>
          </a:xfrm>
        </p:grpSpPr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89CCD666-35A8-8250-0447-BBE2F46E6C98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3" name="Gerade Verbindung mit Pfeil 432">
              <a:extLst>
                <a:ext uri="{FF2B5EF4-FFF2-40B4-BE49-F238E27FC236}">
                  <a16:creationId xmlns:a16="http://schemas.microsoft.com/office/drawing/2014/main" id="{99F59633-1DF9-3730-851A-61003ADDB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1" name="Ellipse 440">
            <a:extLst>
              <a:ext uri="{FF2B5EF4-FFF2-40B4-BE49-F238E27FC236}">
                <a16:creationId xmlns:a16="http://schemas.microsoft.com/office/drawing/2014/main" id="{31B2067F-AB97-F4CE-49F4-78334ACCBE09}"/>
              </a:ext>
            </a:extLst>
          </p:cNvPr>
          <p:cNvSpPr/>
          <p:nvPr/>
        </p:nvSpPr>
        <p:spPr>
          <a:xfrm>
            <a:off x="5513258" y="300574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2" name="Ellipse 441">
            <a:extLst>
              <a:ext uri="{FF2B5EF4-FFF2-40B4-BE49-F238E27FC236}">
                <a16:creationId xmlns:a16="http://schemas.microsoft.com/office/drawing/2014/main" id="{E2AD34D2-176A-FFA8-4978-C218270EC79F}"/>
              </a:ext>
            </a:extLst>
          </p:cNvPr>
          <p:cNvSpPr/>
          <p:nvPr/>
        </p:nvSpPr>
        <p:spPr>
          <a:xfrm>
            <a:off x="5845361" y="300940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6" name="Gruppieren 445">
            <a:extLst>
              <a:ext uri="{FF2B5EF4-FFF2-40B4-BE49-F238E27FC236}">
                <a16:creationId xmlns:a16="http://schemas.microsoft.com/office/drawing/2014/main" id="{2A1647AC-6E31-0BCE-4496-AC0585503FA5}"/>
              </a:ext>
            </a:extLst>
          </p:cNvPr>
          <p:cNvGrpSpPr/>
          <p:nvPr/>
        </p:nvGrpSpPr>
        <p:grpSpPr>
          <a:xfrm rot="10800000">
            <a:off x="6823804" y="2608161"/>
            <a:ext cx="69580" cy="193454"/>
            <a:chOff x="2849757" y="2999802"/>
            <a:chExt cx="69580" cy="193454"/>
          </a:xfrm>
        </p:grpSpPr>
        <p:sp>
          <p:nvSpPr>
            <p:cNvPr id="447" name="Rechteck 446">
              <a:extLst>
                <a:ext uri="{FF2B5EF4-FFF2-40B4-BE49-F238E27FC236}">
                  <a16:creationId xmlns:a16="http://schemas.microsoft.com/office/drawing/2014/main" id="{9700959E-E259-6715-FAB9-614A97605CEC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8FDCD703-6110-D182-46D7-F56DE32B4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4" name="Ellipse 453">
            <a:extLst>
              <a:ext uri="{FF2B5EF4-FFF2-40B4-BE49-F238E27FC236}">
                <a16:creationId xmlns:a16="http://schemas.microsoft.com/office/drawing/2014/main" id="{F5AC4FC0-002D-8324-EB04-802F2831ED7B}"/>
              </a:ext>
            </a:extLst>
          </p:cNvPr>
          <p:cNvSpPr/>
          <p:nvPr/>
        </p:nvSpPr>
        <p:spPr>
          <a:xfrm>
            <a:off x="8826637" y="271955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0" name="Rechteck 459">
            <a:extLst>
              <a:ext uri="{FF2B5EF4-FFF2-40B4-BE49-F238E27FC236}">
                <a16:creationId xmlns:a16="http://schemas.microsoft.com/office/drawing/2014/main" id="{5CB04050-69CD-84D9-4A18-1FC1ECBB6BFE}"/>
              </a:ext>
            </a:extLst>
          </p:cNvPr>
          <p:cNvSpPr/>
          <p:nvPr/>
        </p:nvSpPr>
        <p:spPr>
          <a:xfrm>
            <a:off x="5270614" y="3995754"/>
            <a:ext cx="680855" cy="5281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endParaRPr lang="de-DE" sz="800" dirty="0"/>
          </a:p>
          <a:p>
            <a:pPr algn="ctr"/>
            <a:r>
              <a:rPr lang="de-DE" sz="800" dirty="0" err="1"/>
              <a:t>Tinning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cxnSp>
        <p:nvCxnSpPr>
          <p:cNvPr id="461" name="Verbinder: gekrümmt 460">
            <a:extLst>
              <a:ext uri="{FF2B5EF4-FFF2-40B4-BE49-F238E27FC236}">
                <a16:creationId xmlns:a16="http://schemas.microsoft.com/office/drawing/2014/main" id="{EE5F864C-5000-50A7-1D5F-78EA74544B6B}"/>
              </a:ext>
            </a:extLst>
          </p:cNvPr>
          <p:cNvCxnSpPr>
            <a:cxnSpLocks/>
            <a:stCxn id="460" idx="1"/>
            <a:endCxn id="136" idx="1"/>
          </p:cNvCxnSpPr>
          <p:nvPr/>
        </p:nvCxnSpPr>
        <p:spPr>
          <a:xfrm rot="10800000">
            <a:off x="4707730" y="3737898"/>
            <a:ext cx="562884" cy="521916"/>
          </a:xfrm>
          <a:prstGeom prst="curvedConnector4">
            <a:avLst>
              <a:gd name="adj1" fmla="val 41157"/>
              <a:gd name="adj2" fmla="val 83575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2" name="Rechteck 401">
            <a:extLst>
              <a:ext uri="{FF2B5EF4-FFF2-40B4-BE49-F238E27FC236}">
                <a16:creationId xmlns:a16="http://schemas.microsoft.com/office/drawing/2014/main" id="{A65D4B45-8A83-9CE7-4A5C-EED89F649B14}"/>
              </a:ext>
            </a:extLst>
          </p:cNvPr>
          <p:cNvSpPr/>
          <p:nvPr/>
        </p:nvSpPr>
        <p:spPr>
          <a:xfrm>
            <a:off x="4732465" y="4159190"/>
            <a:ext cx="494459" cy="39017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700" dirty="0" err="1"/>
              <a:t>Induction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/>
              <a:t>Generator</a:t>
            </a:r>
          </a:p>
        </p:txBody>
      </p:sp>
      <p:sp>
        <p:nvSpPr>
          <p:cNvPr id="468" name="Rechteck 467">
            <a:extLst>
              <a:ext uri="{FF2B5EF4-FFF2-40B4-BE49-F238E27FC236}">
                <a16:creationId xmlns:a16="http://schemas.microsoft.com/office/drawing/2014/main" id="{D28EB021-0B93-5EB5-DBC4-BB92C5E82479}"/>
              </a:ext>
            </a:extLst>
          </p:cNvPr>
          <p:cNvSpPr/>
          <p:nvPr/>
        </p:nvSpPr>
        <p:spPr>
          <a:xfrm rot="5400000">
            <a:off x="1501336" y="3193316"/>
            <a:ext cx="934369" cy="1124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9" name="Rechteck 468">
            <a:extLst>
              <a:ext uri="{FF2B5EF4-FFF2-40B4-BE49-F238E27FC236}">
                <a16:creationId xmlns:a16="http://schemas.microsoft.com/office/drawing/2014/main" id="{8ABC2AEC-F862-746C-F680-631D8F2286DB}"/>
              </a:ext>
            </a:extLst>
          </p:cNvPr>
          <p:cNvSpPr/>
          <p:nvPr/>
        </p:nvSpPr>
        <p:spPr>
          <a:xfrm>
            <a:off x="2172259" y="3276299"/>
            <a:ext cx="167360" cy="161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0" name="Rechteck 469">
            <a:extLst>
              <a:ext uri="{FF2B5EF4-FFF2-40B4-BE49-F238E27FC236}">
                <a16:creationId xmlns:a16="http://schemas.microsoft.com/office/drawing/2014/main" id="{B9A72DFD-2C21-0422-F9F9-76EB0BCC0E49}"/>
              </a:ext>
            </a:extLst>
          </p:cNvPr>
          <p:cNvSpPr/>
          <p:nvPr/>
        </p:nvSpPr>
        <p:spPr>
          <a:xfrm rot="10800000">
            <a:off x="1835983" y="3313408"/>
            <a:ext cx="467198" cy="604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1" name="Rechteck 470">
            <a:extLst>
              <a:ext uri="{FF2B5EF4-FFF2-40B4-BE49-F238E27FC236}">
                <a16:creationId xmlns:a16="http://schemas.microsoft.com/office/drawing/2014/main" id="{19F564EB-31F1-1262-195F-56E679A0D2CE}"/>
              </a:ext>
            </a:extLst>
          </p:cNvPr>
          <p:cNvSpPr/>
          <p:nvPr/>
        </p:nvSpPr>
        <p:spPr>
          <a:xfrm rot="5400000">
            <a:off x="1722342" y="3840866"/>
            <a:ext cx="1442046" cy="10128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2" name="Titel 1">
            <a:extLst>
              <a:ext uri="{FF2B5EF4-FFF2-40B4-BE49-F238E27FC236}">
                <a16:creationId xmlns:a16="http://schemas.microsoft.com/office/drawing/2014/main" id="{34BCB49A-80E4-E2F7-4717-A2CA96680C92}"/>
              </a:ext>
            </a:extLst>
          </p:cNvPr>
          <p:cNvSpPr txBox="1">
            <a:spLocks/>
          </p:cNvSpPr>
          <p:nvPr/>
        </p:nvSpPr>
        <p:spPr>
          <a:xfrm>
            <a:off x="4047226" y="130021"/>
            <a:ext cx="2771963" cy="265716"/>
          </a:xfrm>
          <a:prstGeom prst="rect">
            <a:avLst/>
          </a:prstGeom>
        </p:spPr>
        <p:txBody>
          <a:bodyPr anchor="t"/>
          <a:lstStyle>
            <a:lvl1pPr algn="ctr" defTabSz="457200" rtl="0" eaLnBrk="1" latinLnBrk="0" hangingPunct="1">
              <a:spcBef>
                <a:spcPct val="0"/>
              </a:spcBef>
              <a:buNone/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sz="1100" b="1" dirty="0">
                <a:latin typeface="+mj-lt"/>
              </a:rPr>
              <a:t>Layout linear / Version 3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1C09A0B-3E17-8E6E-537B-B8FD5BB62326}"/>
              </a:ext>
            </a:extLst>
          </p:cNvPr>
          <p:cNvSpPr/>
          <p:nvPr/>
        </p:nvSpPr>
        <p:spPr>
          <a:xfrm flipV="1">
            <a:off x="1553506" y="4626296"/>
            <a:ext cx="8321537" cy="5906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731386E-512D-E1C1-7954-41D93F39568E}"/>
              </a:ext>
            </a:extLst>
          </p:cNvPr>
          <p:cNvSpPr/>
          <p:nvPr/>
        </p:nvSpPr>
        <p:spPr>
          <a:xfrm flipV="1">
            <a:off x="1558352" y="1045494"/>
            <a:ext cx="7776230" cy="5029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EA6BB3C-E15D-90A2-5912-DB89E26717B5}"/>
              </a:ext>
            </a:extLst>
          </p:cNvPr>
          <p:cNvSpPr/>
          <p:nvPr/>
        </p:nvSpPr>
        <p:spPr>
          <a:xfrm rot="16200000" flipV="1">
            <a:off x="-284559" y="2837652"/>
            <a:ext cx="3627668" cy="5029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62" name="Rechteck 461">
            <a:extLst>
              <a:ext uri="{FF2B5EF4-FFF2-40B4-BE49-F238E27FC236}">
                <a16:creationId xmlns:a16="http://schemas.microsoft.com/office/drawing/2014/main" id="{010CB12E-E6C9-2D3F-F0C4-91916CC41BC1}"/>
              </a:ext>
            </a:extLst>
          </p:cNvPr>
          <p:cNvSpPr/>
          <p:nvPr/>
        </p:nvSpPr>
        <p:spPr>
          <a:xfrm rot="16200000" flipV="1">
            <a:off x="8633553" y="1755279"/>
            <a:ext cx="1460889" cy="4571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44ADF9-D847-CBEC-1D7A-FC78134F4104}"/>
              </a:ext>
            </a:extLst>
          </p:cNvPr>
          <p:cNvSpPr/>
          <p:nvPr/>
        </p:nvSpPr>
        <p:spPr>
          <a:xfrm rot="5400000">
            <a:off x="9334423" y="3432480"/>
            <a:ext cx="1284899" cy="6894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75CFE05-F699-D31F-1589-D4DEEAB4D9EE}"/>
              </a:ext>
            </a:extLst>
          </p:cNvPr>
          <p:cNvSpPr/>
          <p:nvPr/>
        </p:nvSpPr>
        <p:spPr>
          <a:xfrm rot="5400000">
            <a:off x="8669353" y="3672465"/>
            <a:ext cx="1281360" cy="21300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algn="ctr"/>
            <a:r>
              <a:rPr lang="de-DE" sz="1400" dirty="0"/>
              <a:t>NOK</a:t>
            </a:r>
          </a:p>
        </p:txBody>
      </p:sp>
      <p:grpSp>
        <p:nvGrpSpPr>
          <p:cNvPr id="456" name="Gruppieren 455">
            <a:extLst>
              <a:ext uri="{FF2B5EF4-FFF2-40B4-BE49-F238E27FC236}">
                <a16:creationId xmlns:a16="http://schemas.microsoft.com/office/drawing/2014/main" id="{C610C229-1B99-E191-0335-114071E09865}"/>
              </a:ext>
            </a:extLst>
          </p:cNvPr>
          <p:cNvGrpSpPr/>
          <p:nvPr/>
        </p:nvGrpSpPr>
        <p:grpSpPr>
          <a:xfrm rot="10800000" flipH="1">
            <a:off x="10092323" y="3295454"/>
            <a:ext cx="25807" cy="726114"/>
            <a:chOff x="6851814" y="1766023"/>
            <a:chExt cx="78569" cy="2068826"/>
          </a:xfrm>
        </p:grpSpPr>
        <p:sp>
          <p:nvSpPr>
            <p:cNvPr id="473" name="Rechteck 472">
              <a:extLst>
                <a:ext uri="{FF2B5EF4-FFF2-40B4-BE49-F238E27FC236}">
                  <a16:creationId xmlns:a16="http://schemas.microsoft.com/office/drawing/2014/main" id="{44DF447E-1839-DFC7-42C0-15AD8657CA91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4" name="Rechteck 473">
              <a:extLst>
                <a:ext uri="{FF2B5EF4-FFF2-40B4-BE49-F238E27FC236}">
                  <a16:creationId xmlns:a16="http://schemas.microsoft.com/office/drawing/2014/main" id="{8CA4BD7B-E0AB-1784-BE06-4A7B114F7F05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5" name="Rechteck 474">
              <a:extLst>
                <a:ext uri="{FF2B5EF4-FFF2-40B4-BE49-F238E27FC236}">
                  <a16:creationId xmlns:a16="http://schemas.microsoft.com/office/drawing/2014/main" id="{6DBF1DD0-72CB-EB69-FB7B-98D7AC54C152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4" name="Rechteck 483">
              <a:extLst>
                <a:ext uri="{FF2B5EF4-FFF2-40B4-BE49-F238E27FC236}">
                  <a16:creationId xmlns:a16="http://schemas.microsoft.com/office/drawing/2014/main" id="{9890A4B7-D7D8-1985-B786-E22132E405E7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Rechteck 484">
              <a:extLst>
                <a:ext uri="{FF2B5EF4-FFF2-40B4-BE49-F238E27FC236}">
                  <a16:creationId xmlns:a16="http://schemas.microsoft.com/office/drawing/2014/main" id="{B44E8C06-D904-B59D-3F77-AEBDAD1DA951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86" name="Gruppieren 485">
            <a:extLst>
              <a:ext uri="{FF2B5EF4-FFF2-40B4-BE49-F238E27FC236}">
                <a16:creationId xmlns:a16="http://schemas.microsoft.com/office/drawing/2014/main" id="{86E69E70-8158-DC1E-7CFC-8644224EE5C0}"/>
              </a:ext>
            </a:extLst>
          </p:cNvPr>
          <p:cNvGrpSpPr/>
          <p:nvPr/>
        </p:nvGrpSpPr>
        <p:grpSpPr>
          <a:xfrm rot="10800000" flipH="1">
            <a:off x="10139842" y="3296597"/>
            <a:ext cx="25807" cy="726114"/>
            <a:chOff x="6851814" y="1766023"/>
            <a:chExt cx="78569" cy="2068826"/>
          </a:xfrm>
        </p:grpSpPr>
        <p:sp>
          <p:nvSpPr>
            <p:cNvPr id="487" name="Rechteck 486">
              <a:extLst>
                <a:ext uri="{FF2B5EF4-FFF2-40B4-BE49-F238E27FC236}">
                  <a16:creationId xmlns:a16="http://schemas.microsoft.com/office/drawing/2014/main" id="{0F5B30B8-8C50-8A87-069C-7662ED9FFF6A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8" name="Rechteck 487">
              <a:extLst>
                <a:ext uri="{FF2B5EF4-FFF2-40B4-BE49-F238E27FC236}">
                  <a16:creationId xmlns:a16="http://schemas.microsoft.com/office/drawing/2014/main" id="{8C0E86AA-823A-FFDB-92A4-CD7B4BAC270B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9" name="Rechteck 488">
              <a:extLst>
                <a:ext uri="{FF2B5EF4-FFF2-40B4-BE49-F238E27FC236}">
                  <a16:creationId xmlns:a16="http://schemas.microsoft.com/office/drawing/2014/main" id="{45B674F5-DB18-9839-A2DE-1EF91A9A05B7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0" name="Rechteck 489">
              <a:extLst>
                <a:ext uri="{FF2B5EF4-FFF2-40B4-BE49-F238E27FC236}">
                  <a16:creationId xmlns:a16="http://schemas.microsoft.com/office/drawing/2014/main" id="{C2B9F55F-E881-0ADB-C3AE-E8991E54202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1" name="Rechteck 490">
              <a:extLst>
                <a:ext uri="{FF2B5EF4-FFF2-40B4-BE49-F238E27FC236}">
                  <a16:creationId xmlns:a16="http://schemas.microsoft.com/office/drawing/2014/main" id="{E3F969CB-DBA6-7F3A-3614-043F9BA542D5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92" name="Gruppieren 491">
            <a:extLst>
              <a:ext uri="{FF2B5EF4-FFF2-40B4-BE49-F238E27FC236}">
                <a16:creationId xmlns:a16="http://schemas.microsoft.com/office/drawing/2014/main" id="{0D4AD025-3974-E5E7-27BB-7C4D494C4FEC}"/>
              </a:ext>
            </a:extLst>
          </p:cNvPr>
          <p:cNvGrpSpPr/>
          <p:nvPr/>
        </p:nvGrpSpPr>
        <p:grpSpPr>
          <a:xfrm rot="10800000" flipH="1">
            <a:off x="10186815" y="3297045"/>
            <a:ext cx="25807" cy="726114"/>
            <a:chOff x="6851814" y="1766023"/>
            <a:chExt cx="78569" cy="2068826"/>
          </a:xfrm>
        </p:grpSpPr>
        <p:sp>
          <p:nvSpPr>
            <p:cNvPr id="493" name="Rechteck 492">
              <a:extLst>
                <a:ext uri="{FF2B5EF4-FFF2-40B4-BE49-F238E27FC236}">
                  <a16:creationId xmlns:a16="http://schemas.microsoft.com/office/drawing/2014/main" id="{1D454FD1-ACDA-2993-8190-5E1F504553D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4" name="Rechteck 493">
              <a:extLst>
                <a:ext uri="{FF2B5EF4-FFF2-40B4-BE49-F238E27FC236}">
                  <a16:creationId xmlns:a16="http://schemas.microsoft.com/office/drawing/2014/main" id="{E939B008-65B0-C643-3B30-CA26C680B4E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5" name="Rechteck 494">
              <a:extLst>
                <a:ext uri="{FF2B5EF4-FFF2-40B4-BE49-F238E27FC236}">
                  <a16:creationId xmlns:a16="http://schemas.microsoft.com/office/drawing/2014/main" id="{E30A0E1C-6C8C-4756-35E6-F9DA8A6E595F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6" name="Rechteck 495">
              <a:extLst>
                <a:ext uri="{FF2B5EF4-FFF2-40B4-BE49-F238E27FC236}">
                  <a16:creationId xmlns:a16="http://schemas.microsoft.com/office/drawing/2014/main" id="{F6CD43C3-30BF-6DA2-C242-465B03EF0E95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7" name="Rechteck 496">
              <a:extLst>
                <a:ext uri="{FF2B5EF4-FFF2-40B4-BE49-F238E27FC236}">
                  <a16:creationId xmlns:a16="http://schemas.microsoft.com/office/drawing/2014/main" id="{940FE6A8-194E-5067-7AA5-1834B8054A97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98" name="Gruppieren 497">
            <a:extLst>
              <a:ext uri="{FF2B5EF4-FFF2-40B4-BE49-F238E27FC236}">
                <a16:creationId xmlns:a16="http://schemas.microsoft.com/office/drawing/2014/main" id="{162727F6-AD5D-47B8-1C7A-C093319AACBF}"/>
              </a:ext>
            </a:extLst>
          </p:cNvPr>
          <p:cNvGrpSpPr/>
          <p:nvPr/>
        </p:nvGrpSpPr>
        <p:grpSpPr>
          <a:xfrm rot="10800000" flipH="1">
            <a:off x="10234445" y="3297044"/>
            <a:ext cx="25807" cy="726114"/>
            <a:chOff x="6851814" y="1766023"/>
            <a:chExt cx="78569" cy="2068826"/>
          </a:xfrm>
        </p:grpSpPr>
        <p:sp>
          <p:nvSpPr>
            <p:cNvPr id="499" name="Rechteck 498">
              <a:extLst>
                <a:ext uri="{FF2B5EF4-FFF2-40B4-BE49-F238E27FC236}">
                  <a16:creationId xmlns:a16="http://schemas.microsoft.com/office/drawing/2014/main" id="{3E31DB6C-E8C2-DE53-1573-F3C67E34E832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0" name="Rechteck 499">
              <a:extLst>
                <a:ext uri="{FF2B5EF4-FFF2-40B4-BE49-F238E27FC236}">
                  <a16:creationId xmlns:a16="http://schemas.microsoft.com/office/drawing/2014/main" id="{E4EE49B9-F8D3-72FE-FF96-8E4104BD1A69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1" name="Rechteck 500">
              <a:extLst>
                <a:ext uri="{FF2B5EF4-FFF2-40B4-BE49-F238E27FC236}">
                  <a16:creationId xmlns:a16="http://schemas.microsoft.com/office/drawing/2014/main" id="{E0C68458-1493-9B6D-12EF-4502AACEFB56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2" name="Rechteck 501">
              <a:extLst>
                <a:ext uri="{FF2B5EF4-FFF2-40B4-BE49-F238E27FC236}">
                  <a16:creationId xmlns:a16="http://schemas.microsoft.com/office/drawing/2014/main" id="{0BEF9B63-2A76-C0A1-E708-65716A8E6BA0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3" name="Rechteck 502">
              <a:extLst>
                <a:ext uri="{FF2B5EF4-FFF2-40B4-BE49-F238E27FC236}">
                  <a16:creationId xmlns:a16="http://schemas.microsoft.com/office/drawing/2014/main" id="{DA4A8E12-DFB7-FA48-FEFF-3C86B33043E6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04" name="Rechteck 503">
            <a:extLst>
              <a:ext uri="{FF2B5EF4-FFF2-40B4-BE49-F238E27FC236}">
                <a16:creationId xmlns:a16="http://schemas.microsoft.com/office/drawing/2014/main" id="{57940351-4959-ED52-6A33-D548EA10DE85}"/>
              </a:ext>
            </a:extLst>
          </p:cNvPr>
          <p:cNvSpPr/>
          <p:nvPr/>
        </p:nvSpPr>
        <p:spPr>
          <a:xfrm rot="16200000">
            <a:off x="8805860" y="3577336"/>
            <a:ext cx="2183223" cy="4571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05" name="Rechteck 504">
            <a:extLst>
              <a:ext uri="{FF2B5EF4-FFF2-40B4-BE49-F238E27FC236}">
                <a16:creationId xmlns:a16="http://schemas.microsoft.com/office/drawing/2014/main" id="{9166C1CE-5979-6FF2-EADD-87203E9DB39C}"/>
              </a:ext>
            </a:extLst>
          </p:cNvPr>
          <p:cNvSpPr/>
          <p:nvPr/>
        </p:nvSpPr>
        <p:spPr>
          <a:xfrm flipV="1">
            <a:off x="9388185" y="2458542"/>
            <a:ext cx="539229" cy="5029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06" name="Rechteck 505">
            <a:extLst>
              <a:ext uri="{FF2B5EF4-FFF2-40B4-BE49-F238E27FC236}">
                <a16:creationId xmlns:a16="http://schemas.microsoft.com/office/drawing/2014/main" id="{D73C1DB6-A6A0-A535-6AEC-E66CED8DB336}"/>
              </a:ext>
            </a:extLst>
          </p:cNvPr>
          <p:cNvSpPr/>
          <p:nvPr/>
        </p:nvSpPr>
        <p:spPr>
          <a:xfrm rot="10800000">
            <a:off x="9373878" y="2683302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7" name="Rechteck 506">
            <a:extLst>
              <a:ext uri="{FF2B5EF4-FFF2-40B4-BE49-F238E27FC236}">
                <a16:creationId xmlns:a16="http://schemas.microsoft.com/office/drawing/2014/main" id="{CBC9B855-DEA2-B4FD-C370-800E0073B76D}"/>
              </a:ext>
            </a:extLst>
          </p:cNvPr>
          <p:cNvSpPr/>
          <p:nvPr/>
        </p:nvSpPr>
        <p:spPr>
          <a:xfrm rot="10800000">
            <a:off x="9438511" y="2880574"/>
            <a:ext cx="172817" cy="1303282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8" name="Rechteck 507">
            <a:extLst>
              <a:ext uri="{FF2B5EF4-FFF2-40B4-BE49-F238E27FC236}">
                <a16:creationId xmlns:a16="http://schemas.microsoft.com/office/drawing/2014/main" id="{8173279D-87BA-1C11-728D-E9F8667DA8DF}"/>
              </a:ext>
            </a:extLst>
          </p:cNvPr>
          <p:cNvSpPr/>
          <p:nvPr/>
        </p:nvSpPr>
        <p:spPr>
          <a:xfrm rot="10800000">
            <a:off x="9547888" y="329604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9" name="Rechteck 508">
            <a:extLst>
              <a:ext uri="{FF2B5EF4-FFF2-40B4-BE49-F238E27FC236}">
                <a16:creationId xmlns:a16="http://schemas.microsoft.com/office/drawing/2014/main" id="{C0790686-107A-D674-DB28-FB1AFB489237}"/>
              </a:ext>
            </a:extLst>
          </p:cNvPr>
          <p:cNvSpPr/>
          <p:nvPr/>
        </p:nvSpPr>
        <p:spPr>
          <a:xfrm rot="10800000">
            <a:off x="9547890" y="323652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0" name="Rechteck 509">
            <a:extLst>
              <a:ext uri="{FF2B5EF4-FFF2-40B4-BE49-F238E27FC236}">
                <a16:creationId xmlns:a16="http://schemas.microsoft.com/office/drawing/2014/main" id="{44A329E8-46EC-4C8D-749A-D3A6F3D16B52}"/>
              </a:ext>
            </a:extLst>
          </p:cNvPr>
          <p:cNvSpPr/>
          <p:nvPr/>
        </p:nvSpPr>
        <p:spPr>
          <a:xfrm rot="10800000">
            <a:off x="9497882" y="3293669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1" name="Rechteck 510">
            <a:extLst>
              <a:ext uri="{FF2B5EF4-FFF2-40B4-BE49-F238E27FC236}">
                <a16:creationId xmlns:a16="http://schemas.microsoft.com/office/drawing/2014/main" id="{A2A00B46-2D94-0531-962E-F9B7ED02E8A3}"/>
              </a:ext>
            </a:extLst>
          </p:cNvPr>
          <p:cNvSpPr/>
          <p:nvPr/>
        </p:nvSpPr>
        <p:spPr>
          <a:xfrm rot="10800000">
            <a:off x="9497884" y="323414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CED1F3B4-F513-26DF-EF36-38F6E2031803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78652" y="3090254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Ellipse 129">
            <a:extLst>
              <a:ext uri="{FF2B5EF4-FFF2-40B4-BE49-F238E27FC236}">
                <a16:creationId xmlns:a16="http://schemas.microsoft.com/office/drawing/2014/main" id="{BD5CFA95-7216-E97B-1B4F-E1CDC578EB3F}"/>
              </a:ext>
            </a:extLst>
          </p:cNvPr>
          <p:cNvSpPr/>
          <p:nvPr/>
        </p:nvSpPr>
        <p:spPr>
          <a:xfrm>
            <a:off x="9498147" y="2712414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7FC2B90F-6D4E-3A79-8D19-A427D86D237D}"/>
              </a:ext>
            </a:extLst>
          </p:cNvPr>
          <p:cNvGrpSpPr/>
          <p:nvPr/>
        </p:nvGrpSpPr>
        <p:grpSpPr>
          <a:xfrm rot="10800000" flipH="1">
            <a:off x="9526856" y="2816261"/>
            <a:ext cx="19389" cy="600095"/>
            <a:chOff x="6851814" y="1766023"/>
            <a:chExt cx="78569" cy="2068826"/>
          </a:xfrm>
        </p:grpSpPr>
        <p:sp>
          <p:nvSpPr>
            <p:cNvPr id="159" name="Rechteck 158">
              <a:extLst>
                <a:ext uri="{FF2B5EF4-FFF2-40B4-BE49-F238E27FC236}">
                  <a16:creationId xmlns:a16="http://schemas.microsoft.com/office/drawing/2014/main" id="{20972311-233B-B7DD-6CAA-94EEE981340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440037A2-C10E-D4D9-9FE6-2E30D3E6C0FE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1" name="Rechteck 160">
              <a:extLst>
                <a:ext uri="{FF2B5EF4-FFF2-40B4-BE49-F238E27FC236}">
                  <a16:creationId xmlns:a16="http://schemas.microsoft.com/office/drawing/2014/main" id="{E7AD9216-8350-91EE-9E7F-F8B28520C964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Rechteck 161">
              <a:extLst>
                <a:ext uri="{FF2B5EF4-FFF2-40B4-BE49-F238E27FC236}">
                  <a16:creationId xmlns:a16="http://schemas.microsoft.com/office/drawing/2014/main" id="{1FCFDD5A-7C10-B548-28E8-994BB0592B8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Rechteck 162">
              <a:extLst>
                <a:ext uri="{FF2B5EF4-FFF2-40B4-BE49-F238E27FC236}">
                  <a16:creationId xmlns:a16="http://schemas.microsoft.com/office/drawing/2014/main" id="{71392158-F407-76BC-9734-A79597F5FC08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64" name="Grafik 163">
            <a:extLst>
              <a:ext uri="{FF2B5EF4-FFF2-40B4-BE49-F238E27FC236}">
                <a16:creationId xmlns:a16="http://schemas.microsoft.com/office/drawing/2014/main" id="{55F09970-E7F2-A63D-3E95-5310C7239C2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9490511" y="3403742"/>
            <a:ext cx="90077" cy="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1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CFE0D5F-CE55-03B2-F731-CDA0707147EE}"/>
              </a:ext>
            </a:extLst>
          </p:cNvPr>
          <p:cNvGrpSpPr/>
          <p:nvPr/>
        </p:nvGrpSpPr>
        <p:grpSpPr>
          <a:xfrm rot="10800000">
            <a:off x="7845336" y="2609346"/>
            <a:ext cx="69580" cy="193454"/>
            <a:chOff x="2849757" y="2999802"/>
            <a:chExt cx="69580" cy="193454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583FB0EC-AC27-6401-BF1A-BE88E8F196D7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8548AD3D-AAC7-8D95-A99A-172026412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1EB62AD-6A9B-8E12-6B1E-14E83BA5CF07}"/>
              </a:ext>
            </a:extLst>
          </p:cNvPr>
          <p:cNvGrpSpPr/>
          <p:nvPr/>
        </p:nvGrpSpPr>
        <p:grpSpPr>
          <a:xfrm>
            <a:off x="4474445" y="2996250"/>
            <a:ext cx="69580" cy="193454"/>
            <a:chOff x="2849757" y="2999802"/>
            <a:chExt cx="69580" cy="193454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9488ED4-77DD-3B16-ABBF-379404C8457E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538A8FF-19C7-F1A8-B658-BE522A8D0E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Verbinder: gekrümmt 460">
            <a:extLst>
              <a:ext uri="{FF2B5EF4-FFF2-40B4-BE49-F238E27FC236}">
                <a16:creationId xmlns:a16="http://schemas.microsoft.com/office/drawing/2014/main" id="{EE5F864C-5000-50A7-1D5F-78EA74544B6B}"/>
              </a:ext>
            </a:extLst>
          </p:cNvPr>
          <p:cNvCxnSpPr>
            <a:cxnSpLocks/>
            <a:stCxn id="460" idx="0"/>
          </p:cNvCxnSpPr>
          <p:nvPr/>
        </p:nvCxnSpPr>
        <p:spPr>
          <a:xfrm rot="16200000" flipV="1">
            <a:off x="4134760" y="3261926"/>
            <a:ext cx="1269750" cy="289025"/>
          </a:xfrm>
          <a:prstGeom prst="curvedConnector3">
            <a:avLst>
              <a:gd name="adj1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9" name="Rechteck 458">
            <a:extLst>
              <a:ext uri="{FF2B5EF4-FFF2-40B4-BE49-F238E27FC236}">
                <a16:creationId xmlns:a16="http://schemas.microsoft.com/office/drawing/2014/main" id="{D56016DB-7E6B-D9F1-3910-F0EB645996BC}"/>
              </a:ext>
            </a:extLst>
          </p:cNvPr>
          <p:cNvSpPr/>
          <p:nvPr/>
        </p:nvSpPr>
        <p:spPr>
          <a:xfrm rot="5400000">
            <a:off x="4665593" y="2430989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9" name="Gruppieren 448">
            <a:extLst>
              <a:ext uri="{FF2B5EF4-FFF2-40B4-BE49-F238E27FC236}">
                <a16:creationId xmlns:a16="http://schemas.microsoft.com/office/drawing/2014/main" id="{FEE0D7B8-7537-8DED-1928-4893477DDE15}"/>
              </a:ext>
            </a:extLst>
          </p:cNvPr>
          <p:cNvGrpSpPr/>
          <p:nvPr/>
        </p:nvGrpSpPr>
        <p:grpSpPr>
          <a:xfrm rot="10800000">
            <a:off x="7506445" y="2608161"/>
            <a:ext cx="69580" cy="193454"/>
            <a:chOff x="2849757" y="2999802"/>
            <a:chExt cx="69580" cy="193454"/>
          </a:xfrm>
        </p:grpSpPr>
        <p:sp>
          <p:nvSpPr>
            <p:cNvPr id="450" name="Rechteck 449">
              <a:extLst>
                <a:ext uri="{FF2B5EF4-FFF2-40B4-BE49-F238E27FC236}">
                  <a16:creationId xmlns:a16="http://schemas.microsoft.com/office/drawing/2014/main" id="{005739C7-7F74-7829-DAF1-1666F81B13FD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15B2EECA-64B2-9193-BA70-3AB15E1A2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Gruppieren 442">
            <a:extLst>
              <a:ext uri="{FF2B5EF4-FFF2-40B4-BE49-F238E27FC236}">
                <a16:creationId xmlns:a16="http://schemas.microsoft.com/office/drawing/2014/main" id="{8DCFAD51-652D-34FA-96C0-4F151F44461C}"/>
              </a:ext>
            </a:extLst>
          </p:cNvPr>
          <p:cNvGrpSpPr/>
          <p:nvPr/>
        </p:nvGrpSpPr>
        <p:grpSpPr>
          <a:xfrm rot="10800000">
            <a:off x="6207306" y="2609785"/>
            <a:ext cx="69580" cy="193454"/>
            <a:chOff x="2849757" y="2999802"/>
            <a:chExt cx="69580" cy="193454"/>
          </a:xfrm>
        </p:grpSpPr>
        <p:sp>
          <p:nvSpPr>
            <p:cNvPr id="444" name="Rechteck 443">
              <a:extLst>
                <a:ext uri="{FF2B5EF4-FFF2-40B4-BE49-F238E27FC236}">
                  <a16:creationId xmlns:a16="http://schemas.microsoft.com/office/drawing/2014/main" id="{FF747A45-0BFA-0A16-D62E-F70D98595F1B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5" name="Gerade Verbindung mit Pfeil 444">
              <a:extLst>
                <a:ext uri="{FF2B5EF4-FFF2-40B4-BE49-F238E27FC236}">
                  <a16:creationId xmlns:a16="http://schemas.microsoft.com/office/drawing/2014/main" id="{27E54FC0-AE8A-2F82-C204-38A04B0F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5" name="Gruppieren 434">
            <a:extLst>
              <a:ext uri="{FF2B5EF4-FFF2-40B4-BE49-F238E27FC236}">
                <a16:creationId xmlns:a16="http://schemas.microsoft.com/office/drawing/2014/main" id="{9F52DBC8-0273-2A18-8576-B8A996B7A106}"/>
              </a:ext>
            </a:extLst>
          </p:cNvPr>
          <p:cNvGrpSpPr/>
          <p:nvPr/>
        </p:nvGrpSpPr>
        <p:grpSpPr>
          <a:xfrm>
            <a:off x="4158547" y="2993789"/>
            <a:ext cx="69580" cy="193454"/>
            <a:chOff x="2849757" y="2999802"/>
            <a:chExt cx="69580" cy="193454"/>
          </a:xfrm>
        </p:grpSpPr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9BA7E1A2-4B34-531E-F75D-E2413EAB2F5A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7" name="Gerade Verbindung mit Pfeil 436">
              <a:extLst>
                <a:ext uri="{FF2B5EF4-FFF2-40B4-BE49-F238E27FC236}">
                  <a16:creationId xmlns:a16="http://schemas.microsoft.com/office/drawing/2014/main" id="{43DCC557-25D4-CBE2-CF45-0396F6CB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3" name="Ellipse 422">
            <a:extLst>
              <a:ext uri="{FF2B5EF4-FFF2-40B4-BE49-F238E27FC236}">
                <a16:creationId xmlns:a16="http://schemas.microsoft.com/office/drawing/2014/main" id="{5BF27D1F-6628-8AAA-CEAB-3EA3D6986126}"/>
              </a:ext>
            </a:extLst>
          </p:cNvPr>
          <p:cNvSpPr/>
          <p:nvPr/>
        </p:nvSpPr>
        <p:spPr>
          <a:xfrm>
            <a:off x="2548264" y="299855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88FA469-4905-4CE8-826B-317175BFEEBA}"/>
              </a:ext>
            </a:extLst>
          </p:cNvPr>
          <p:cNvSpPr/>
          <p:nvPr/>
        </p:nvSpPr>
        <p:spPr>
          <a:xfrm>
            <a:off x="738883" y="4768562"/>
            <a:ext cx="1440000" cy="19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AF3910DC-0D2F-3CCF-C4B7-7B7B2188DB45}"/>
              </a:ext>
            </a:extLst>
          </p:cNvPr>
          <p:cNvSpPr/>
          <p:nvPr/>
        </p:nvSpPr>
        <p:spPr>
          <a:xfrm rot="5400000">
            <a:off x="9077248" y="3432480"/>
            <a:ext cx="1284899" cy="6894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Rechteck 251">
            <a:extLst>
              <a:ext uri="{FF2B5EF4-FFF2-40B4-BE49-F238E27FC236}">
                <a16:creationId xmlns:a16="http://schemas.microsoft.com/office/drawing/2014/main" id="{759DC640-E30D-139A-32FB-1B5FC731EF8F}"/>
              </a:ext>
            </a:extLst>
          </p:cNvPr>
          <p:cNvSpPr/>
          <p:nvPr/>
        </p:nvSpPr>
        <p:spPr>
          <a:xfrm rot="5400000">
            <a:off x="8005434" y="3121006"/>
            <a:ext cx="427242" cy="2566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B62A2A78-989D-41C7-0BAE-3FCC7BA74364}"/>
              </a:ext>
            </a:extLst>
          </p:cNvPr>
          <p:cNvSpPr/>
          <p:nvPr/>
        </p:nvSpPr>
        <p:spPr>
          <a:xfrm rot="5400000">
            <a:off x="5345189" y="3121407"/>
            <a:ext cx="427241" cy="3106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1AD31DD-704D-78FE-109A-3DF08A18C6B3}"/>
              </a:ext>
            </a:extLst>
          </p:cNvPr>
          <p:cNvSpPr/>
          <p:nvPr/>
        </p:nvSpPr>
        <p:spPr>
          <a:xfrm rot="5400000">
            <a:off x="4616175" y="1748896"/>
            <a:ext cx="1416563" cy="62877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0D35D68-041B-04B2-8389-3F1AE8A56C1F}"/>
              </a:ext>
            </a:extLst>
          </p:cNvPr>
          <p:cNvSpPr/>
          <p:nvPr/>
        </p:nvSpPr>
        <p:spPr>
          <a:xfrm rot="5400000">
            <a:off x="4624342" y="1933802"/>
            <a:ext cx="1218415" cy="3792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96ED78E7-BB42-51B5-1465-DD4487E13C40}"/>
              </a:ext>
            </a:extLst>
          </p:cNvPr>
          <p:cNvSpPr/>
          <p:nvPr/>
        </p:nvSpPr>
        <p:spPr>
          <a:xfrm>
            <a:off x="2128508" y="2819901"/>
            <a:ext cx="7415542" cy="1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B38364BA-B878-38A4-5D7D-1C74AD4F112C}"/>
              </a:ext>
            </a:extLst>
          </p:cNvPr>
          <p:cNvSpPr/>
          <p:nvPr/>
        </p:nvSpPr>
        <p:spPr>
          <a:xfrm rot="5400000">
            <a:off x="126991" y="1684351"/>
            <a:ext cx="1404036" cy="7453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D6BE3DC5-2F9C-3597-3B5D-75EAB6AD6AA2}"/>
              </a:ext>
            </a:extLst>
          </p:cNvPr>
          <p:cNvSpPr/>
          <p:nvPr/>
        </p:nvSpPr>
        <p:spPr>
          <a:xfrm rot="5400000">
            <a:off x="1467130" y="4082492"/>
            <a:ext cx="2389952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9A83A0-11B2-7FB8-5140-7F38FB85F34B}"/>
              </a:ext>
            </a:extLst>
          </p:cNvPr>
          <p:cNvSpPr/>
          <p:nvPr/>
        </p:nvSpPr>
        <p:spPr>
          <a:xfrm rot="16200000">
            <a:off x="2302406" y="4933321"/>
            <a:ext cx="800775" cy="3272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Cuting</a:t>
            </a:r>
            <a:endParaRPr lang="de-DE" sz="11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74141EE-041C-6888-7573-D41952B95829}"/>
              </a:ext>
            </a:extLst>
          </p:cNvPr>
          <p:cNvCxnSpPr>
            <a:cxnSpLocks/>
          </p:cNvCxnSpPr>
          <p:nvPr/>
        </p:nvCxnSpPr>
        <p:spPr>
          <a:xfrm flipV="1">
            <a:off x="2583226" y="5479822"/>
            <a:ext cx="0" cy="800328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ylinder 53">
            <a:extLst>
              <a:ext uri="{FF2B5EF4-FFF2-40B4-BE49-F238E27FC236}">
                <a16:creationId xmlns:a16="http://schemas.microsoft.com/office/drawing/2014/main" id="{E2EB6F2D-00D9-D8CB-B3C9-73FF6DADAC42}"/>
              </a:ext>
            </a:extLst>
          </p:cNvPr>
          <p:cNvSpPr/>
          <p:nvPr/>
        </p:nvSpPr>
        <p:spPr>
          <a:xfrm>
            <a:off x="976585" y="5274144"/>
            <a:ext cx="953245" cy="1104312"/>
          </a:xfrm>
          <a:prstGeom prst="can">
            <a:avLst>
              <a:gd name="adj" fmla="val 9961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238203A-4650-9AAB-ACB9-FE6310B2159C}"/>
              </a:ext>
            </a:extLst>
          </p:cNvPr>
          <p:cNvGrpSpPr/>
          <p:nvPr/>
        </p:nvGrpSpPr>
        <p:grpSpPr>
          <a:xfrm>
            <a:off x="2522923" y="2796091"/>
            <a:ext cx="75705" cy="277927"/>
            <a:chOff x="3476670" y="3647733"/>
            <a:chExt cx="75705" cy="27792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B5C822E-7479-CEFE-DB0C-191246EB95D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Verbinder: gekrümmt 61">
              <a:extLst>
                <a:ext uri="{FF2B5EF4-FFF2-40B4-BE49-F238E27FC236}">
                  <a16:creationId xmlns:a16="http://schemas.microsoft.com/office/drawing/2014/main" id="{C03C96CB-BFF3-4FB1-4C39-550F989859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6B6D27A3-97EE-81E1-FD89-1CE23B5EEB88}"/>
              </a:ext>
            </a:extLst>
          </p:cNvPr>
          <p:cNvGrpSpPr/>
          <p:nvPr/>
        </p:nvGrpSpPr>
        <p:grpSpPr>
          <a:xfrm rot="10800000" flipH="1">
            <a:off x="2564938" y="3152798"/>
            <a:ext cx="22754" cy="1472726"/>
            <a:chOff x="6851814" y="1766023"/>
            <a:chExt cx="78569" cy="2068826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E344AD0-9A79-E3C1-EC0E-8EC950451355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6E3495E2-4F5E-64AD-719A-D351370371C6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034C1B35-E88A-275E-719D-EC942D4D9B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F22D2757-CC97-BB76-91D5-D118AD26FC75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B1B9FEB-0975-C089-65F7-E7CAB19BAD4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88F6367B-CBAA-07F7-88D0-4ACF42B47219}"/>
              </a:ext>
            </a:extLst>
          </p:cNvPr>
          <p:cNvGrpSpPr/>
          <p:nvPr/>
        </p:nvGrpSpPr>
        <p:grpSpPr>
          <a:xfrm>
            <a:off x="1077921" y="2795908"/>
            <a:ext cx="75705" cy="277927"/>
            <a:chOff x="3476670" y="3647733"/>
            <a:chExt cx="75705" cy="277927"/>
          </a:xfrm>
        </p:grpSpPr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4D24A9C9-2FAD-4909-FE51-49F8A9B2A4F2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Verbinder: gekrümmt 79">
              <a:extLst>
                <a:ext uri="{FF2B5EF4-FFF2-40B4-BE49-F238E27FC236}">
                  <a16:creationId xmlns:a16="http://schemas.microsoft.com/office/drawing/2014/main" id="{16054D7C-94C1-1760-1E08-2088E59C4D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E58F645D-9B46-481B-3807-1CF991C3F52B}"/>
              </a:ext>
            </a:extLst>
          </p:cNvPr>
          <p:cNvGrpSpPr/>
          <p:nvPr/>
        </p:nvGrpSpPr>
        <p:grpSpPr>
          <a:xfrm>
            <a:off x="2803425" y="2811273"/>
            <a:ext cx="75705" cy="277927"/>
            <a:chOff x="3476670" y="3647733"/>
            <a:chExt cx="75705" cy="277927"/>
          </a:xfrm>
        </p:grpSpPr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AB022BFC-6A4A-9B92-08A6-EF4D4594245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3" name="Verbinder: gekrümmt 82">
              <a:extLst>
                <a:ext uri="{FF2B5EF4-FFF2-40B4-BE49-F238E27FC236}">
                  <a16:creationId xmlns:a16="http://schemas.microsoft.com/office/drawing/2014/main" id="{E7704BA5-4314-4EF6-1A32-E3CE2891EB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FE4E41C9-636D-234F-8F01-F6D9CBEA3B1F}"/>
              </a:ext>
            </a:extLst>
          </p:cNvPr>
          <p:cNvGrpSpPr/>
          <p:nvPr/>
        </p:nvGrpSpPr>
        <p:grpSpPr>
          <a:xfrm>
            <a:off x="3123821" y="2806402"/>
            <a:ext cx="75705" cy="277927"/>
            <a:chOff x="3476670" y="3647733"/>
            <a:chExt cx="75705" cy="277927"/>
          </a:xfrm>
        </p:grpSpPr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287C2BA7-B453-CFD1-D5DF-7A33A7AF50E4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6" name="Verbinder: gekrümmt 85">
              <a:extLst>
                <a:ext uri="{FF2B5EF4-FFF2-40B4-BE49-F238E27FC236}">
                  <a16:creationId xmlns:a16="http://schemas.microsoft.com/office/drawing/2014/main" id="{21603F25-B21F-8390-A794-6F6846A530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FFAEDE89-A8EE-8864-D0AF-DB580CBB7328}"/>
              </a:ext>
            </a:extLst>
          </p:cNvPr>
          <p:cNvGrpSpPr/>
          <p:nvPr/>
        </p:nvGrpSpPr>
        <p:grpSpPr>
          <a:xfrm>
            <a:off x="3458151" y="2744492"/>
            <a:ext cx="75705" cy="277927"/>
            <a:chOff x="3476670" y="3647733"/>
            <a:chExt cx="75705" cy="277927"/>
          </a:xfrm>
        </p:grpSpPr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D9CE541E-5E87-951F-C986-30A4F2AD2A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9" name="Verbinder: gekrümmt 88">
              <a:extLst>
                <a:ext uri="{FF2B5EF4-FFF2-40B4-BE49-F238E27FC236}">
                  <a16:creationId xmlns:a16="http://schemas.microsoft.com/office/drawing/2014/main" id="{775CE08C-AC64-509E-EE33-5410DE4585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9925675-B7F3-852C-6300-91727BAB5A08}"/>
              </a:ext>
            </a:extLst>
          </p:cNvPr>
          <p:cNvGrpSpPr/>
          <p:nvPr/>
        </p:nvGrpSpPr>
        <p:grpSpPr>
          <a:xfrm>
            <a:off x="3792626" y="2806403"/>
            <a:ext cx="75705" cy="277927"/>
            <a:chOff x="3476670" y="3647733"/>
            <a:chExt cx="75705" cy="277927"/>
          </a:xfrm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07A5480-0719-B44F-F948-558EE11D050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2" name="Verbinder: gekrümmt 91">
              <a:extLst>
                <a:ext uri="{FF2B5EF4-FFF2-40B4-BE49-F238E27FC236}">
                  <a16:creationId xmlns:a16="http://schemas.microsoft.com/office/drawing/2014/main" id="{83164723-05E8-EF79-E1B4-557DF15028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FA33E9D9-053F-A0EA-2C67-3E409B728B07}"/>
              </a:ext>
            </a:extLst>
          </p:cNvPr>
          <p:cNvGrpSpPr/>
          <p:nvPr/>
        </p:nvGrpSpPr>
        <p:grpSpPr>
          <a:xfrm>
            <a:off x="4126884" y="2808958"/>
            <a:ext cx="75705" cy="277927"/>
            <a:chOff x="3476670" y="3647733"/>
            <a:chExt cx="75705" cy="277927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81060DFB-E3C7-C362-81F2-1D1F056C6703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5" name="Verbinder: gekrümmt 94">
              <a:extLst>
                <a:ext uri="{FF2B5EF4-FFF2-40B4-BE49-F238E27FC236}">
                  <a16:creationId xmlns:a16="http://schemas.microsoft.com/office/drawing/2014/main" id="{1FBB9258-637E-2420-9B55-11C069C7E7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B359BEE-4999-D354-544F-1C3A4E49B9FB}"/>
              </a:ext>
            </a:extLst>
          </p:cNvPr>
          <p:cNvGrpSpPr/>
          <p:nvPr/>
        </p:nvGrpSpPr>
        <p:grpSpPr>
          <a:xfrm>
            <a:off x="4455067" y="2806403"/>
            <a:ext cx="75705" cy="277927"/>
            <a:chOff x="3476670" y="3647733"/>
            <a:chExt cx="75705" cy="277927"/>
          </a:xfrm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F4070B80-E2B9-B6A3-E425-DE173946F27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Verbinder: gekrümmt 97">
              <a:extLst>
                <a:ext uri="{FF2B5EF4-FFF2-40B4-BE49-F238E27FC236}">
                  <a16:creationId xmlns:a16="http://schemas.microsoft.com/office/drawing/2014/main" id="{B5B0E973-DB24-DEE3-8B06-2A2037DAE9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F3A2BB2D-208D-F1D6-F4B3-51DD92AEA4AD}"/>
              </a:ext>
            </a:extLst>
          </p:cNvPr>
          <p:cNvGrpSpPr/>
          <p:nvPr/>
        </p:nvGrpSpPr>
        <p:grpSpPr>
          <a:xfrm rot="10800000">
            <a:off x="6878536" y="2768267"/>
            <a:ext cx="75705" cy="277927"/>
            <a:chOff x="3476670" y="3647733"/>
            <a:chExt cx="75705" cy="277927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5181A6FC-EC0D-BC75-4759-C6F2D17E5EC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7" name="Verbinder: gekrümmt 106">
              <a:extLst>
                <a:ext uri="{FF2B5EF4-FFF2-40B4-BE49-F238E27FC236}">
                  <a16:creationId xmlns:a16="http://schemas.microsoft.com/office/drawing/2014/main" id="{8EC2ED03-122C-C069-0894-F375B80A2A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4F45DF49-5A88-7C59-7AC6-85F2F8DEF968}"/>
              </a:ext>
            </a:extLst>
          </p:cNvPr>
          <p:cNvGrpSpPr/>
          <p:nvPr/>
        </p:nvGrpSpPr>
        <p:grpSpPr>
          <a:xfrm>
            <a:off x="1087605" y="2233917"/>
            <a:ext cx="95382" cy="838667"/>
            <a:chOff x="2864050" y="2233917"/>
            <a:chExt cx="95382" cy="838667"/>
          </a:xfrm>
        </p:grpSpPr>
        <p:sp>
          <p:nvSpPr>
            <p:cNvPr id="434" name="Ellipse 433">
              <a:extLst>
                <a:ext uri="{FF2B5EF4-FFF2-40B4-BE49-F238E27FC236}">
                  <a16:creationId xmlns:a16="http://schemas.microsoft.com/office/drawing/2014/main" id="{DD74DF63-9DFC-378C-AB35-9BC15F46C3E9}"/>
                </a:ext>
              </a:extLst>
            </p:cNvPr>
            <p:cNvSpPr/>
            <p:nvPr/>
          </p:nvSpPr>
          <p:spPr>
            <a:xfrm>
              <a:off x="2864050" y="2998551"/>
              <a:ext cx="75855" cy="74033"/>
            </a:xfrm>
            <a:prstGeom prst="ellipse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Rechteck 122">
              <a:extLst>
                <a:ext uri="{FF2B5EF4-FFF2-40B4-BE49-F238E27FC236}">
                  <a16:creationId xmlns:a16="http://schemas.microsoft.com/office/drawing/2014/main" id="{7FF9CB88-7098-6BDB-FE52-C227A076CBBA}"/>
                </a:ext>
              </a:extLst>
            </p:cNvPr>
            <p:cNvSpPr/>
            <p:nvPr/>
          </p:nvSpPr>
          <p:spPr>
            <a:xfrm>
              <a:off x="2878925" y="2233917"/>
              <a:ext cx="80507" cy="503985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Flussdiagramm: Datenträger mit direktem Zugriff 116">
              <a:extLst>
                <a:ext uri="{FF2B5EF4-FFF2-40B4-BE49-F238E27FC236}">
                  <a16:creationId xmlns:a16="http://schemas.microsoft.com/office/drawing/2014/main" id="{CC1A8905-7DDE-34E0-DE3A-E62514BB59E9}"/>
                </a:ext>
              </a:extLst>
            </p:cNvPr>
            <p:cNvSpPr/>
            <p:nvPr/>
          </p:nvSpPr>
          <p:spPr>
            <a:xfrm rot="5400000">
              <a:off x="2871522" y="2322121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Flussdiagramm: Datenträger mit direktem Zugriff 117">
              <a:extLst>
                <a:ext uri="{FF2B5EF4-FFF2-40B4-BE49-F238E27FC236}">
                  <a16:creationId xmlns:a16="http://schemas.microsoft.com/office/drawing/2014/main" id="{0530DD74-AFFA-547F-813F-6736FD5E629B}"/>
                </a:ext>
              </a:extLst>
            </p:cNvPr>
            <p:cNvSpPr/>
            <p:nvPr/>
          </p:nvSpPr>
          <p:spPr>
            <a:xfrm rot="5400000">
              <a:off x="2871522" y="2499168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Flussdiagramm: Datenträger mit direktem Zugriff 118">
              <a:extLst>
                <a:ext uri="{FF2B5EF4-FFF2-40B4-BE49-F238E27FC236}">
                  <a16:creationId xmlns:a16="http://schemas.microsoft.com/office/drawing/2014/main" id="{94FF3375-600C-7594-2005-8B2390FD854D}"/>
                </a:ext>
              </a:extLst>
            </p:cNvPr>
            <p:cNvSpPr/>
            <p:nvPr/>
          </p:nvSpPr>
          <p:spPr>
            <a:xfrm rot="5400000">
              <a:off x="2871522" y="2658052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28" name="Rechteck 127">
            <a:extLst>
              <a:ext uri="{FF2B5EF4-FFF2-40B4-BE49-F238E27FC236}">
                <a16:creationId xmlns:a16="http://schemas.microsoft.com/office/drawing/2014/main" id="{0074B172-7F57-FC56-61A8-D63928DF8B6B}"/>
              </a:ext>
            </a:extLst>
          </p:cNvPr>
          <p:cNvSpPr/>
          <p:nvPr/>
        </p:nvSpPr>
        <p:spPr>
          <a:xfrm rot="5400000">
            <a:off x="2656937" y="2380882"/>
            <a:ext cx="427241" cy="3357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8D48A40-7452-2EA9-C8A3-8E58F553731F}"/>
              </a:ext>
            </a:extLst>
          </p:cNvPr>
          <p:cNvSpPr/>
          <p:nvPr/>
        </p:nvSpPr>
        <p:spPr>
          <a:xfrm>
            <a:off x="2826906" y="2457626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8970BA40-5B09-2D00-7E2B-498A08499127}"/>
              </a:ext>
            </a:extLst>
          </p:cNvPr>
          <p:cNvSpPr/>
          <p:nvPr/>
        </p:nvSpPr>
        <p:spPr>
          <a:xfrm rot="5400000">
            <a:off x="3983179" y="2373247"/>
            <a:ext cx="427241" cy="34433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7D615C6-99F0-6641-35A9-154009DB2AF7}"/>
              </a:ext>
            </a:extLst>
          </p:cNvPr>
          <p:cNvSpPr/>
          <p:nvPr/>
        </p:nvSpPr>
        <p:spPr>
          <a:xfrm>
            <a:off x="5085618" y="2998551"/>
            <a:ext cx="282366" cy="12498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9EC228B3-6E1E-F539-0ADA-BC14EBDB2D0E}"/>
              </a:ext>
            </a:extLst>
          </p:cNvPr>
          <p:cNvCxnSpPr>
            <a:cxnSpLocks/>
          </p:cNvCxnSpPr>
          <p:nvPr/>
        </p:nvCxnSpPr>
        <p:spPr>
          <a:xfrm flipV="1">
            <a:off x="5271764" y="2627059"/>
            <a:ext cx="0" cy="259119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Ellipse 63">
            <a:extLst>
              <a:ext uri="{FF2B5EF4-FFF2-40B4-BE49-F238E27FC236}">
                <a16:creationId xmlns:a16="http://schemas.microsoft.com/office/drawing/2014/main" id="{8BCE9345-76DD-0F3B-9676-F5916744A5A7}"/>
              </a:ext>
            </a:extLst>
          </p:cNvPr>
          <p:cNvSpPr/>
          <p:nvPr/>
        </p:nvSpPr>
        <p:spPr>
          <a:xfrm>
            <a:off x="5045759" y="2649605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BC83000-F42D-9452-D2B3-FFF2149958F7}"/>
              </a:ext>
            </a:extLst>
          </p:cNvPr>
          <p:cNvSpPr/>
          <p:nvPr/>
        </p:nvSpPr>
        <p:spPr>
          <a:xfrm>
            <a:off x="5353712" y="2651976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346640D-7307-9C41-51CE-11BD01903A9A}"/>
              </a:ext>
            </a:extLst>
          </p:cNvPr>
          <p:cNvSpPr/>
          <p:nvPr/>
        </p:nvSpPr>
        <p:spPr>
          <a:xfrm>
            <a:off x="5045759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86F249B-83B7-45D2-96D7-F4E9ED745511}"/>
              </a:ext>
            </a:extLst>
          </p:cNvPr>
          <p:cNvSpPr/>
          <p:nvPr/>
        </p:nvSpPr>
        <p:spPr>
          <a:xfrm>
            <a:off x="5351152" y="1521437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C409B2DA-8935-3276-48D6-806416A390EA}"/>
              </a:ext>
            </a:extLst>
          </p:cNvPr>
          <p:cNvGrpSpPr/>
          <p:nvPr/>
        </p:nvGrpSpPr>
        <p:grpSpPr>
          <a:xfrm rot="10800000">
            <a:off x="7208069" y="2717462"/>
            <a:ext cx="75705" cy="277927"/>
            <a:chOff x="3476670" y="3647733"/>
            <a:chExt cx="75705" cy="277927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FCC5F1CB-1508-D960-0DE1-E562D8A8005E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0" name="Verbinder: gekrümmt 99">
              <a:extLst>
                <a:ext uri="{FF2B5EF4-FFF2-40B4-BE49-F238E27FC236}">
                  <a16:creationId xmlns:a16="http://schemas.microsoft.com/office/drawing/2014/main" id="{0C0D5965-B7DE-0678-B894-2C20B2604D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581B6CC-063A-A7D0-1D5B-C7360B85D436}"/>
              </a:ext>
            </a:extLst>
          </p:cNvPr>
          <p:cNvGrpSpPr/>
          <p:nvPr/>
        </p:nvGrpSpPr>
        <p:grpSpPr>
          <a:xfrm rot="10800000">
            <a:off x="6231630" y="2720064"/>
            <a:ext cx="75705" cy="277927"/>
            <a:chOff x="3476670" y="3647733"/>
            <a:chExt cx="75705" cy="277927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C6EB60B8-B299-1FC5-3D45-18F9AC276B09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0" name="Verbinder: gekrümmt 109">
              <a:extLst>
                <a:ext uri="{FF2B5EF4-FFF2-40B4-BE49-F238E27FC236}">
                  <a16:creationId xmlns:a16="http://schemas.microsoft.com/office/drawing/2014/main" id="{D7C9376C-4D55-9BAE-8459-AACC75BDD8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5E2CCE8-5CC3-2A07-C863-E2D248CEDB7B}"/>
              </a:ext>
            </a:extLst>
          </p:cNvPr>
          <p:cNvGrpSpPr/>
          <p:nvPr/>
        </p:nvGrpSpPr>
        <p:grpSpPr>
          <a:xfrm rot="10800000">
            <a:off x="6557324" y="2720064"/>
            <a:ext cx="75705" cy="277927"/>
            <a:chOff x="3476670" y="3647733"/>
            <a:chExt cx="75705" cy="277927"/>
          </a:xfrm>
        </p:grpSpPr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9001CD8F-24AD-C4F6-8C90-6CFC8E1BF960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2" name="Verbinder: gekrümmt 131">
              <a:extLst>
                <a:ext uri="{FF2B5EF4-FFF2-40B4-BE49-F238E27FC236}">
                  <a16:creationId xmlns:a16="http://schemas.microsoft.com/office/drawing/2014/main" id="{481C7FD7-B614-1AD9-7292-40F5B037DC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3D9DD25-9BE9-CCA5-C41E-756E799735BC}"/>
              </a:ext>
            </a:extLst>
          </p:cNvPr>
          <p:cNvGrpSpPr/>
          <p:nvPr/>
        </p:nvGrpSpPr>
        <p:grpSpPr>
          <a:xfrm>
            <a:off x="433195" y="670680"/>
            <a:ext cx="782808" cy="1684560"/>
            <a:chOff x="2209640" y="670680"/>
            <a:chExt cx="782808" cy="1684560"/>
          </a:xfrm>
        </p:grpSpPr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50C243E3-42B2-4F0B-34DC-2CCF68834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09640" y="1069909"/>
              <a:ext cx="782808" cy="1285331"/>
            </a:xfrm>
            <a:prstGeom prst="rect">
              <a:avLst/>
            </a:prstGeom>
          </p:spPr>
        </p:pic>
        <p:sp>
          <p:nvSpPr>
            <p:cNvPr id="111" name="Flussdiagramm: Datenträger mit direktem Zugriff 110">
              <a:extLst>
                <a:ext uri="{FF2B5EF4-FFF2-40B4-BE49-F238E27FC236}">
                  <a16:creationId xmlns:a16="http://schemas.microsoft.com/office/drawing/2014/main" id="{CA65ADE4-1B8E-0543-30F2-857A357F8680}"/>
                </a:ext>
              </a:extLst>
            </p:cNvPr>
            <p:cNvSpPr/>
            <p:nvPr/>
          </p:nvSpPr>
          <p:spPr>
            <a:xfrm rot="19835810">
              <a:off x="2554508" y="1498421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Flussdiagramm: Datenträger mit direktem Zugriff 111">
              <a:extLst>
                <a:ext uri="{FF2B5EF4-FFF2-40B4-BE49-F238E27FC236}">
                  <a16:creationId xmlns:a16="http://schemas.microsoft.com/office/drawing/2014/main" id="{60B69C78-FF0E-6FE3-845D-9775CA99A1B9}"/>
                </a:ext>
              </a:extLst>
            </p:cNvPr>
            <p:cNvSpPr/>
            <p:nvPr/>
          </p:nvSpPr>
          <p:spPr>
            <a:xfrm rot="19835810">
              <a:off x="2580171" y="1576894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Flussdiagramm: Datenträger mit direktem Zugriff 112">
              <a:extLst>
                <a:ext uri="{FF2B5EF4-FFF2-40B4-BE49-F238E27FC236}">
                  <a16:creationId xmlns:a16="http://schemas.microsoft.com/office/drawing/2014/main" id="{4527F419-717C-3EB0-CA71-89527FE26813}"/>
                </a:ext>
              </a:extLst>
            </p:cNvPr>
            <p:cNvSpPr/>
            <p:nvPr/>
          </p:nvSpPr>
          <p:spPr>
            <a:xfrm rot="3152920">
              <a:off x="2497503" y="1588572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Flussdiagramm: Datenträger mit direktem Zugriff 113">
              <a:extLst>
                <a:ext uri="{FF2B5EF4-FFF2-40B4-BE49-F238E27FC236}">
                  <a16:creationId xmlns:a16="http://schemas.microsoft.com/office/drawing/2014/main" id="{3A22D148-7D54-B80E-7768-558A6FF76025}"/>
                </a:ext>
              </a:extLst>
            </p:cNvPr>
            <p:cNvSpPr/>
            <p:nvPr/>
          </p:nvSpPr>
          <p:spPr>
            <a:xfrm rot="3152920">
              <a:off x="2589768" y="1412481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Flussdiagramm: Datenträger mit direktem Zugriff 114">
              <a:extLst>
                <a:ext uri="{FF2B5EF4-FFF2-40B4-BE49-F238E27FC236}">
                  <a16:creationId xmlns:a16="http://schemas.microsoft.com/office/drawing/2014/main" id="{C7CDF857-FD2A-5A87-9D50-BC61302A5210}"/>
                </a:ext>
              </a:extLst>
            </p:cNvPr>
            <p:cNvSpPr/>
            <p:nvPr/>
          </p:nvSpPr>
          <p:spPr>
            <a:xfrm rot="1182316">
              <a:off x="2537040" y="1669492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Flussdiagramm: Datenträger mit direktem Zugriff 115">
              <a:extLst>
                <a:ext uri="{FF2B5EF4-FFF2-40B4-BE49-F238E27FC236}">
                  <a16:creationId xmlns:a16="http://schemas.microsoft.com/office/drawing/2014/main" id="{31AE4DCA-3F86-C86F-78B9-54B705AEF539}"/>
                </a:ext>
              </a:extLst>
            </p:cNvPr>
            <p:cNvSpPr/>
            <p:nvPr/>
          </p:nvSpPr>
          <p:spPr>
            <a:xfrm rot="1182316">
              <a:off x="2509562" y="1417209"/>
              <a:ext cx="93252" cy="17626"/>
            </a:xfrm>
            <a:prstGeom prst="flowChartMagneticDru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4" name="Grafik 153">
              <a:extLst>
                <a:ext uri="{FF2B5EF4-FFF2-40B4-BE49-F238E27FC236}">
                  <a16:creationId xmlns:a16="http://schemas.microsoft.com/office/drawing/2014/main" id="{0DBDA5C3-779A-CFEC-4BE6-A18847DBF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428835" y="670680"/>
              <a:ext cx="357431" cy="449580"/>
            </a:xfrm>
            <a:prstGeom prst="rect">
              <a:avLst/>
            </a:prstGeom>
          </p:spPr>
        </p:pic>
      </p:grpSp>
      <p:sp>
        <p:nvSpPr>
          <p:cNvPr id="135" name="Rechteck 134">
            <a:extLst>
              <a:ext uri="{FF2B5EF4-FFF2-40B4-BE49-F238E27FC236}">
                <a16:creationId xmlns:a16="http://schemas.microsoft.com/office/drawing/2014/main" id="{AAD6C9FC-A776-D253-45DA-D7B16BC38273}"/>
              </a:ext>
            </a:extLst>
          </p:cNvPr>
          <p:cNvSpPr/>
          <p:nvPr/>
        </p:nvSpPr>
        <p:spPr>
          <a:xfrm rot="5400000">
            <a:off x="2841564" y="1593195"/>
            <a:ext cx="1404036" cy="9328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8" name="Grafik 137">
            <a:extLst>
              <a:ext uri="{FF2B5EF4-FFF2-40B4-BE49-F238E27FC236}">
                <a16:creationId xmlns:a16="http://schemas.microsoft.com/office/drawing/2014/main" id="{B63B5135-1ED5-0B08-7B06-B82601F83DA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>
            <a:off x="3481936" y="2317689"/>
            <a:ext cx="92019" cy="392999"/>
          </a:xfrm>
          <a:prstGeom prst="rect">
            <a:avLst/>
          </a:prstGeom>
        </p:spPr>
      </p:pic>
      <p:pic>
        <p:nvPicPr>
          <p:cNvPr id="148" name="Grafik 147">
            <a:extLst>
              <a:ext uri="{FF2B5EF4-FFF2-40B4-BE49-F238E27FC236}">
                <a16:creationId xmlns:a16="http://schemas.microsoft.com/office/drawing/2014/main" id="{A8BE2E55-5C0E-DBFA-12DA-CD28254F796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7362" y="839807"/>
            <a:ext cx="979170" cy="1335382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AF549F94-17ED-4B95-7F55-0A44F7DF9E4B}"/>
              </a:ext>
            </a:extLst>
          </p:cNvPr>
          <p:cNvSpPr/>
          <p:nvPr/>
        </p:nvSpPr>
        <p:spPr>
          <a:xfrm>
            <a:off x="3251454" y="2232784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E78E592-31C4-C6F6-E869-50CFA15B471E}"/>
              </a:ext>
            </a:extLst>
          </p:cNvPr>
          <p:cNvSpPr/>
          <p:nvPr/>
        </p:nvSpPr>
        <p:spPr>
          <a:xfrm>
            <a:off x="3229430" y="2678478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CB1619A-B5EC-5F52-2B98-A7D6DAED02DA}"/>
              </a:ext>
            </a:extLst>
          </p:cNvPr>
          <p:cNvSpPr/>
          <p:nvPr/>
        </p:nvSpPr>
        <p:spPr>
          <a:xfrm>
            <a:off x="3744580" y="2677491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7D4AE4C-A45D-1940-8FBF-7D26ADFA9EA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383576" y="1486320"/>
            <a:ext cx="90077" cy="28388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0F4C8609-07D8-7519-3A3F-346F919B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4958048">
            <a:off x="3535976" y="1638720"/>
            <a:ext cx="90077" cy="2838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F01A61B-4F88-174A-1560-80CD83EA29E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468350" y="1499796"/>
            <a:ext cx="90077" cy="28388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EA7EE023-588F-A357-596A-853D3874C7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367119" y="1736793"/>
            <a:ext cx="90077" cy="28388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B655D0CF-B044-1CDA-1B6C-7EDBE39AC0C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8479124">
            <a:off x="3433788" y="1720781"/>
            <a:ext cx="90077" cy="2838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BE3780B-E568-9FD4-D536-ADD0BE01A88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6517400">
            <a:off x="3427785" y="1604247"/>
            <a:ext cx="90077" cy="2838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B6EACD5-237E-6262-4E32-AF3EE49E614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3372421">
            <a:off x="3510581" y="1766726"/>
            <a:ext cx="90077" cy="28388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221C6338-8940-EF3F-64A2-BC58E3B8499B}"/>
              </a:ext>
            </a:extLst>
          </p:cNvPr>
          <p:cNvSpPr/>
          <p:nvPr/>
        </p:nvSpPr>
        <p:spPr>
          <a:xfrm>
            <a:off x="3481643" y="227851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C901B-432D-847E-C6B9-8F817263F6E8}"/>
              </a:ext>
            </a:extLst>
          </p:cNvPr>
          <p:cNvSpPr/>
          <p:nvPr/>
        </p:nvSpPr>
        <p:spPr>
          <a:xfrm>
            <a:off x="3450746" y="2150923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6F1231C-C20C-9BCC-BE3D-A9BF051D7B2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3479718" y="2252543"/>
            <a:ext cx="90077" cy="28388"/>
          </a:xfrm>
          <a:prstGeom prst="rect">
            <a:avLst/>
          </a:prstGeom>
        </p:spPr>
      </p:pic>
      <p:sp>
        <p:nvSpPr>
          <p:cNvPr id="52" name="Bogen 51">
            <a:extLst>
              <a:ext uri="{FF2B5EF4-FFF2-40B4-BE49-F238E27FC236}">
                <a16:creationId xmlns:a16="http://schemas.microsoft.com/office/drawing/2014/main" id="{E0301303-1792-68A2-F840-D540278BCA0B}"/>
              </a:ext>
            </a:extLst>
          </p:cNvPr>
          <p:cNvSpPr/>
          <p:nvPr/>
        </p:nvSpPr>
        <p:spPr>
          <a:xfrm rot="2415078">
            <a:off x="3486017" y="2381779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9DD90AD8-0DDC-4986-05F1-1D9464E783BB}"/>
              </a:ext>
            </a:extLst>
          </p:cNvPr>
          <p:cNvSpPr/>
          <p:nvPr/>
        </p:nvSpPr>
        <p:spPr>
          <a:xfrm rot="5400000">
            <a:off x="3458195" y="2407029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4906A5FA-D49A-CE1E-325F-8582FEE65451}"/>
              </a:ext>
            </a:extLst>
          </p:cNvPr>
          <p:cNvSpPr/>
          <p:nvPr/>
        </p:nvSpPr>
        <p:spPr>
          <a:xfrm rot="10800000">
            <a:off x="3476434" y="269616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9F00691A-FC5A-7DA5-DC16-18E3CF763A6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3479260" y="2736875"/>
            <a:ext cx="90077" cy="28388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C9B5DD36-6EC5-A04C-CF72-8A9C9BE9EE9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4409" y="550500"/>
            <a:ext cx="357431" cy="449580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596F564D-491E-AA7A-FC99-880334351AE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3816526" y="2787421"/>
            <a:ext cx="90077" cy="28388"/>
          </a:xfrm>
          <a:prstGeom prst="rect">
            <a:avLst/>
          </a:prstGeom>
        </p:spPr>
      </p:pic>
      <p:pic>
        <p:nvPicPr>
          <p:cNvPr id="156" name="Grafik 155">
            <a:extLst>
              <a:ext uri="{FF2B5EF4-FFF2-40B4-BE49-F238E27FC236}">
                <a16:creationId xmlns:a16="http://schemas.microsoft.com/office/drawing/2014/main" id="{39810939-682A-2083-86A0-88206C44F78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150018" y="2781323"/>
            <a:ext cx="90077" cy="28388"/>
          </a:xfrm>
          <a:prstGeom prst="rect">
            <a:avLst/>
          </a:prstGeom>
        </p:spPr>
      </p:pic>
      <p:pic>
        <p:nvPicPr>
          <p:cNvPr id="157" name="Grafik 156">
            <a:extLst>
              <a:ext uri="{FF2B5EF4-FFF2-40B4-BE49-F238E27FC236}">
                <a16:creationId xmlns:a16="http://schemas.microsoft.com/office/drawing/2014/main" id="{A6E4D99C-7F59-B07C-5F9F-C700F578C7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476052" y="2792484"/>
            <a:ext cx="90077" cy="28388"/>
          </a:xfrm>
          <a:prstGeom prst="rect">
            <a:avLst/>
          </a:prstGeom>
        </p:spPr>
      </p:pic>
      <p:sp>
        <p:nvSpPr>
          <p:cNvPr id="174" name="Rechteck 173">
            <a:extLst>
              <a:ext uri="{FF2B5EF4-FFF2-40B4-BE49-F238E27FC236}">
                <a16:creationId xmlns:a16="http://schemas.microsoft.com/office/drawing/2014/main" id="{B042EA01-62CC-0E37-E9D1-C59B04561965}"/>
              </a:ext>
            </a:extLst>
          </p:cNvPr>
          <p:cNvSpPr/>
          <p:nvPr/>
        </p:nvSpPr>
        <p:spPr>
          <a:xfrm>
            <a:off x="4119123" y="2571320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Rechteck 174">
            <a:extLst>
              <a:ext uri="{FF2B5EF4-FFF2-40B4-BE49-F238E27FC236}">
                <a16:creationId xmlns:a16="http://schemas.microsoft.com/office/drawing/2014/main" id="{C076B540-B1AB-EC29-FF5C-41CB9C0A96A8}"/>
              </a:ext>
            </a:extLst>
          </p:cNvPr>
          <p:cNvSpPr/>
          <p:nvPr/>
        </p:nvSpPr>
        <p:spPr>
          <a:xfrm rot="5400000">
            <a:off x="5401130" y="3095008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3A7F1CBA-F49D-E294-EB59-5BD570392CB7}"/>
              </a:ext>
            </a:extLst>
          </p:cNvPr>
          <p:cNvSpPr/>
          <p:nvPr/>
        </p:nvSpPr>
        <p:spPr>
          <a:xfrm>
            <a:off x="5514849" y="295053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15008FD5-21D4-AC01-DB5F-2F8D384F783C}"/>
              </a:ext>
            </a:extLst>
          </p:cNvPr>
          <p:cNvSpPr/>
          <p:nvPr/>
        </p:nvSpPr>
        <p:spPr>
          <a:xfrm>
            <a:off x="5571998" y="295291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: nach links gekrümmt 48">
            <a:extLst>
              <a:ext uri="{FF2B5EF4-FFF2-40B4-BE49-F238E27FC236}">
                <a16:creationId xmlns:a16="http://schemas.microsoft.com/office/drawing/2014/main" id="{99703C28-9E86-F98C-9D9E-7CA074B0465D}"/>
              </a:ext>
            </a:extLst>
          </p:cNvPr>
          <p:cNvSpPr/>
          <p:nvPr/>
        </p:nvSpPr>
        <p:spPr>
          <a:xfrm flipV="1">
            <a:off x="5507412" y="2855078"/>
            <a:ext cx="131431" cy="81018"/>
          </a:xfrm>
          <a:prstGeom prst="curvedLeftArrow">
            <a:avLst>
              <a:gd name="adj1" fmla="val 2609"/>
              <a:gd name="adj2" fmla="val 26023"/>
              <a:gd name="adj3" fmla="val 33341"/>
            </a:avLst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3824930F-A0AE-ED6E-3E91-E6B2A2995AAA}"/>
              </a:ext>
            </a:extLst>
          </p:cNvPr>
          <p:cNvSpPr/>
          <p:nvPr/>
        </p:nvSpPr>
        <p:spPr>
          <a:xfrm rot="16200000">
            <a:off x="6221458" y="3268244"/>
            <a:ext cx="1404036" cy="9348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4" name="Grafik 183">
            <a:extLst>
              <a:ext uri="{FF2B5EF4-FFF2-40B4-BE49-F238E27FC236}">
                <a16:creationId xmlns:a16="http://schemas.microsoft.com/office/drawing/2014/main" id="{DA3F21FF-F1D0-AEF7-F3A1-715E8B8553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 rot="10800000">
            <a:off x="6836962" y="3084607"/>
            <a:ext cx="92019" cy="392999"/>
          </a:xfrm>
          <a:prstGeom prst="rect">
            <a:avLst/>
          </a:prstGeom>
        </p:spPr>
      </p:pic>
      <p:pic>
        <p:nvPicPr>
          <p:cNvPr id="185" name="Grafik 184">
            <a:extLst>
              <a:ext uri="{FF2B5EF4-FFF2-40B4-BE49-F238E27FC236}">
                <a16:creationId xmlns:a16="http://schemas.microsoft.com/office/drawing/2014/main" id="{3AF96B92-E592-E6B3-53F5-58F67AC91AF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421529" y="3620106"/>
            <a:ext cx="979170" cy="1335382"/>
          </a:xfrm>
          <a:prstGeom prst="rect">
            <a:avLst/>
          </a:prstGeom>
        </p:spPr>
      </p:pic>
      <p:sp>
        <p:nvSpPr>
          <p:cNvPr id="186" name="Ellipse 185">
            <a:extLst>
              <a:ext uri="{FF2B5EF4-FFF2-40B4-BE49-F238E27FC236}">
                <a16:creationId xmlns:a16="http://schemas.microsoft.com/office/drawing/2014/main" id="{DA769E3F-EE81-B18D-8F36-790D85A71F2A}"/>
              </a:ext>
            </a:extLst>
          </p:cNvPr>
          <p:cNvSpPr/>
          <p:nvPr/>
        </p:nvSpPr>
        <p:spPr>
          <a:xfrm rot="10800000">
            <a:off x="6619463" y="3022511"/>
            <a:ext cx="540000" cy="540000"/>
          </a:xfrm>
          <a:prstGeom prst="ellipse">
            <a:avLst/>
          </a:prstGeom>
          <a:noFill/>
          <a:ln w="31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B26DAF5E-5D7B-CBAA-0961-A607F98CCCC0}"/>
              </a:ext>
            </a:extLst>
          </p:cNvPr>
          <p:cNvSpPr/>
          <p:nvPr/>
        </p:nvSpPr>
        <p:spPr>
          <a:xfrm rot="10800000">
            <a:off x="7109493" y="3044817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C8153EF-1105-2FB9-1396-C8D956E768DF}"/>
              </a:ext>
            </a:extLst>
          </p:cNvPr>
          <p:cNvSpPr/>
          <p:nvPr/>
        </p:nvSpPr>
        <p:spPr>
          <a:xfrm rot="10800000">
            <a:off x="6594343" y="3045804"/>
            <a:ext cx="72000" cy="72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9" name="Grafik 188">
            <a:extLst>
              <a:ext uri="{FF2B5EF4-FFF2-40B4-BE49-F238E27FC236}">
                <a16:creationId xmlns:a16="http://schemas.microsoft.com/office/drawing/2014/main" id="{4079A98D-4935-4ACA-D99D-9BC0D4238CD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94408" y="4280587"/>
            <a:ext cx="90077" cy="28388"/>
          </a:xfrm>
          <a:prstGeom prst="rect">
            <a:avLst/>
          </a:prstGeom>
        </p:spPr>
      </p:pic>
      <p:pic>
        <p:nvPicPr>
          <p:cNvPr id="190" name="Grafik 189">
            <a:extLst>
              <a:ext uri="{FF2B5EF4-FFF2-40B4-BE49-F238E27FC236}">
                <a16:creationId xmlns:a16="http://schemas.microsoft.com/office/drawing/2014/main" id="{65333E51-5BF0-E9B3-2826-E984CC69EB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5758048">
            <a:off x="6842008" y="4128187"/>
            <a:ext cx="90077" cy="28388"/>
          </a:xfrm>
          <a:prstGeom prst="rect">
            <a:avLst/>
          </a:prstGeom>
        </p:spPr>
      </p:pic>
      <p:pic>
        <p:nvPicPr>
          <p:cNvPr id="191" name="Grafik 190">
            <a:extLst>
              <a:ext uri="{FF2B5EF4-FFF2-40B4-BE49-F238E27FC236}">
                <a16:creationId xmlns:a16="http://schemas.microsoft.com/office/drawing/2014/main" id="{690D4B3F-F8F6-0C42-FF0A-57C96BA6AD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909634" y="4267111"/>
            <a:ext cx="90077" cy="28388"/>
          </a:xfrm>
          <a:prstGeom prst="rect">
            <a:avLst/>
          </a:prstGeom>
        </p:spPr>
      </p:pic>
      <p:pic>
        <p:nvPicPr>
          <p:cNvPr id="192" name="Grafik 191">
            <a:extLst>
              <a:ext uri="{FF2B5EF4-FFF2-40B4-BE49-F238E27FC236}">
                <a16:creationId xmlns:a16="http://schemas.microsoft.com/office/drawing/2014/main" id="{09617F63-3C39-CBA0-42E7-CF5B32B9E1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7010865" y="4030114"/>
            <a:ext cx="90077" cy="28388"/>
          </a:xfrm>
          <a:prstGeom prst="rect">
            <a:avLst/>
          </a:prstGeom>
        </p:spPr>
      </p:pic>
      <p:pic>
        <p:nvPicPr>
          <p:cNvPr id="193" name="Grafik 192">
            <a:extLst>
              <a:ext uri="{FF2B5EF4-FFF2-40B4-BE49-F238E27FC236}">
                <a16:creationId xmlns:a16="http://schemas.microsoft.com/office/drawing/2014/main" id="{421A4DE6-DF8F-68B4-6EFC-6DD6D0BE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7679124">
            <a:off x="6944196" y="4046126"/>
            <a:ext cx="90077" cy="28388"/>
          </a:xfrm>
          <a:prstGeom prst="rect">
            <a:avLst/>
          </a:prstGeom>
        </p:spPr>
      </p:pic>
      <p:pic>
        <p:nvPicPr>
          <p:cNvPr id="194" name="Grafik 193">
            <a:extLst>
              <a:ext uri="{FF2B5EF4-FFF2-40B4-BE49-F238E27FC236}">
                <a16:creationId xmlns:a16="http://schemas.microsoft.com/office/drawing/2014/main" id="{D380CBFB-854F-3C47-295C-75B3B608368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17317400">
            <a:off x="6950199" y="4162660"/>
            <a:ext cx="90077" cy="28388"/>
          </a:xfrm>
          <a:prstGeom prst="rect">
            <a:avLst/>
          </a:prstGeom>
        </p:spPr>
      </p:pic>
      <p:pic>
        <p:nvPicPr>
          <p:cNvPr id="195" name="Grafik 194">
            <a:extLst>
              <a:ext uri="{FF2B5EF4-FFF2-40B4-BE49-F238E27FC236}">
                <a16:creationId xmlns:a16="http://schemas.microsoft.com/office/drawing/2014/main" id="{2B9C1228-F4C9-CDE4-F32B-985FE20C500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959"/>
          <a:stretch/>
        </p:blipFill>
        <p:spPr>
          <a:xfrm rot="2572421">
            <a:off x="6867403" y="4000181"/>
            <a:ext cx="90077" cy="28388"/>
          </a:xfrm>
          <a:prstGeom prst="rect">
            <a:avLst/>
          </a:prstGeom>
        </p:spPr>
      </p:pic>
      <p:sp>
        <p:nvSpPr>
          <p:cNvPr id="196" name="Rechteck 195">
            <a:extLst>
              <a:ext uri="{FF2B5EF4-FFF2-40B4-BE49-F238E27FC236}">
                <a16:creationId xmlns:a16="http://schemas.microsoft.com/office/drawing/2014/main" id="{022E64A6-99E2-1EF8-C851-5F68A4AFF6CC}"/>
              </a:ext>
            </a:extLst>
          </p:cNvPr>
          <p:cNvSpPr/>
          <p:nvPr/>
        </p:nvSpPr>
        <p:spPr>
          <a:xfrm rot="10800000">
            <a:off x="6836669" y="3479000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7" name="Rechteck 196">
            <a:extLst>
              <a:ext uri="{FF2B5EF4-FFF2-40B4-BE49-F238E27FC236}">
                <a16:creationId xmlns:a16="http://schemas.microsoft.com/office/drawing/2014/main" id="{682835AF-0542-A5CA-95C2-E82D0223D6F3}"/>
              </a:ext>
            </a:extLst>
          </p:cNvPr>
          <p:cNvSpPr/>
          <p:nvPr/>
        </p:nvSpPr>
        <p:spPr>
          <a:xfrm rot="10800000">
            <a:off x="6802814" y="3531285"/>
            <a:ext cx="157357" cy="11308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8" name="Grafik 197">
            <a:extLst>
              <a:ext uri="{FF2B5EF4-FFF2-40B4-BE49-F238E27FC236}">
                <a16:creationId xmlns:a16="http://schemas.microsoft.com/office/drawing/2014/main" id="{9FA7252C-D303-539D-531D-5F6C60458C0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5400000">
            <a:off x="6841122" y="3514364"/>
            <a:ext cx="90077" cy="28388"/>
          </a:xfrm>
          <a:prstGeom prst="rect">
            <a:avLst/>
          </a:prstGeom>
        </p:spPr>
      </p:pic>
      <p:sp>
        <p:nvSpPr>
          <p:cNvPr id="199" name="Bogen 198">
            <a:extLst>
              <a:ext uri="{FF2B5EF4-FFF2-40B4-BE49-F238E27FC236}">
                <a16:creationId xmlns:a16="http://schemas.microsoft.com/office/drawing/2014/main" id="{95562F5C-B54F-17D5-7754-A300805CB146}"/>
              </a:ext>
            </a:extLst>
          </p:cNvPr>
          <p:cNvSpPr/>
          <p:nvPr/>
        </p:nvSpPr>
        <p:spPr>
          <a:xfrm rot="13215078">
            <a:off x="6688831" y="3190391"/>
            <a:ext cx="236069" cy="223125"/>
          </a:xfrm>
          <a:prstGeom prst="arc">
            <a:avLst>
              <a:gd name="adj1" fmla="val 15333772"/>
              <a:gd name="adj2" fmla="val 1684241"/>
            </a:avLst>
          </a:prstGeom>
          <a:ln w="317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64D039EE-C6E8-A0AB-6B4B-BEEF327DAF77}"/>
              </a:ext>
            </a:extLst>
          </p:cNvPr>
          <p:cNvSpPr/>
          <p:nvPr/>
        </p:nvSpPr>
        <p:spPr>
          <a:xfrm rot="16200000">
            <a:off x="6812943" y="2775242"/>
            <a:ext cx="139779" cy="603503"/>
          </a:xfrm>
          <a:prstGeom prst="rect">
            <a:avLst/>
          </a:prstGeom>
          <a:solidFill>
            <a:schemeClr val="bg1">
              <a:lumMod val="50000"/>
              <a:alpha val="27000"/>
            </a:schemeClr>
          </a:solidFill>
          <a:ln w="6350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2442186D-CE47-8CF6-58D9-C0CB0C8B08E0}"/>
              </a:ext>
            </a:extLst>
          </p:cNvPr>
          <p:cNvSpPr/>
          <p:nvPr/>
        </p:nvSpPr>
        <p:spPr>
          <a:xfrm>
            <a:off x="6839497" y="3061345"/>
            <a:ext cx="92605" cy="377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2" name="Grafik 201">
            <a:extLst>
              <a:ext uri="{FF2B5EF4-FFF2-40B4-BE49-F238E27FC236}">
                <a16:creationId xmlns:a16="http://schemas.microsoft.com/office/drawing/2014/main" id="{5D165D18-9B03-AD69-6D02-2E48D132D2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5959"/>
          <a:stretch/>
        </p:blipFill>
        <p:spPr>
          <a:xfrm rot="16200000">
            <a:off x="6841569" y="3084795"/>
            <a:ext cx="90077" cy="28388"/>
          </a:xfrm>
          <a:prstGeom prst="rect">
            <a:avLst/>
          </a:prstGeom>
        </p:spPr>
      </p:pic>
      <p:pic>
        <p:nvPicPr>
          <p:cNvPr id="203" name="Grafik 202">
            <a:extLst>
              <a:ext uri="{FF2B5EF4-FFF2-40B4-BE49-F238E27FC236}">
                <a16:creationId xmlns:a16="http://schemas.microsoft.com/office/drawing/2014/main" id="{02CDB01D-36F5-3D62-4E2D-79BEBA85D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6796221" y="4795215"/>
            <a:ext cx="357431" cy="449580"/>
          </a:xfrm>
          <a:prstGeom prst="rect">
            <a:avLst/>
          </a:prstGeom>
        </p:spPr>
      </p:pic>
      <p:sp>
        <p:nvSpPr>
          <p:cNvPr id="205" name="Rechteck 204">
            <a:extLst>
              <a:ext uri="{FF2B5EF4-FFF2-40B4-BE49-F238E27FC236}">
                <a16:creationId xmlns:a16="http://schemas.microsoft.com/office/drawing/2014/main" id="{B9192635-ECA2-11FF-7790-C87D7A98A8FD}"/>
              </a:ext>
            </a:extLst>
          </p:cNvPr>
          <p:cNvSpPr/>
          <p:nvPr/>
        </p:nvSpPr>
        <p:spPr>
          <a:xfrm rot="5400000">
            <a:off x="7320447" y="3107118"/>
            <a:ext cx="427241" cy="2823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4762C63-926B-B63F-636A-1B9E7FFAEA28}"/>
              </a:ext>
            </a:extLst>
          </p:cNvPr>
          <p:cNvSpPr/>
          <p:nvPr/>
        </p:nvSpPr>
        <p:spPr>
          <a:xfrm>
            <a:off x="7474218" y="2938199"/>
            <a:ext cx="141242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7" name="Rechteck 206">
            <a:extLst>
              <a:ext uri="{FF2B5EF4-FFF2-40B4-BE49-F238E27FC236}">
                <a16:creationId xmlns:a16="http://schemas.microsoft.com/office/drawing/2014/main" id="{4CF97A18-134E-822D-39E8-9AF120158FF7}"/>
              </a:ext>
            </a:extLst>
          </p:cNvPr>
          <p:cNvSpPr/>
          <p:nvPr/>
        </p:nvSpPr>
        <p:spPr>
          <a:xfrm rot="5400000">
            <a:off x="5986536" y="3150998"/>
            <a:ext cx="427241" cy="2498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7735A3A5-6C18-CE57-3393-49BB2A4A5CAE}"/>
              </a:ext>
            </a:extLst>
          </p:cNvPr>
          <p:cNvSpPr/>
          <p:nvPr/>
        </p:nvSpPr>
        <p:spPr>
          <a:xfrm>
            <a:off x="6197649" y="3019450"/>
            <a:ext cx="80507" cy="33770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1BC46769-951F-4204-1417-E95F5C95F01C}"/>
              </a:ext>
            </a:extLst>
          </p:cNvPr>
          <p:cNvSpPr/>
          <p:nvPr/>
        </p:nvSpPr>
        <p:spPr>
          <a:xfrm>
            <a:off x="6198902" y="29719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131602D7-8BCD-7E2B-A04F-F523897D8FB6}"/>
              </a:ext>
            </a:extLst>
          </p:cNvPr>
          <p:cNvSpPr/>
          <p:nvPr/>
        </p:nvSpPr>
        <p:spPr>
          <a:xfrm>
            <a:off x="6256051" y="29743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520BFCE1-781A-6382-DEE2-FB2ED23FC664}"/>
              </a:ext>
            </a:extLst>
          </p:cNvPr>
          <p:cNvSpPr/>
          <p:nvPr/>
        </p:nvSpPr>
        <p:spPr>
          <a:xfrm>
            <a:off x="2825456" y="280261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41B32C4C-70E9-D534-6937-CCF8BD0DAD6D}"/>
              </a:ext>
            </a:extLst>
          </p:cNvPr>
          <p:cNvSpPr/>
          <p:nvPr/>
        </p:nvSpPr>
        <p:spPr>
          <a:xfrm>
            <a:off x="2882605" y="2804997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3" name="Gruppieren 212">
            <a:extLst>
              <a:ext uri="{FF2B5EF4-FFF2-40B4-BE49-F238E27FC236}">
                <a16:creationId xmlns:a16="http://schemas.microsoft.com/office/drawing/2014/main" id="{97352789-E528-5003-2A1B-0DC3AE4726C5}"/>
              </a:ext>
            </a:extLst>
          </p:cNvPr>
          <p:cNvGrpSpPr/>
          <p:nvPr/>
        </p:nvGrpSpPr>
        <p:grpSpPr>
          <a:xfrm rot="10800000">
            <a:off x="7533955" y="2720064"/>
            <a:ext cx="75705" cy="277927"/>
            <a:chOff x="3476670" y="3647733"/>
            <a:chExt cx="75705" cy="277927"/>
          </a:xfrm>
        </p:grpSpPr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402DA68D-B22A-D3BF-AC51-1F9AE8312A2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5" name="Verbinder: gekrümmt 214">
              <a:extLst>
                <a:ext uri="{FF2B5EF4-FFF2-40B4-BE49-F238E27FC236}">
                  <a16:creationId xmlns:a16="http://schemas.microsoft.com/office/drawing/2014/main" id="{D5922C76-5713-8E09-9C87-3CAAC3DE84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A2B7AA3F-3CC5-B640-E556-E69F459775C2}"/>
              </a:ext>
            </a:extLst>
          </p:cNvPr>
          <p:cNvGrpSpPr/>
          <p:nvPr/>
        </p:nvGrpSpPr>
        <p:grpSpPr>
          <a:xfrm>
            <a:off x="4811891" y="2805783"/>
            <a:ext cx="75705" cy="277927"/>
            <a:chOff x="3476670" y="3647733"/>
            <a:chExt cx="75705" cy="277927"/>
          </a:xfrm>
        </p:grpSpPr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F651B3D9-08E6-C14C-F087-E778DE62BB7D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0" name="Verbinder: gekrümmt 219">
              <a:extLst>
                <a:ext uri="{FF2B5EF4-FFF2-40B4-BE49-F238E27FC236}">
                  <a16:creationId xmlns:a16="http://schemas.microsoft.com/office/drawing/2014/main" id="{6DD7E2A0-A406-CB4D-B9A8-945226299C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22" name="Grafik 221">
            <a:extLst>
              <a:ext uri="{FF2B5EF4-FFF2-40B4-BE49-F238E27FC236}">
                <a16:creationId xmlns:a16="http://schemas.microsoft.com/office/drawing/2014/main" id="{086E33D6-868C-2DD6-6102-607A7138BA3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4835025" y="2778148"/>
            <a:ext cx="90077" cy="28388"/>
          </a:xfrm>
          <a:prstGeom prst="rect">
            <a:avLst/>
          </a:prstGeom>
        </p:spPr>
      </p:pic>
      <p:pic>
        <p:nvPicPr>
          <p:cNvPr id="224" name="Grafik 223">
            <a:extLst>
              <a:ext uri="{FF2B5EF4-FFF2-40B4-BE49-F238E27FC236}">
                <a16:creationId xmlns:a16="http://schemas.microsoft.com/office/drawing/2014/main" id="{38E25979-746A-00C3-8BB4-BCC84972EC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4915807" y="2656991"/>
            <a:ext cx="85407" cy="102912"/>
          </a:xfrm>
          <a:prstGeom prst="rect">
            <a:avLst/>
          </a:prstGeom>
        </p:spPr>
      </p:pic>
      <p:pic>
        <p:nvPicPr>
          <p:cNvPr id="226" name="Grafik 225">
            <a:extLst>
              <a:ext uri="{FF2B5EF4-FFF2-40B4-BE49-F238E27FC236}">
                <a16:creationId xmlns:a16="http://schemas.microsoft.com/office/drawing/2014/main" id="{D377938A-E1E8-D34F-B886-56D9F0EA04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4756257" y="2653742"/>
            <a:ext cx="90381" cy="107501"/>
          </a:xfrm>
          <a:prstGeom prst="rect">
            <a:avLst/>
          </a:prstGeom>
        </p:spPr>
      </p:pic>
      <p:pic>
        <p:nvPicPr>
          <p:cNvPr id="235" name="Grafik 234">
            <a:extLst>
              <a:ext uri="{FF2B5EF4-FFF2-40B4-BE49-F238E27FC236}">
                <a16:creationId xmlns:a16="http://schemas.microsoft.com/office/drawing/2014/main" id="{725184F6-EA1C-3F8F-D2EC-00B466CED18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171516" y="2989724"/>
            <a:ext cx="90077" cy="28388"/>
          </a:xfrm>
          <a:prstGeom prst="rect">
            <a:avLst/>
          </a:prstGeom>
        </p:spPr>
      </p:pic>
      <p:pic>
        <p:nvPicPr>
          <p:cNvPr id="236" name="Grafik 235">
            <a:extLst>
              <a:ext uri="{FF2B5EF4-FFF2-40B4-BE49-F238E27FC236}">
                <a16:creationId xmlns:a16="http://schemas.microsoft.com/office/drawing/2014/main" id="{D9928CBF-2B20-C037-2301-7E6322D6731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495370" y="2992099"/>
            <a:ext cx="90077" cy="28388"/>
          </a:xfrm>
          <a:prstGeom prst="rect">
            <a:avLst/>
          </a:prstGeom>
        </p:spPr>
      </p:pic>
      <p:sp>
        <p:nvSpPr>
          <p:cNvPr id="237" name="Rechteck 236">
            <a:extLst>
              <a:ext uri="{FF2B5EF4-FFF2-40B4-BE49-F238E27FC236}">
                <a16:creationId xmlns:a16="http://schemas.microsoft.com/office/drawing/2014/main" id="{E93FDA73-10CE-C04B-E5B2-3D533030F45D}"/>
              </a:ext>
            </a:extLst>
          </p:cNvPr>
          <p:cNvSpPr/>
          <p:nvPr/>
        </p:nvSpPr>
        <p:spPr>
          <a:xfrm>
            <a:off x="5633731" y="4041619"/>
            <a:ext cx="777214" cy="5377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r>
              <a:rPr lang="de-DE" sz="800" dirty="0"/>
              <a:t> </a:t>
            </a:r>
            <a:r>
              <a:rPr lang="de-DE" sz="800" dirty="0" err="1"/>
              <a:t>unit</a:t>
            </a:r>
            <a:r>
              <a:rPr lang="de-DE" sz="800" dirty="0"/>
              <a:t> </a:t>
            </a:r>
          </a:p>
          <a:p>
            <a:pPr algn="ctr"/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  <a:p>
            <a:pPr algn="ctr"/>
            <a:r>
              <a:rPr lang="de-DE" sz="800" dirty="0"/>
              <a:t>and </a:t>
            </a:r>
            <a:r>
              <a:rPr lang="de-DE" sz="800" dirty="0" err="1"/>
              <a:t>cutting</a:t>
            </a:r>
            <a:endParaRPr lang="de-DE" sz="800" dirty="0"/>
          </a:p>
        </p:txBody>
      </p:sp>
      <p:cxnSp>
        <p:nvCxnSpPr>
          <p:cNvPr id="238" name="Verbinder: gekrümmt 237">
            <a:extLst>
              <a:ext uri="{FF2B5EF4-FFF2-40B4-BE49-F238E27FC236}">
                <a16:creationId xmlns:a16="http://schemas.microsoft.com/office/drawing/2014/main" id="{BC7BEA59-2F11-62DC-6BFF-7B211717EC32}"/>
              </a:ext>
            </a:extLst>
          </p:cNvPr>
          <p:cNvCxnSpPr>
            <a:cxnSpLocks/>
            <a:stCxn id="208" idx="0"/>
            <a:endCxn id="237" idx="0"/>
          </p:cNvCxnSpPr>
          <p:nvPr/>
        </p:nvCxnSpPr>
        <p:spPr>
          <a:xfrm rot="16200000" flipH="1" flipV="1">
            <a:off x="5619036" y="3422751"/>
            <a:ext cx="1022169" cy="215565"/>
          </a:xfrm>
          <a:prstGeom prst="curvedConnector3">
            <a:avLst>
              <a:gd name="adj1" fmla="val 6179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E2AEA7F4-7295-1251-00B5-AA01BB28EAF7}"/>
              </a:ext>
            </a:extLst>
          </p:cNvPr>
          <p:cNvGrpSpPr/>
          <p:nvPr/>
        </p:nvGrpSpPr>
        <p:grpSpPr>
          <a:xfrm rot="10800000">
            <a:off x="7863831" y="2720064"/>
            <a:ext cx="75705" cy="277927"/>
            <a:chOff x="3476670" y="3647733"/>
            <a:chExt cx="75705" cy="277927"/>
          </a:xfrm>
        </p:grpSpPr>
        <p:sp>
          <p:nvSpPr>
            <p:cNvPr id="245" name="Rechteck 244">
              <a:extLst>
                <a:ext uri="{FF2B5EF4-FFF2-40B4-BE49-F238E27FC236}">
                  <a16:creationId xmlns:a16="http://schemas.microsoft.com/office/drawing/2014/main" id="{7B54302C-11C7-B485-A438-7F2B8D93C7A7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6" name="Verbinder: gekrümmt 245">
              <a:extLst>
                <a:ext uri="{FF2B5EF4-FFF2-40B4-BE49-F238E27FC236}">
                  <a16:creationId xmlns:a16="http://schemas.microsoft.com/office/drawing/2014/main" id="{56539A40-50D5-B29E-8A22-6F11BE66D0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47" name="Grafik 246">
            <a:extLst>
              <a:ext uri="{FF2B5EF4-FFF2-40B4-BE49-F238E27FC236}">
                <a16:creationId xmlns:a16="http://schemas.microsoft.com/office/drawing/2014/main" id="{7E5A5EC7-0386-A282-6484-B78E9F72166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7825246" y="2992099"/>
            <a:ext cx="90077" cy="28388"/>
          </a:xfrm>
          <a:prstGeom prst="rect">
            <a:avLst/>
          </a:prstGeom>
        </p:spPr>
      </p:pic>
      <p:grpSp>
        <p:nvGrpSpPr>
          <p:cNvPr id="248" name="Gruppieren 247">
            <a:extLst>
              <a:ext uri="{FF2B5EF4-FFF2-40B4-BE49-F238E27FC236}">
                <a16:creationId xmlns:a16="http://schemas.microsoft.com/office/drawing/2014/main" id="{6C45AAAF-B98B-AF70-F194-A0F8A34462FE}"/>
              </a:ext>
            </a:extLst>
          </p:cNvPr>
          <p:cNvGrpSpPr/>
          <p:nvPr/>
        </p:nvGrpSpPr>
        <p:grpSpPr>
          <a:xfrm rot="10800000">
            <a:off x="8217542" y="2720064"/>
            <a:ext cx="75705" cy="277927"/>
            <a:chOff x="3476670" y="3647733"/>
            <a:chExt cx="75705" cy="277927"/>
          </a:xfrm>
        </p:grpSpPr>
        <p:sp>
          <p:nvSpPr>
            <p:cNvPr id="249" name="Rechteck 248">
              <a:extLst>
                <a:ext uri="{FF2B5EF4-FFF2-40B4-BE49-F238E27FC236}">
                  <a16:creationId xmlns:a16="http://schemas.microsoft.com/office/drawing/2014/main" id="{16D971C9-00C1-2D38-94FB-ED1781720C9B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0" name="Verbinder: gekrümmt 249">
              <a:extLst>
                <a:ext uri="{FF2B5EF4-FFF2-40B4-BE49-F238E27FC236}">
                  <a16:creationId xmlns:a16="http://schemas.microsoft.com/office/drawing/2014/main" id="{335DBC82-24B9-ACE5-76E7-CFEB677D11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51" name="Grafik 250">
            <a:extLst>
              <a:ext uri="{FF2B5EF4-FFF2-40B4-BE49-F238E27FC236}">
                <a16:creationId xmlns:a16="http://schemas.microsoft.com/office/drawing/2014/main" id="{CDDCCC56-F14B-3963-AC7F-D95BD4966FC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178957" y="2992099"/>
            <a:ext cx="90077" cy="28388"/>
          </a:xfrm>
          <a:prstGeom prst="rect">
            <a:avLst/>
          </a:prstGeom>
        </p:spPr>
      </p:pic>
      <p:pic>
        <p:nvPicPr>
          <p:cNvPr id="253" name="Grafik 252">
            <a:extLst>
              <a:ext uri="{FF2B5EF4-FFF2-40B4-BE49-F238E27FC236}">
                <a16:creationId xmlns:a16="http://schemas.microsoft.com/office/drawing/2014/main" id="{92409F58-7A9E-AE65-240A-4D24ABB8D1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>
            <a:off x="8250419" y="3052205"/>
            <a:ext cx="85407" cy="102912"/>
          </a:xfrm>
          <a:prstGeom prst="rect">
            <a:avLst/>
          </a:prstGeom>
        </p:spPr>
      </p:pic>
      <p:pic>
        <p:nvPicPr>
          <p:cNvPr id="254" name="Grafik 253">
            <a:extLst>
              <a:ext uri="{FF2B5EF4-FFF2-40B4-BE49-F238E27FC236}">
                <a16:creationId xmlns:a16="http://schemas.microsoft.com/office/drawing/2014/main" id="{8D0346BC-A063-6585-19A4-ECA1DEE25A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68" t="11098" r="5271"/>
          <a:stretch/>
        </p:blipFill>
        <p:spPr>
          <a:xfrm flipH="1">
            <a:off x="8100388" y="3046575"/>
            <a:ext cx="90381" cy="107501"/>
          </a:xfrm>
          <a:prstGeom prst="rect">
            <a:avLst/>
          </a:prstGeom>
        </p:spPr>
      </p:pic>
      <p:sp>
        <p:nvSpPr>
          <p:cNvPr id="256" name="Rechteck 255">
            <a:extLst>
              <a:ext uri="{FF2B5EF4-FFF2-40B4-BE49-F238E27FC236}">
                <a16:creationId xmlns:a16="http://schemas.microsoft.com/office/drawing/2014/main" id="{8546A53A-3C86-18C4-8CBA-B21CC5299419}"/>
              </a:ext>
            </a:extLst>
          </p:cNvPr>
          <p:cNvSpPr/>
          <p:nvPr/>
        </p:nvSpPr>
        <p:spPr>
          <a:xfrm rot="16200000">
            <a:off x="7886357" y="3497576"/>
            <a:ext cx="1416563" cy="4944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7" name="Rechteck 256">
            <a:extLst>
              <a:ext uri="{FF2B5EF4-FFF2-40B4-BE49-F238E27FC236}">
                <a16:creationId xmlns:a16="http://schemas.microsoft.com/office/drawing/2014/main" id="{47A65C23-55DE-DE61-E980-BBFFAF12A7C4}"/>
              </a:ext>
            </a:extLst>
          </p:cNvPr>
          <p:cNvSpPr/>
          <p:nvPr/>
        </p:nvSpPr>
        <p:spPr>
          <a:xfrm rot="16200000">
            <a:off x="7978427" y="3475956"/>
            <a:ext cx="1218415" cy="417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27F42543-5BD4-58C9-3DFA-B9D5281EDC5E}"/>
              </a:ext>
            </a:extLst>
          </p:cNvPr>
          <p:cNvGrpSpPr/>
          <p:nvPr/>
        </p:nvGrpSpPr>
        <p:grpSpPr>
          <a:xfrm rot="10800000" flipH="1">
            <a:off x="8581500" y="2816516"/>
            <a:ext cx="19389" cy="600095"/>
            <a:chOff x="6851814" y="1766023"/>
            <a:chExt cx="78569" cy="2068826"/>
          </a:xfrm>
        </p:grpSpPr>
        <p:sp>
          <p:nvSpPr>
            <p:cNvPr id="259" name="Rechteck 258">
              <a:extLst>
                <a:ext uri="{FF2B5EF4-FFF2-40B4-BE49-F238E27FC236}">
                  <a16:creationId xmlns:a16="http://schemas.microsoft.com/office/drawing/2014/main" id="{25FD2AA5-3055-6B35-E071-A85DABD14FA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Rechteck 259">
              <a:extLst>
                <a:ext uri="{FF2B5EF4-FFF2-40B4-BE49-F238E27FC236}">
                  <a16:creationId xmlns:a16="http://schemas.microsoft.com/office/drawing/2014/main" id="{C72FC098-EB23-8F36-C71B-755FCBC9AAE3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1" name="Rechteck 260">
              <a:extLst>
                <a:ext uri="{FF2B5EF4-FFF2-40B4-BE49-F238E27FC236}">
                  <a16:creationId xmlns:a16="http://schemas.microsoft.com/office/drawing/2014/main" id="{48B6124E-98A3-50D9-D22C-EC5183A906DD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Rechteck 261">
              <a:extLst>
                <a:ext uri="{FF2B5EF4-FFF2-40B4-BE49-F238E27FC236}">
                  <a16:creationId xmlns:a16="http://schemas.microsoft.com/office/drawing/2014/main" id="{550F253A-CC30-F49B-92CF-9BD7F6DBAB9F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Rechteck 262">
              <a:extLst>
                <a:ext uri="{FF2B5EF4-FFF2-40B4-BE49-F238E27FC236}">
                  <a16:creationId xmlns:a16="http://schemas.microsoft.com/office/drawing/2014/main" id="{4D8562B4-30B4-EDC6-4480-C9AC6A492034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4" name="Rechteck 263">
            <a:extLst>
              <a:ext uri="{FF2B5EF4-FFF2-40B4-BE49-F238E27FC236}">
                <a16:creationId xmlns:a16="http://schemas.microsoft.com/office/drawing/2014/main" id="{C0D4EF7A-E569-1350-38AF-8A9BAD6DB941}"/>
              </a:ext>
            </a:extLst>
          </p:cNvPr>
          <p:cNvSpPr/>
          <p:nvPr/>
        </p:nvSpPr>
        <p:spPr>
          <a:xfrm rot="10800000">
            <a:off x="8430903" y="2690447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5" name="Rechteck 264">
            <a:extLst>
              <a:ext uri="{FF2B5EF4-FFF2-40B4-BE49-F238E27FC236}">
                <a16:creationId xmlns:a16="http://schemas.microsoft.com/office/drawing/2014/main" id="{BDADF0BE-AE5F-4244-1CC8-FC40BF47EF34}"/>
              </a:ext>
            </a:extLst>
          </p:cNvPr>
          <p:cNvSpPr/>
          <p:nvPr/>
        </p:nvSpPr>
        <p:spPr>
          <a:xfrm rot="10800000">
            <a:off x="8495536" y="2887718"/>
            <a:ext cx="172817" cy="128489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6" name="Rechteck 265">
            <a:extLst>
              <a:ext uri="{FF2B5EF4-FFF2-40B4-BE49-F238E27FC236}">
                <a16:creationId xmlns:a16="http://schemas.microsoft.com/office/drawing/2014/main" id="{597A972F-F2D7-FE90-9752-FBA1EF74B98D}"/>
              </a:ext>
            </a:extLst>
          </p:cNvPr>
          <p:cNvSpPr/>
          <p:nvPr/>
        </p:nvSpPr>
        <p:spPr>
          <a:xfrm rot="10800000">
            <a:off x="8604913" y="3303193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7" name="Rechteck 266">
            <a:extLst>
              <a:ext uri="{FF2B5EF4-FFF2-40B4-BE49-F238E27FC236}">
                <a16:creationId xmlns:a16="http://schemas.microsoft.com/office/drawing/2014/main" id="{74F3D9A2-9E73-173A-29FC-B913911BBFA7}"/>
              </a:ext>
            </a:extLst>
          </p:cNvPr>
          <p:cNvSpPr/>
          <p:nvPr/>
        </p:nvSpPr>
        <p:spPr>
          <a:xfrm rot="10800000">
            <a:off x="8604915" y="3243665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1F3C8937-866D-346A-7291-08333322C09D}"/>
              </a:ext>
            </a:extLst>
          </p:cNvPr>
          <p:cNvSpPr/>
          <p:nvPr/>
        </p:nvSpPr>
        <p:spPr>
          <a:xfrm rot="10800000">
            <a:off x="8554907" y="3300814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7231B40C-5805-2193-7980-501412B98D6F}"/>
              </a:ext>
            </a:extLst>
          </p:cNvPr>
          <p:cNvSpPr/>
          <p:nvPr/>
        </p:nvSpPr>
        <p:spPr>
          <a:xfrm rot="10800000">
            <a:off x="8554909" y="3241286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4E5470DD-6523-44ED-718D-4175BB8867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35677" y="3097399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Ellipse 270">
            <a:extLst>
              <a:ext uri="{FF2B5EF4-FFF2-40B4-BE49-F238E27FC236}">
                <a16:creationId xmlns:a16="http://schemas.microsoft.com/office/drawing/2014/main" id="{B55DF868-08EF-B489-013D-6A3EE1ACA654}"/>
              </a:ext>
            </a:extLst>
          </p:cNvPr>
          <p:cNvSpPr/>
          <p:nvPr/>
        </p:nvSpPr>
        <p:spPr>
          <a:xfrm rot="10800000">
            <a:off x="8700009" y="3086482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F7640D0-38F1-D003-C368-C93A0C68800F}"/>
              </a:ext>
            </a:extLst>
          </p:cNvPr>
          <p:cNvSpPr/>
          <p:nvPr/>
        </p:nvSpPr>
        <p:spPr>
          <a:xfrm rot="10800000">
            <a:off x="8394446" y="3084111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50908FD7-C1E3-3A80-F736-FE64A458FBAC}"/>
              </a:ext>
            </a:extLst>
          </p:cNvPr>
          <p:cNvSpPr/>
          <p:nvPr/>
        </p:nvSpPr>
        <p:spPr>
          <a:xfrm rot="10800000">
            <a:off x="8700009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CADA1BCA-3D73-6F2E-BC36-505B3B34F2E7}"/>
              </a:ext>
            </a:extLst>
          </p:cNvPr>
          <p:cNvSpPr/>
          <p:nvPr/>
        </p:nvSpPr>
        <p:spPr>
          <a:xfrm rot="10800000">
            <a:off x="8397006" y="4214650"/>
            <a:ext cx="72000" cy="72000"/>
          </a:xfrm>
          <a:prstGeom prst="ellipse">
            <a:avLst/>
          </a:prstGeom>
          <a:ln w="3175"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8" name="Grafik 277">
            <a:extLst>
              <a:ext uri="{FF2B5EF4-FFF2-40B4-BE49-F238E27FC236}">
                <a16:creationId xmlns:a16="http://schemas.microsoft.com/office/drawing/2014/main" id="{9002B4EA-6D24-6E2B-49F1-A3B63568A11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8545155" y="3403997"/>
            <a:ext cx="90077" cy="28388"/>
          </a:xfrm>
          <a:prstGeom prst="rect">
            <a:avLst/>
          </a:prstGeom>
        </p:spPr>
      </p:pic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32A2AFED-AFE3-0180-93E8-2CA5CBCCBC09}"/>
              </a:ext>
            </a:extLst>
          </p:cNvPr>
          <p:cNvGrpSpPr/>
          <p:nvPr/>
        </p:nvGrpSpPr>
        <p:grpSpPr>
          <a:xfrm>
            <a:off x="8861405" y="2818374"/>
            <a:ext cx="75705" cy="277927"/>
            <a:chOff x="3476670" y="3647733"/>
            <a:chExt cx="75705" cy="277927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8DED5B3F-AF8E-7261-DBE6-F80C73390F0F}"/>
                </a:ext>
              </a:extLst>
            </p:cNvPr>
            <p:cNvSpPr/>
            <p:nvPr/>
          </p:nvSpPr>
          <p:spPr>
            <a:xfrm rot="10800000">
              <a:off x="3532986" y="3647733"/>
              <a:ext cx="19389" cy="194393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2" name="Verbinder: gekrümmt 281">
              <a:extLst>
                <a:ext uri="{FF2B5EF4-FFF2-40B4-BE49-F238E27FC236}">
                  <a16:creationId xmlns:a16="http://schemas.microsoft.com/office/drawing/2014/main" id="{05B73AE2-150B-9485-8C68-250600F8AF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6886" y="3849865"/>
              <a:ext cx="85579" cy="66012"/>
            </a:xfrm>
            <a:prstGeom prst="curvedConnector3">
              <a:avLst>
                <a:gd name="adj1" fmla="val 41653"/>
              </a:avLst>
            </a:prstGeom>
            <a:solidFill>
              <a:srgbClr val="FF9966"/>
            </a:solidFill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84" name="Grafik 283">
            <a:extLst>
              <a:ext uri="{FF2B5EF4-FFF2-40B4-BE49-F238E27FC236}">
                <a16:creationId xmlns:a16="http://schemas.microsoft.com/office/drawing/2014/main" id="{F2FB8AA0-7B22-54C1-536E-A804376E64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8884539" y="2790739"/>
            <a:ext cx="90077" cy="28388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D54DD49-B80D-270C-953C-6D40F22CC719}"/>
              </a:ext>
            </a:extLst>
          </p:cNvPr>
          <p:cNvSpPr/>
          <p:nvPr/>
        </p:nvSpPr>
        <p:spPr>
          <a:xfrm>
            <a:off x="2721856" y="285543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  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61C4982-8239-11A3-7A2F-7C51CFC7E02D}"/>
              </a:ext>
            </a:extLst>
          </p:cNvPr>
          <p:cNvSpPr/>
          <p:nvPr/>
        </p:nvSpPr>
        <p:spPr>
          <a:xfrm>
            <a:off x="5008048" y="285593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10  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5BB4D1E-F832-BCDB-3D7D-8588D3C9B534}"/>
              </a:ext>
            </a:extLst>
          </p:cNvPr>
          <p:cNvSpPr/>
          <p:nvPr/>
        </p:nvSpPr>
        <p:spPr>
          <a:xfrm>
            <a:off x="2435429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  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910DB63-32E1-54A6-345C-B644735B5E95}"/>
              </a:ext>
            </a:extLst>
          </p:cNvPr>
          <p:cNvSpPr/>
          <p:nvPr/>
        </p:nvSpPr>
        <p:spPr>
          <a:xfrm>
            <a:off x="2728095" y="285391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3   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917C9F5-D5D8-E91F-F59D-FED0D9445BB2}"/>
              </a:ext>
            </a:extLst>
          </p:cNvPr>
          <p:cNvSpPr/>
          <p:nvPr/>
        </p:nvSpPr>
        <p:spPr>
          <a:xfrm>
            <a:off x="3329741" y="285047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5   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6FFB077-C747-3DCE-8A48-6257E1B02606}"/>
              </a:ext>
            </a:extLst>
          </p:cNvPr>
          <p:cNvSpPr/>
          <p:nvPr/>
        </p:nvSpPr>
        <p:spPr>
          <a:xfrm>
            <a:off x="3019503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4  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CC29E68-451B-A328-9547-CCF48187EFE5}"/>
              </a:ext>
            </a:extLst>
          </p:cNvPr>
          <p:cNvSpPr/>
          <p:nvPr/>
        </p:nvSpPr>
        <p:spPr>
          <a:xfrm>
            <a:off x="3673347" y="2848961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6 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7C70DAD-A81E-2846-3B00-5ACFA3D80975}"/>
              </a:ext>
            </a:extLst>
          </p:cNvPr>
          <p:cNvSpPr/>
          <p:nvPr/>
        </p:nvSpPr>
        <p:spPr>
          <a:xfrm>
            <a:off x="4337764" y="2855420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8  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8F43D75-CF15-B015-DDCB-1382401B451B}"/>
              </a:ext>
            </a:extLst>
          </p:cNvPr>
          <p:cNvSpPr/>
          <p:nvPr/>
        </p:nvSpPr>
        <p:spPr>
          <a:xfrm>
            <a:off x="4002923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7   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A7EF5AD-29F4-F5D0-25F9-44A2A48DD552}"/>
              </a:ext>
            </a:extLst>
          </p:cNvPr>
          <p:cNvSpPr/>
          <p:nvPr/>
        </p:nvSpPr>
        <p:spPr>
          <a:xfrm>
            <a:off x="4672637" y="2853903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9 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D528AA4-BDE9-0BFB-F674-1164DD16BF64}"/>
              </a:ext>
            </a:extLst>
          </p:cNvPr>
          <p:cNvSpPr/>
          <p:nvPr/>
        </p:nvSpPr>
        <p:spPr>
          <a:xfrm>
            <a:off x="7377188" y="285902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16  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C2E335A8-6C93-9E1E-E49A-1653F07AD457}"/>
              </a:ext>
            </a:extLst>
          </p:cNvPr>
          <p:cNvSpPr/>
          <p:nvPr/>
        </p:nvSpPr>
        <p:spPr>
          <a:xfrm>
            <a:off x="7735718" y="285171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17   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0627A16-1464-90F1-5509-694D94C22746}"/>
              </a:ext>
            </a:extLst>
          </p:cNvPr>
          <p:cNvSpPr/>
          <p:nvPr/>
        </p:nvSpPr>
        <p:spPr>
          <a:xfrm>
            <a:off x="5392465" y="285187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11   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1F2F5D7-D2AE-E28E-5F46-F2CE43B2BCAE}"/>
              </a:ext>
            </a:extLst>
          </p:cNvPr>
          <p:cNvSpPr/>
          <p:nvPr/>
        </p:nvSpPr>
        <p:spPr>
          <a:xfrm>
            <a:off x="6102799" y="285035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12  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1614CFD5-ED21-A4A0-ED9C-6DAC6F9C4589}"/>
              </a:ext>
            </a:extLst>
          </p:cNvPr>
          <p:cNvSpPr/>
          <p:nvPr/>
        </p:nvSpPr>
        <p:spPr>
          <a:xfrm>
            <a:off x="6740237" y="2856814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14   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32903777-D82E-0393-F53C-222BE15B57B3}"/>
              </a:ext>
            </a:extLst>
          </p:cNvPr>
          <p:cNvSpPr/>
          <p:nvPr/>
        </p:nvSpPr>
        <p:spPr>
          <a:xfrm>
            <a:off x="6415712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13   </a:t>
            </a:r>
          </a:p>
        </p:txBody>
      </p:sp>
      <p:sp>
        <p:nvSpPr>
          <p:cNvPr id="147" name="Rechteck: abgerundete Ecken 146">
            <a:extLst>
              <a:ext uri="{FF2B5EF4-FFF2-40B4-BE49-F238E27FC236}">
                <a16:creationId xmlns:a16="http://schemas.microsoft.com/office/drawing/2014/main" id="{EC378705-8044-FAEA-0845-A7E88153035F}"/>
              </a:ext>
            </a:extLst>
          </p:cNvPr>
          <p:cNvSpPr/>
          <p:nvPr/>
        </p:nvSpPr>
        <p:spPr>
          <a:xfrm>
            <a:off x="7057648" y="2855297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15  </a:t>
            </a:r>
          </a:p>
        </p:txBody>
      </p:sp>
      <p:sp>
        <p:nvSpPr>
          <p:cNvPr id="150" name="Rechteck: abgerundete Ecken 149">
            <a:extLst>
              <a:ext uri="{FF2B5EF4-FFF2-40B4-BE49-F238E27FC236}">
                <a16:creationId xmlns:a16="http://schemas.microsoft.com/office/drawing/2014/main" id="{052104F3-767C-BE84-C9BD-88760A3F7199}"/>
              </a:ext>
            </a:extLst>
          </p:cNvPr>
          <p:cNvSpPr/>
          <p:nvPr/>
        </p:nvSpPr>
        <p:spPr>
          <a:xfrm>
            <a:off x="8092713" y="2854265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18   </a:t>
            </a:r>
          </a:p>
        </p:txBody>
      </p:sp>
      <p:sp>
        <p:nvSpPr>
          <p:cNvPr id="151" name="Rechteck: abgerundete Ecken 150">
            <a:extLst>
              <a:ext uri="{FF2B5EF4-FFF2-40B4-BE49-F238E27FC236}">
                <a16:creationId xmlns:a16="http://schemas.microsoft.com/office/drawing/2014/main" id="{9BD722C0-9D72-E0CD-AE0E-3F6C3E310440}"/>
              </a:ext>
            </a:extLst>
          </p:cNvPr>
          <p:cNvSpPr/>
          <p:nvPr/>
        </p:nvSpPr>
        <p:spPr>
          <a:xfrm>
            <a:off x="8380599" y="2853552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19   </a:t>
            </a:r>
          </a:p>
        </p:txBody>
      </p:sp>
      <p:sp>
        <p:nvSpPr>
          <p:cNvPr id="152" name="Rechteck: abgerundete Ecken 151">
            <a:extLst>
              <a:ext uri="{FF2B5EF4-FFF2-40B4-BE49-F238E27FC236}">
                <a16:creationId xmlns:a16="http://schemas.microsoft.com/office/drawing/2014/main" id="{9B6FBFDC-618E-E9D3-CF32-164B9373FFC6}"/>
              </a:ext>
            </a:extLst>
          </p:cNvPr>
          <p:cNvSpPr/>
          <p:nvPr/>
        </p:nvSpPr>
        <p:spPr>
          <a:xfrm>
            <a:off x="8768684" y="2848248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20   </a:t>
            </a:r>
          </a:p>
        </p:txBody>
      </p: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35EF6CC8-4AD1-B816-2539-9ACE40FDB86F}"/>
              </a:ext>
            </a:extLst>
          </p:cNvPr>
          <p:cNvSpPr/>
          <p:nvPr/>
        </p:nvSpPr>
        <p:spPr>
          <a:xfrm>
            <a:off x="9068403" y="2856299"/>
            <a:ext cx="99155" cy="93965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Ins="36000" rtlCol="0" anchor="ctr"/>
          <a:lstStyle/>
          <a:p>
            <a:pPr algn="ctr"/>
            <a:r>
              <a:rPr lang="de-DE" sz="600" dirty="0"/>
              <a:t>21   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90CB41F9-DE61-A1D1-772F-21A2D23D3499}"/>
              </a:ext>
            </a:extLst>
          </p:cNvPr>
          <p:cNvSpPr/>
          <p:nvPr/>
        </p:nvSpPr>
        <p:spPr>
          <a:xfrm rot="5400000">
            <a:off x="8698393" y="2457687"/>
            <a:ext cx="427241" cy="2338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Rechteck 230">
            <a:extLst>
              <a:ext uri="{FF2B5EF4-FFF2-40B4-BE49-F238E27FC236}">
                <a16:creationId xmlns:a16="http://schemas.microsoft.com/office/drawing/2014/main" id="{A82FCBB2-97FF-9E46-C158-251CAF786A2A}"/>
              </a:ext>
            </a:extLst>
          </p:cNvPr>
          <p:cNvSpPr/>
          <p:nvPr/>
        </p:nvSpPr>
        <p:spPr>
          <a:xfrm rot="5400000">
            <a:off x="8412178" y="3672465"/>
            <a:ext cx="1281360" cy="21300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algn="ctr"/>
            <a:r>
              <a:rPr lang="de-DE" sz="1400" dirty="0"/>
              <a:t>NOK</a:t>
            </a:r>
          </a:p>
        </p:txBody>
      </p:sp>
      <p:grpSp>
        <p:nvGrpSpPr>
          <p:cNvPr id="240" name="Gruppieren 239">
            <a:extLst>
              <a:ext uri="{FF2B5EF4-FFF2-40B4-BE49-F238E27FC236}">
                <a16:creationId xmlns:a16="http://schemas.microsoft.com/office/drawing/2014/main" id="{7F19270E-3FA8-EB4D-59D5-C1A1D4FCAA8A}"/>
              </a:ext>
            </a:extLst>
          </p:cNvPr>
          <p:cNvGrpSpPr/>
          <p:nvPr/>
        </p:nvGrpSpPr>
        <p:grpSpPr>
          <a:xfrm rot="10800000" flipH="1">
            <a:off x="9835148" y="3295454"/>
            <a:ext cx="25807" cy="726114"/>
            <a:chOff x="6851814" y="1766023"/>
            <a:chExt cx="78569" cy="2068826"/>
          </a:xfrm>
        </p:grpSpPr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259B9444-B7CC-441A-94A9-24D8AF5E33FA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316B7930-982C-A531-CFF5-40562593CE97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3" name="Rechteck 242">
              <a:extLst>
                <a:ext uri="{FF2B5EF4-FFF2-40B4-BE49-F238E27FC236}">
                  <a16:creationId xmlns:a16="http://schemas.microsoft.com/office/drawing/2014/main" id="{C123DF38-ABB4-23A3-1AC8-1B53AA323DA2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Rechteck 274">
              <a:extLst>
                <a:ext uri="{FF2B5EF4-FFF2-40B4-BE49-F238E27FC236}">
                  <a16:creationId xmlns:a16="http://schemas.microsoft.com/office/drawing/2014/main" id="{55391DC0-C85D-2F09-B31F-91F7FDA60D3E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F35E5191-E9A3-FB41-043F-1A0430201FF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7" name="Gruppieren 276">
            <a:extLst>
              <a:ext uri="{FF2B5EF4-FFF2-40B4-BE49-F238E27FC236}">
                <a16:creationId xmlns:a16="http://schemas.microsoft.com/office/drawing/2014/main" id="{E440D2C4-5216-71F0-2E8B-57A9D68DE664}"/>
              </a:ext>
            </a:extLst>
          </p:cNvPr>
          <p:cNvGrpSpPr/>
          <p:nvPr/>
        </p:nvGrpSpPr>
        <p:grpSpPr>
          <a:xfrm rot="10800000" flipH="1">
            <a:off x="9882667" y="3296597"/>
            <a:ext cx="25807" cy="726114"/>
            <a:chOff x="6851814" y="1766023"/>
            <a:chExt cx="78569" cy="2068826"/>
          </a:xfrm>
        </p:grpSpPr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49980DDD-C98F-01ED-2C98-6B7B026D1BAF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Rechteck 282">
              <a:extLst>
                <a:ext uri="{FF2B5EF4-FFF2-40B4-BE49-F238E27FC236}">
                  <a16:creationId xmlns:a16="http://schemas.microsoft.com/office/drawing/2014/main" id="{656D71DE-21DB-9D1B-C194-F0BD5F9CDC40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3450A2D2-FAAC-9F64-292B-909C286B06E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Rechteck 290">
              <a:extLst>
                <a:ext uri="{FF2B5EF4-FFF2-40B4-BE49-F238E27FC236}">
                  <a16:creationId xmlns:a16="http://schemas.microsoft.com/office/drawing/2014/main" id="{7FEB1C48-32CC-E6AA-7196-D776A10D7B56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Rechteck 291">
              <a:extLst>
                <a:ext uri="{FF2B5EF4-FFF2-40B4-BE49-F238E27FC236}">
                  <a16:creationId xmlns:a16="http://schemas.microsoft.com/office/drawing/2014/main" id="{4D13EA71-6683-6D0D-D3D8-82F0E39183B8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3" name="Gruppieren 292">
            <a:extLst>
              <a:ext uri="{FF2B5EF4-FFF2-40B4-BE49-F238E27FC236}">
                <a16:creationId xmlns:a16="http://schemas.microsoft.com/office/drawing/2014/main" id="{A4162032-D783-E867-0099-0AB45182EA58}"/>
              </a:ext>
            </a:extLst>
          </p:cNvPr>
          <p:cNvGrpSpPr/>
          <p:nvPr/>
        </p:nvGrpSpPr>
        <p:grpSpPr>
          <a:xfrm rot="10800000" flipH="1">
            <a:off x="9929640" y="3297045"/>
            <a:ext cx="25807" cy="726114"/>
            <a:chOff x="6851814" y="1766023"/>
            <a:chExt cx="78569" cy="2068826"/>
          </a:xfrm>
        </p:grpSpPr>
        <p:sp>
          <p:nvSpPr>
            <p:cNvPr id="294" name="Rechteck 293">
              <a:extLst>
                <a:ext uri="{FF2B5EF4-FFF2-40B4-BE49-F238E27FC236}">
                  <a16:creationId xmlns:a16="http://schemas.microsoft.com/office/drawing/2014/main" id="{04579CDA-64EE-F6F2-88C5-46E5F2D1EF3C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E4A1F72F-76C8-476D-CA18-69B7C5A5605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CDF5E242-0DFC-7590-A830-E54F773BF85B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Rechteck 296">
              <a:extLst>
                <a:ext uri="{FF2B5EF4-FFF2-40B4-BE49-F238E27FC236}">
                  <a16:creationId xmlns:a16="http://schemas.microsoft.com/office/drawing/2014/main" id="{E053899F-79A6-65BA-5DD9-6BFDD4CC7D1A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Rechteck 297">
              <a:extLst>
                <a:ext uri="{FF2B5EF4-FFF2-40B4-BE49-F238E27FC236}">
                  <a16:creationId xmlns:a16="http://schemas.microsoft.com/office/drawing/2014/main" id="{40E8F5E4-5216-0395-8FBC-0D08CC832AE3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9" name="Gruppieren 298">
            <a:extLst>
              <a:ext uri="{FF2B5EF4-FFF2-40B4-BE49-F238E27FC236}">
                <a16:creationId xmlns:a16="http://schemas.microsoft.com/office/drawing/2014/main" id="{D255B44C-EAF0-4417-97C8-AD8C0F8EB462}"/>
              </a:ext>
            </a:extLst>
          </p:cNvPr>
          <p:cNvGrpSpPr/>
          <p:nvPr/>
        </p:nvGrpSpPr>
        <p:grpSpPr>
          <a:xfrm rot="10800000" flipH="1">
            <a:off x="9977270" y="3297044"/>
            <a:ext cx="25807" cy="726114"/>
            <a:chOff x="6851814" y="1766023"/>
            <a:chExt cx="78569" cy="2068826"/>
          </a:xfrm>
        </p:grpSpPr>
        <p:sp>
          <p:nvSpPr>
            <p:cNvPr id="300" name="Rechteck 299">
              <a:extLst>
                <a:ext uri="{FF2B5EF4-FFF2-40B4-BE49-F238E27FC236}">
                  <a16:creationId xmlns:a16="http://schemas.microsoft.com/office/drawing/2014/main" id="{81327185-AD1D-CE27-B4F4-AE1A090D4FC3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854AA64B-F859-A48B-9C92-C9D7FB2B3FE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2" name="Rechteck 301">
              <a:extLst>
                <a:ext uri="{FF2B5EF4-FFF2-40B4-BE49-F238E27FC236}">
                  <a16:creationId xmlns:a16="http://schemas.microsoft.com/office/drawing/2014/main" id="{A93C99E4-B113-CEA2-6B99-A7B17E035965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Rechteck 302">
              <a:extLst>
                <a:ext uri="{FF2B5EF4-FFF2-40B4-BE49-F238E27FC236}">
                  <a16:creationId xmlns:a16="http://schemas.microsoft.com/office/drawing/2014/main" id="{54F1AC29-EF7F-523B-0332-82C607E8CB0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Rechteck 303">
              <a:extLst>
                <a:ext uri="{FF2B5EF4-FFF2-40B4-BE49-F238E27FC236}">
                  <a16:creationId xmlns:a16="http://schemas.microsoft.com/office/drawing/2014/main" id="{480321A7-499B-9A01-A59F-A3EFBAC7411A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17" name="Rechteck 316">
            <a:extLst>
              <a:ext uri="{FF2B5EF4-FFF2-40B4-BE49-F238E27FC236}">
                <a16:creationId xmlns:a16="http://schemas.microsoft.com/office/drawing/2014/main" id="{F7DDCAA9-6DA7-6F7A-14D6-ABB3D1E72D32}"/>
              </a:ext>
            </a:extLst>
          </p:cNvPr>
          <p:cNvSpPr/>
          <p:nvPr/>
        </p:nvSpPr>
        <p:spPr>
          <a:xfrm>
            <a:off x="5091366" y="1929528"/>
            <a:ext cx="512182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" name="Rechteck 317">
            <a:extLst>
              <a:ext uri="{FF2B5EF4-FFF2-40B4-BE49-F238E27FC236}">
                <a16:creationId xmlns:a16="http://schemas.microsoft.com/office/drawing/2014/main" id="{B03FC68E-01B7-51D2-C466-08A5A8D76B93}"/>
              </a:ext>
            </a:extLst>
          </p:cNvPr>
          <p:cNvSpPr/>
          <p:nvPr/>
        </p:nvSpPr>
        <p:spPr>
          <a:xfrm>
            <a:off x="5090441" y="2453085"/>
            <a:ext cx="503579" cy="11210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5467F8B0-ECA5-CBD8-1472-578771235646}"/>
              </a:ext>
            </a:extLst>
          </p:cNvPr>
          <p:cNvSpPr txBox="1"/>
          <p:nvPr/>
        </p:nvSpPr>
        <p:spPr>
          <a:xfrm>
            <a:off x="8018366" y="4685841"/>
            <a:ext cx="1223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Protective</a:t>
            </a:r>
            <a:r>
              <a:rPr lang="de-DE" sz="1200" dirty="0"/>
              <a:t> Fence</a:t>
            </a:r>
          </a:p>
        </p:txBody>
      </p: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AE031142-780B-25BC-3625-30292E7296E3}"/>
              </a:ext>
            </a:extLst>
          </p:cNvPr>
          <p:cNvCxnSpPr>
            <a:cxnSpLocks/>
          </p:cNvCxnSpPr>
          <p:nvPr/>
        </p:nvCxnSpPr>
        <p:spPr>
          <a:xfrm>
            <a:off x="1586276" y="6260439"/>
            <a:ext cx="989006" cy="0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Ellipse 313">
            <a:extLst>
              <a:ext uri="{FF2B5EF4-FFF2-40B4-BE49-F238E27FC236}">
                <a16:creationId xmlns:a16="http://schemas.microsoft.com/office/drawing/2014/main" id="{6B10E0C7-FB98-F62F-16CA-865951CD5758}"/>
              </a:ext>
            </a:extLst>
          </p:cNvPr>
          <p:cNvSpPr/>
          <p:nvPr/>
        </p:nvSpPr>
        <p:spPr>
          <a:xfrm>
            <a:off x="2361677" y="6040564"/>
            <a:ext cx="216000" cy="2160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937A9597-B47B-6235-879B-14438CAB6965}"/>
              </a:ext>
            </a:extLst>
          </p:cNvPr>
          <p:cNvGrpSpPr/>
          <p:nvPr/>
        </p:nvGrpSpPr>
        <p:grpSpPr>
          <a:xfrm flipH="1">
            <a:off x="5217340" y="2285653"/>
            <a:ext cx="19389" cy="713061"/>
            <a:chOff x="6851814" y="1766023"/>
            <a:chExt cx="78569" cy="2068826"/>
          </a:xfrm>
        </p:grpSpPr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83CF38F2-4788-3D35-E341-E102B7FB2D19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7B772EF1-4578-474A-BE05-9F3BC1669E9F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0113ED61-826D-F3ED-EB32-0B9C42513956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195D4549-F886-217E-1B7B-3004752D5CC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7B3C791D-AB79-0BBC-9B95-4FCE3027931B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80" name="Grafik 179">
            <a:extLst>
              <a:ext uri="{FF2B5EF4-FFF2-40B4-BE49-F238E27FC236}">
                <a16:creationId xmlns:a16="http://schemas.microsoft.com/office/drawing/2014/main" id="{524BC2A8-71DA-202C-A774-E63626CC6D9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184119" y="2268544"/>
            <a:ext cx="90077" cy="28388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7C02E58-C111-4EA7-1847-25A85FFFF541}"/>
              </a:ext>
            </a:extLst>
          </p:cNvPr>
          <p:cNvSpPr/>
          <p:nvPr/>
        </p:nvSpPr>
        <p:spPr>
          <a:xfrm>
            <a:off x="5189396" y="235405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7BA4A9B-D254-88FC-6D87-98DE96B34773}"/>
              </a:ext>
            </a:extLst>
          </p:cNvPr>
          <p:cNvSpPr/>
          <p:nvPr/>
        </p:nvSpPr>
        <p:spPr>
          <a:xfrm>
            <a:off x="5187013" y="2472625"/>
            <a:ext cx="23461" cy="732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F845E76-3289-ACD7-3DC5-C248997C1366}"/>
              </a:ext>
            </a:extLst>
          </p:cNvPr>
          <p:cNvSpPr/>
          <p:nvPr/>
        </p:nvSpPr>
        <p:spPr>
          <a:xfrm>
            <a:off x="5239402" y="235643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5A8FE43E-0F8B-F15D-692B-5DCBA56481A1}"/>
              </a:ext>
            </a:extLst>
          </p:cNvPr>
          <p:cNvSpPr/>
          <p:nvPr/>
        </p:nvSpPr>
        <p:spPr>
          <a:xfrm>
            <a:off x="5189394" y="1948197"/>
            <a:ext cx="23461" cy="88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5FF465-0ADA-A643-AC03-0A774074E6CE}"/>
              </a:ext>
            </a:extLst>
          </p:cNvPr>
          <p:cNvSpPr/>
          <p:nvPr/>
        </p:nvSpPr>
        <p:spPr>
          <a:xfrm>
            <a:off x="5136716" y="1654286"/>
            <a:ext cx="172817" cy="1296258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35" name="Gruppieren 334">
            <a:extLst>
              <a:ext uri="{FF2B5EF4-FFF2-40B4-BE49-F238E27FC236}">
                <a16:creationId xmlns:a16="http://schemas.microsoft.com/office/drawing/2014/main" id="{7423334E-98E7-0618-01BC-75BC8D8CC6C5}"/>
              </a:ext>
            </a:extLst>
          </p:cNvPr>
          <p:cNvGrpSpPr/>
          <p:nvPr/>
        </p:nvGrpSpPr>
        <p:grpSpPr>
          <a:xfrm flipH="1">
            <a:off x="5548337" y="2288036"/>
            <a:ext cx="19389" cy="713061"/>
            <a:chOff x="6851814" y="1766023"/>
            <a:chExt cx="78569" cy="2068826"/>
          </a:xfrm>
        </p:grpSpPr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618E50BD-6742-F728-C606-35CA6696B3DB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E02212D4-4A69-ACF2-983B-9AD6073A8DA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8" name="Rechteck 337">
              <a:extLst>
                <a:ext uri="{FF2B5EF4-FFF2-40B4-BE49-F238E27FC236}">
                  <a16:creationId xmlns:a16="http://schemas.microsoft.com/office/drawing/2014/main" id="{780B4405-D36A-78B6-1424-F17591977E5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Rechteck 338">
              <a:extLst>
                <a:ext uri="{FF2B5EF4-FFF2-40B4-BE49-F238E27FC236}">
                  <a16:creationId xmlns:a16="http://schemas.microsoft.com/office/drawing/2014/main" id="{F7711CBA-B9C3-799D-4F87-28F2FE2ED8B9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A0D3D56F-C48A-FA07-0947-046052EA1AF1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342" name="Grafik 341">
            <a:extLst>
              <a:ext uri="{FF2B5EF4-FFF2-40B4-BE49-F238E27FC236}">
                <a16:creationId xmlns:a16="http://schemas.microsoft.com/office/drawing/2014/main" id="{3E4FEDDB-A6B1-95E8-5B5B-8CBE2B8164D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5400000">
            <a:off x="5515116" y="2270927"/>
            <a:ext cx="90077" cy="28388"/>
          </a:xfrm>
          <a:prstGeom prst="rect">
            <a:avLst/>
          </a:prstGeom>
        </p:spPr>
      </p:pic>
      <p:cxnSp>
        <p:nvCxnSpPr>
          <p:cNvPr id="345" name="Gerade Verbindung mit Pfeil 344">
            <a:extLst>
              <a:ext uri="{FF2B5EF4-FFF2-40B4-BE49-F238E27FC236}">
                <a16:creationId xmlns:a16="http://schemas.microsoft.com/office/drawing/2014/main" id="{E627E4AB-0DE5-A671-9205-78A8B42CF209}"/>
              </a:ext>
            </a:extLst>
          </p:cNvPr>
          <p:cNvCxnSpPr>
            <a:cxnSpLocks/>
          </p:cNvCxnSpPr>
          <p:nvPr/>
        </p:nvCxnSpPr>
        <p:spPr>
          <a:xfrm flipV="1">
            <a:off x="5279084" y="25091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Gerade Verbindung mit Pfeil 347">
            <a:extLst>
              <a:ext uri="{FF2B5EF4-FFF2-40B4-BE49-F238E27FC236}">
                <a16:creationId xmlns:a16="http://schemas.microsoft.com/office/drawing/2014/main" id="{23FBACD4-147E-C0F2-B36E-382881E6BB1B}"/>
              </a:ext>
            </a:extLst>
          </p:cNvPr>
          <p:cNvCxnSpPr>
            <a:cxnSpLocks/>
          </p:cNvCxnSpPr>
          <p:nvPr/>
        </p:nvCxnSpPr>
        <p:spPr>
          <a:xfrm flipV="1">
            <a:off x="5279084" y="1988438"/>
            <a:ext cx="226036" cy="871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6" name="Rechteck 375">
            <a:extLst>
              <a:ext uri="{FF2B5EF4-FFF2-40B4-BE49-F238E27FC236}">
                <a16:creationId xmlns:a16="http://schemas.microsoft.com/office/drawing/2014/main" id="{02457479-FF05-5E05-A7CC-DC31A0F9FA6B}"/>
              </a:ext>
            </a:extLst>
          </p:cNvPr>
          <p:cNvSpPr/>
          <p:nvPr/>
        </p:nvSpPr>
        <p:spPr>
          <a:xfrm rot="5400000">
            <a:off x="8775803" y="2743449"/>
            <a:ext cx="310603" cy="6989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4200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BC703767-FC09-4D63-A41D-49357769E495}"/>
              </a:ext>
            </a:extLst>
          </p:cNvPr>
          <p:cNvGrpSpPr/>
          <p:nvPr/>
        </p:nvGrpSpPr>
        <p:grpSpPr>
          <a:xfrm>
            <a:off x="3268796" y="3552122"/>
            <a:ext cx="467578" cy="90248"/>
            <a:chOff x="4413024" y="3765960"/>
            <a:chExt cx="467578" cy="90248"/>
          </a:xfrm>
        </p:grpSpPr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3C492A4F-160F-4A15-D5B4-30DEF8C5FBF2}"/>
                </a:ext>
              </a:extLst>
            </p:cNvPr>
            <p:cNvSpPr/>
            <p:nvPr/>
          </p:nvSpPr>
          <p:spPr>
            <a:xfrm>
              <a:off x="4413024" y="3766208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EBB8E8BD-7946-D9C6-4195-7AA5C2D292E7}"/>
                </a:ext>
              </a:extLst>
            </p:cNvPr>
            <p:cNvSpPr/>
            <p:nvPr/>
          </p:nvSpPr>
          <p:spPr>
            <a:xfrm>
              <a:off x="4790602" y="3765960"/>
              <a:ext cx="90000" cy="9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29" name="Rechteck 328">
            <a:extLst>
              <a:ext uri="{FF2B5EF4-FFF2-40B4-BE49-F238E27FC236}">
                <a16:creationId xmlns:a16="http://schemas.microsoft.com/office/drawing/2014/main" id="{600D350D-A5E3-5678-CF02-01844B417071}"/>
              </a:ext>
            </a:extLst>
          </p:cNvPr>
          <p:cNvSpPr/>
          <p:nvPr/>
        </p:nvSpPr>
        <p:spPr>
          <a:xfrm>
            <a:off x="4484445" y="2416312"/>
            <a:ext cx="87700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2" name="Halbbogen 351">
            <a:extLst>
              <a:ext uri="{FF2B5EF4-FFF2-40B4-BE49-F238E27FC236}">
                <a16:creationId xmlns:a16="http://schemas.microsoft.com/office/drawing/2014/main" id="{6BF531E2-25D5-17A7-78B9-E30F6BC9F49D}"/>
              </a:ext>
            </a:extLst>
          </p:cNvPr>
          <p:cNvSpPr/>
          <p:nvPr/>
        </p:nvSpPr>
        <p:spPr>
          <a:xfrm rot="10800000">
            <a:off x="7818782" y="2944234"/>
            <a:ext cx="104306" cy="162001"/>
          </a:xfrm>
          <a:prstGeom prst="blockArc">
            <a:avLst>
              <a:gd name="adj1" fmla="val 10745637"/>
              <a:gd name="adj2" fmla="val 11"/>
              <a:gd name="adj3" fmla="val 5475"/>
            </a:avLst>
          </a:prstGeom>
          <a:gradFill>
            <a:gsLst>
              <a:gs pos="0">
                <a:schemeClr val="tx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80" name="Rechteck 379">
            <a:extLst>
              <a:ext uri="{FF2B5EF4-FFF2-40B4-BE49-F238E27FC236}">
                <a16:creationId xmlns:a16="http://schemas.microsoft.com/office/drawing/2014/main" id="{7DC24DCC-505F-7B42-732F-C937B618ECB1}"/>
              </a:ext>
            </a:extLst>
          </p:cNvPr>
          <p:cNvSpPr/>
          <p:nvPr/>
        </p:nvSpPr>
        <p:spPr>
          <a:xfrm rot="10800000">
            <a:off x="7826336" y="3137130"/>
            <a:ext cx="87700" cy="27658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4" name="Halbbogen 393">
            <a:extLst>
              <a:ext uri="{FF2B5EF4-FFF2-40B4-BE49-F238E27FC236}">
                <a16:creationId xmlns:a16="http://schemas.microsoft.com/office/drawing/2014/main" id="{76538CCA-05F9-3A03-6D68-2593DCD5AFA0}"/>
              </a:ext>
            </a:extLst>
          </p:cNvPr>
          <p:cNvSpPr/>
          <p:nvPr/>
        </p:nvSpPr>
        <p:spPr>
          <a:xfrm>
            <a:off x="4469970" y="2704448"/>
            <a:ext cx="104306" cy="162001"/>
          </a:xfrm>
          <a:prstGeom prst="blockArc">
            <a:avLst>
              <a:gd name="adj1" fmla="val 10745637"/>
              <a:gd name="adj2" fmla="val 11"/>
              <a:gd name="adj3" fmla="val 5475"/>
            </a:avLst>
          </a:prstGeom>
          <a:gradFill>
            <a:gsLst>
              <a:gs pos="0">
                <a:schemeClr val="tx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96" name="Textfeld 395">
            <a:extLst>
              <a:ext uri="{FF2B5EF4-FFF2-40B4-BE49-F238E27FC236}">
                <a16:creationId xmlns:a16="http://schemas.microsoft.com/office/drawing/2014/main" id="{07801104-DE54-86EA-6985-4A0065F17238}"/>
              </a:ext>
            </a:extLst>
          </p:cNvPr>
          <p:cNvSpPr txBox="1"/>
          <p:nvPr/>
        </p:nvSpPr>
        <p:spPr>
          <a:xfrm>
            <a:off x="4376056" y="5384334"/>
            <a:ext cx="2043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       Cutting </a:t>
            </a:r>
            <a:r>
              <a:rPr lang="de-DE" sz="900" dirty="0" err="1"/>
              <a:t>cable</a:t>
            </a:r>
            <a:endParaRPr lang="de-DE" sz="900" dirty="0"/>
          </a:p>
          <a:p>
            <a:r>
              <a:rPr lang="de-DE" sz="900" dirty="0"/>
              <a:t>2       Insert </a:t>
            </a:r>
            <a:r>
              <a:rPr lang="de-DE" sz="900" dirty="0" err="1"/>
              <a:t>Shrinksleeve</a:t>
            </a:r>
            <a:endParaRPr lang="de-DE" sz="900" dirty="0"/>
          </a:p>
          <a:p>
            <a:r>
              <a:rPr lang="de-DE" sz="900" dirty="0"/>
              <a:t>3       </a:t>
            </a:r>
            <a:r>
              <a:rPr lang="de-DE" sz="900" dirty="0" err="1"/>
              <a:t>Removing</a:t>
            </a:r>
            <a:r>
              <a:rPr lang="de-DE" sz="900" dirty="0"/>
              <a:t> </a:t>
            </a:r>
            <a:r>
              <a:rPr lang="de-DE" sz="900" dirty="0" err="1"/>
              <a:t>Isolationpart</a:t>
            </a:r>
            <a:r>
              <a:rPr lang="de-DE" sz="900" dirty="0"/>
              <a:t> Terminal 1</a:t>
            </a:r>
          </a:p>
          <a:p>
            <a:r>
              <a:rPr lang="de-DE" sz="900" dirty="0"/>
              <a:t>4       Free Station </a:t>
            </a:r>
          </a:p>
          <a:p>
            <a:r>
              <a:rPr lang="de-DE" sz="900" dirty="0"/>
              <a:t>5  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1</a:t>
            </a:r>
          </a:p>
          <a:p>
            <a:r>
              <a:rPr lang="de-DE" sz="900" dirty="0"/>
              <a:t>6       Free Station</a:t>
            </a:r>
          </a:p>
          <a:p>
            <a:r>
              <a:rPr lang="de-DE" sz="900" dirty="0"/>
              <a:t>7       Bending Terminal 1</a:t>
            </a:r>
          </a:p>
          <a:p>
            <a:pPr marL="228600" indent="-228600">
              <a:buAutoNum type="arabicPlain" startAt="8"/>
            </a:pPr>
            <a:r>
              <a:rPr lang="de-DE" sz="900" dirty="0" err="1"/>
              <a:t>Tinning</a:t>
            </a:r>
            <a:r>
              <a:rPr lang="de-DE" sz="900" dirty="0"/>
              <a:t> 1 Terminal 1</a:t>
            </a:r>
          </a:p>
        </p:txBody>
      </p:sp>
      <p:sp>
        <p:nvSpPr>
          <p:cNvPr id="397" name="Textfeld 396">
            <a:extLst>
              <a:ext uri="{FF2B5EF4-FFF2-40B4-BE49-F238E27FC236}">
                <a16:creationId xmlns:a16="http://schemas.microsoft.com/office/drawing/2014/main" id="{E6282995-C6CF-70A1-0023-FEAFCC958BC4}"/>
              </a:ext>
            </a:extLst>
          </p:cNvPr>
          <p:cNvSpPr txBox="1"/>
          <p:nvPr/>
        </p:nvSpPr>
        <p:spPr>
          <a:xfrm>
            <a:off x="8789031" y="5375573"/>
            <a:ext cx="1926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16     Bending Terminal 2</a:t>
            </a:r>
          </a:p>
          <a:p>
            <a:r>
              <a:rPr lang="de-DE" sz="900" dirty="0"/>
              <a:t>17     </a:t>
            </a:r>
            <a:r>
              <a:rPr lang="de-DE" sz="900" dirty="0" err="1"/>
              <a:t>Tinning</a:t>
            </a:r>
            <a:r>
              <a:rPr lang="de-DE" sz="900" dirty="0"/>
              <a:t> 1 Terminal 2</a:t>
            </a:r>
          </a:p>
          <a:p>
            <a:r>
              <a:rPr lang="de-DE" sz="900" dirty="0"/>
              <a:t>18     Optical </a:t>
            </a:r>
            <a:r>
              <a:rPr lang="de-DE" sz="900" dirty="0" err="1"/>
              <a:t>Inspection</a:t>
            </a:r>
            <a:r>
              <a:rPr lang="de-DE" sz="900" dirty="0"/>
              <a:t> Terminal 2</a:t>
            </a:r>
          </a:p>
          <a:p>
            <a:r>
              <a:rPr lang="de-DE" sz="900" dirty="0"/>
              <a:t>19     </a:t>
            </a:r>
            <a:r>
              <a:rPr lang="de-DE" sz="900" dirty="0" err="1"/>
              <a:t>Electrical</a:t>
            </a:r>
            <a:r>
              <a:rPr lang="de-DE" sz="900" dirty="0"/>
              <a:t> </a:t>
            </a:r>
            <a:r>
              <a:rPr lang="de-DE" sz="900" dirty="0" err="1"/>
              <a:t>Testing</a:t>
            </a:r>
            <a:endParaRPr lang="de-DE" sz="900" dirty="0"/>
          </a:p>
          <a:p>
            <a:r>
              <a:rPr lang="de-DE" sz="900" dirty="0"/>
              <a:t>20     </a:t>
            </a:r>
            <a:r>
              <a:rPr lang="de-DE" sz="900" dirty="0" err="1"/>
              <a:t>Labeling</a:t>
            </a:r>
            <a:endParaRPr lang="de-DE" sz="900" dirty="0"/>
          </a:p>
          <a:p>
            <a:r>
              <a:rPr lang="de-DE" sz="900" dirty="0"/>
              <a:t>21     Output Cable</a:t>
            </a:r>
          </a:p>
        </p:txBody>
      </p:sp>
      <p:sp>
        <p:nvSpPr>
          <p:cNvPr id="398" name="Textfeld 397">
            <a:extLst>
              <a:ext uri="{FF2B5EF4-FFF2-40B4-BE49-F238E27FC236}">
                <a16:creationId xmlns:a16="http://schemas.microsoft.com/office/drawing/2014/main" id="{8876DD53-E338-E606-E655-CD9D01B91F2A}"/>
              </a:ext>
            </a:extLst>
          </p:cNvPr>
          <p:cNvSpPr txBox="1"/>
          <p:nvPr/>
        </p:nvSpPr>
        <p:spPr>
          <a:xfrm>
            <a:off x="6546163" y="5380236"/>
            <a:ext cx="205207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/>
            </a:lvl1pPr>
          </a:lstStyle>
          <a:p>
            <a:r>
              <a:rPr lang="de-DE" dirty="0"/>
              <a:t>9      Optical </a:t>
            </a:r>
            <a:r>
              <a:rPr lang="de-DE" dirty="0" err="1"/>
              <a:t>Inspection</a:t>
            </a:r>
            <a:r>
              <a:rPr lang="de-DE" dirty="0"/>
              <a:t> Terminal 1</a:t>
            </a:r>
          </a:p>
          <a:p>
            <a:r>
              <a:rPr lang="de-DE" dirty="0"/>
              <a:t>10     </a:t>
            </a:r>
            <a:r>
              <a:rPr lang="de-DE" dirty="0" err="1"/>
              <a:t>Turning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2</a:t>
            </a:r>
          </a:p>
          <a:p>
            <a:r>
              <a:rPr lang="de-DE" dirty="0"/>
              <a:t>11     </a:t>
            </a:r>
            <a:r>
              <a:rPr lang="de-DE" dirty="0" err="1"/>
              <a:t>Turning</a:t>
            </a:r>
            <a:r>
              <a:rPr lang="de-DE" dirty="0"/>
              <a:t> Position Terminal 2    3-6-9</a:t>
            </a:r>
          </a:p>
          <a:p>
            <a:r>
              <a:rPr lang="de-DE" dirty="0"/>
              <a:t>12    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Isolationpart</a:t>
            </a:r>
            <a:r>
              <a:rPr lang="de-DE" dirty="0"/>
              <a:t> Terminal 2</a:t>
            </a:r>
          </a:p>
          <a:p>
            <a:r>
              <a:rPr lang="de-DE" dirty="0"/>
              <a:t>13     Free Station</a:t>
            </a:r>
          </a:p>
          <a:p>
            <a:r>
              <a:rPr lang="de-DE" sz="900" dirty="0"/>
              <a:t>14     </a:t>
            </a:r>
            <a:r>
              <a:rPr lang="de-DE" sz="900" dirty="0" err="1"/>
              <a:t>Feeding</a:t>
            </a:r>
            <a:r>
              <a:rPr lang="de-DE" sz="900" dirty="0"/>
              <a:t> Terminal 2 and </a:t>
            </a:r>
            <a:r>
              <a:rPr lang="de-DE" sz="900" dirty="0" err="1"/>
              <a:t>Crimping</a:t>
            </a:r>
            <a:r>
              <a:rPr lang="de-DE" sz="900" dirty="0"/>
              <a:t> 2</a:t>
            </a:r>
          </a:p>
          <a:p>
            <a:r>
              <a:rPr lang="de-DE" dirty="0"/>
              <a:t>15     Free Station</a:t>
            </a:r>
            <a:endParaRPr lang="de-DE" sz="900" dirty="0"/>
          </a:p>
        </p:txBody>
      </p:sp>
      <p:sp>
        <p:nvSpPr>
          <p:cNvPr id="401" name="Rechteck 400">
            <a:extLst>
              <a:ext uri="{FF2B5EF4-FFF2-40B4-BE49-F238E27FC236}">
                <a16:creationId xmlns:a16="http://schemas.microsoft.com/office/drawing/2014/main" id="{EB91AAFD-3F79-620C-0A94-BB6CF68ED630}"/>
              </a:ext>
            </a:extLst>
          </p:cNvPr>
          <p:cNvSpPr/>
          <p:nvPr/>
        </p:nvSpPr>
        <p:spPr>
          <a:xfrm>
            <a:off x="7662611" y="1800077"/>
            <a:ext cx="633413" cy="5403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Cooling Generator</a:t>
            </a:r>
          </a:p>
        </p:txBody>
      </p:sp>
      <p:sp>
        <p:nvSpPr>
          <p:cNvPr id="406" name="Bogen 405">
            <a:extLst>
              <a:ext uri="{FF2B5EF4-FFF2-40B4-BE49-F238E27FC236}">
                <a16:creationId xmlns:a16="http://schemas.microsoft.com/office/drawing/2014/main" id="{0A9F292A-FBC0-A417-C2F2-AE33EAD228AA}"/>
              </a:ext>
            </a:extLst>
          </p:cNvPr>
          <p:cNvSpPr/>
          <p:nvPr/>
        </p:nvSpPr>
        <p:spPr>
          <a:xfrm rot="5400000">
            <a:off x="2230151" y="3548349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8" name="Gerader Verbinder 407">
            <a:extLst>
              <a:ext uri="{FF2B5EF4-FFF2-40B4-BE49-F238E27FC236}">
                <a16:creationId xmlns:a16="http://schemas.microsoft.com/office/drawing/2014/main" id="{16ED4264-716A-ED40-37B9-0912C17FA336}"/>
              </a:ext>
            </a:extLst>
          </p:cNvPr>
          <p:cNvCxnSpPr/>
          <p:nvPr/>
        </p:nvCxnSpPr>
        <p:spPr>
          <a:xfrm>
            <a:off x="3188873" y="4696570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Gerade Verbindung mit Pfeil 409">
            <a:extLst>
              <a:ext uri="{FF2B5EF4-FFF2-40B4-BE49-F238E27FC236}">
                <a16:creationId xmlns:a16="http://schemas.microsoft.com/office/drawing/2014/main" id="{F4040FF7-D6E8-4263-9AA2-8A2D07AC01EB}"/>
              </a:ext>
            </a:extLst>
          </p:cNvPr>
          <p:cNvCxnSpPr>
            <a:cxnSpLocks/>
          </p:cNvCxnSpPr>
          <p:nvPr/>
        </p:nvCxnSpPr>
        <p:spPr>
          <a:xfrm flipV="1">
            <a:off x="3743583" y="3325203"/>
            <a:ext cx="5414" cy="550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Gerader Verbinder 411">
            <a:extLst>
              <a:ext uri="{FF2B5EF4-FFF2-40B4-BE49-F238E27FC236}">
                <a16:creationId xmlns:a16="http://schemas.microsoft.com/office/drawing/2014/main" id="{5402DEC2-9D89-E811-3D0B-EF1052B56D7B}"/>
              </a:ext>
            </a:extLst>
          </p:cNvPr>
          <p:cNvCxnSpPr/>
          <p:nvPr/>
        </p:nvCxnSpPr>
        <p:spPr>
          <a:xfrm>
            <a:off x="3229126" y="332697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Gerader Verbinder 412">
            <a:extLst>
              <a:ext uri="{FF2B5EF4-FFF2-40B4-BE49-F238E27FC236}">
                <a16:creationId xmlns:a16="http://schemas.microsoft.com/office/drawing/2014/main" id="{E37CEAF5-8806-55B9-E780-5755C365DB8C}"/>
              </a:ext>
            </a:extLst>
          </p:cNvPr>
          <p:cNvCxnSpPr/>
          <p:nvPr/>
        </p:nvCxnSpPr>
        <p:spPr>
          <a:xfrm>
            <a:off x="4237726" y="333499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feld 414">
            <a:extLst>
              <a:ext uri="{FF2B5EF4-FFF2-40B4-BE49-F238E27FC236}">
                <a16:creationId xmlns:a16="http://schemas.microsoft.com/office/drawing/2014/main" id="{DFC23C4D-9CB1-B6F8-D780-DD778BAA7CA7}"/>
              </a:ext>
            </a:extLst>
          </p:cNvPr>
          <p:cNvSpPr txBox="1"/>
          <p:nvPr/>
        </p:nvSpPr>
        <p:spPr>
          <a:xfrm>
            <a:off x="3220867" y="3950468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16" name="Gerade Verbindung mit Pfeil 415">
            <a:extLst>
              <a:ext uri="{FF2B5EF4-FFF2-40B4-BE49-F238E27FC236}">
                <a16:creationId xmlns:a16="http://schemas.microsoft.com/office/drawing/2014/main" id="{724ED228-6F2E-6C09-576C-C7FB49C272DA}"/>
              </a:ext>
            </a:extLst>
          </p:cNvPr>
          <p:cNvCxnSpPr>
            <a:cxnSpLocks/>
          </p:cNvCxnSpPr>
          <p:nvPr/>
        </p:nvCxnSpPr>
        <p:spPr>
          <a:xfrm>
            <a:off x="6879619" y="1331321"/>
            <a:ext cx="0" cy="71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Gerader Verbinder 416">
            <a:extLst>
              <a:ext uri="{FF2B5EF4-FFF2-40B4-BE49-F238E27FC236}">
                <a16:creationId xmlns:a16="http://schemas.microsoft.com/office/drawing/2014/main" id="{1E1CBEB1-3D20-B2D4-7382-A20334A0F79F}"/>
              </a:ext>
            </a:extLst>
          </p:cNvPr>
          <p:cNvCxnSpPr/>
          <p:nvPr/>
        </p:nvCxnSpPr>
        <p:spPr>
          <a:xfrm>
            <a:off x="6383811" y="1453066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Gerader Verbinder 417">
            <a:extLst>
              <a:ext uri="{FF2B5EF4-FFF2-40B4-BE49-F238E27FC236}">
                <a16:creationId xmlns:a16="http://schemas.microsoft.com/office/drawing/2014/main" id="{6E89A8F0-1C1A-FE80-DEDA-3A52873A0B4F}"/>
              </a:ext>
            </a:extLst>
          </p:cNvPr>
          <p:cNvCxnSpPr/>
          <p:nvPr/>
        </p:nvCxnSpPr>
        <p:spPr>
          <a:xfrm>
            <a:off x="7392411" y="1461087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feld 418">
            <a:extLst>
              <a:ext uri="{FF2B5EF4-FFF2-40B4-BE49-F238E27FC236}">
                <a16:creationId xmlns:a16="http://schemas.microsoft.com/office/drawing/2014/main" id="{00A1C9A8-34B6-E927-93FA-D1B408D90A8A}"/>
              </a:ext>
            </a:extLst>
          </p:cNvPr>
          <p:cNvSpPr txBox="1"/>
          <p:nvPr/>
        </p:nvSpPr>
        <p:spPr>
          <a:xfrm>
            <a:off x="6375552" y="2076559"/>
            <a:ext cx="10508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/>
              <a:t>Clear Path </a:t>
            </a:r>
            <a:r>
              <a:rPr lang="de-DE" sz="700" dirty="0" err="1"/>
              <a:t>to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 err="1"/>
              <a:t>Crimping</a:t>
            </a:r>
            <a:r>
              <a:rPr lang="de-DE" sz="700" dirty="0"/>
              <a:t> </a:t>
            </a:r>
            <a:r>
              <a:rPr lang="de-DE" sz="700" dirty="0" err="1"/>
              <a:t>station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endParaRPr lang="de-DE" sz="700" dirty="0"/>
          </a:p>
          <a:p>
            <a:pPr algn="ctr"/>
            <a:r>
              <a:rPr lang="de-DE" sz="700" dirty="0" err="1"/>
              <a:t>changing</a:t>
            </a:r>
            <a:r>
              <a:rPr lang="de-DE" sz="700" dirty="0"/>
              <a:t> </a:t>
            </a:r>
            <a:r>
              <a:rPr lang="de-DE" sz="700" dirty="0" err="1"/>
              <a:t>Crimping</a:t>
            </a:r>
            <a:r>
              <a:rPr lang="de-DE" sz="700" dirty="0"/>
              <a:t> Die</a:t>
            </a:r>
          </a:p>
        </p:txBody>
      </p:sp>
      <p:cxnSp>
        <p:nvCxnSpPr>
          <p:cNvPr id="421" name="Gerader Verbinder 420">
            <a:extLst>
              <a:ext uri="{FF2B5EF4-FFF2-40B4-BE49-F238E27FC236}">
                <a16:creationId xmlns:a16="http://schemas.microsoft.com/office/drawing/2014/main" id="{104002DC-1CBE-AEE6-291A-7B4B5225CC4D}"/>
              </a:ext>
            </a:extLst>
          </p:cNvPr>
          <p:cNvCxnSpPr/>
          <p:nvPr/>
        </p:nvCxnSpPr>
        <p:spPr>
          <a:xfrm>
            <a:off x="7459348" y="79385"/>
            <a:ext cx="0" cy="9422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Bogen 421">
            <a:extLst>
              <a:ext uri="{FF2B5EF4-FFF2-40B4-BE49-F238E27FC236}">
                <a16:creationId xmlns:a16="http://schemas.microsoft.com/office/drawing/2014/main" id="{3396D9B2-80F9-1039-EB46-76537B3CE155}"/>
              </a:ext>
            </a:extLst>
          </p:cNvPr>
          <p:cNvSpPr/>
          <p:nvPr/>
        </p:nvSpPr>
        <p:spPr>
          <a:xfrm rot="16200000">
            <a:off x="6523794" y="-114012"/>
            <a:ext cx="1860101" cy="2294504"/>
          </a:xfrm>
          <a:prstGeom prst="arc">
            <a:avLst>
              <a:gd name="adj1" fmla="val 16200000"/>
              <a:gd name="adj2" fmla="val 2154576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50AE0B4C-6CD9-618B-96A5-F1DA86D2691C}"/>
              </a:ext>
            </a:extLst>
          </p:cNvPr>
          <p:cNvGrpSpPr/>
          <p:nvPr/>
        </p:nvGrpSpPr>
        <p:grpSpPr>
          <a:xfrm>
            <a:off x="2830690" y="2999802"/>
            <a:ext cx="69580" cy="193454"/>
            <a:chOff x="2849757" y="2999802"/>
            <a:chExt cx="69580" cy="193454"/>
          </a:xfrm>
        </p:grpSpPr>
        <p:sp>
          <p:nvSpPr>
            <p:cNvPr id="424" name="Rechteck 423">
              <a:extLst>
                <a:ext uri="{FF2B5EF4-FFF2-40B4-BE49-F238E27FC236}">
                  <a16:creationId xmlns:a16="http://schemas.microsoft.com/office/drawing/2014/main" id="{8B429774-8B94-7203-F945-0830C0E6A020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6" name="Gerade Verbindung mit Pfeil 425">
              <a:extLst>
                <a:ext uri="{FF2B5EF4-FFF2-40B4-BE49-F238E27FC236}">
                  <a16:creationId xmlns:a16="http://schemas.microsoft.com/office/drawing/2014/main" id="{6FC554A2-E699-50C8-9C0B-2536947AE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7C4E101E-6D3F-B73F-FCD2-132B17BBB0E5}"/>
              </a:ext>
            </a:extLst>
          </p:cNvPr>
          <p:cNvGrpSpPr/>
          <p:nvPr/>
        </p:nvGrpSpPr>
        <p:grpSpPr>
          <a:xfrm>
            <a:off x="3482944" y="2991323"/>
            <a:ext cx="69580" cy="193454"/>
            <a:chOff x="2849757" y="2999802"/>
            <a:chExt cx="69580" cy="193454"/>
          </a:xfrm>
        </p:grpSpPr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89CCD666-35A8-8250-0447-BBE2F46E6C98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3" name="Gerade Verbindung mit Pfeil 432">
              <a:extLst>
                <a:ext uri="{FF2B5EF4-FFF2-40B4-BE49-F238E27FC236}">
                  <a16:creationId xmlns:a16="http://schemas.microsoft.com/office/drawing/2014/main" id="{99F59633-1DF9-3730-851A-61003ADDB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1" name="Ellipse 440">
            <a:extLst>
              <a:ext uri="{FF2B5EF4-FFF2-40B4-BE49-F238E27FC236}">
                <a16:creationId xmlns:a16="http://schemas.microsoft.com/office/drawing/2014/main" id="{31B2067F-AB97-F4CE-49F4-78334ACCBE09}"/>
              </a:ext>
            </a:extLst>
          </p:cNvPr>
          <p:cNvSpPr/>
          <p:nvPr/>
        </p:nvSpPr>
        <p:spPr>
          <a:xfrm>
            <a:off x="5187013" y="300574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2" name="Ellipse 441">
            <a:extLst>
              <a:ext uri="{FF2B5EF4-FFF2-40B4-BE49-F238E27FC236}">
                <a16:creationId xmlns:a16="http://schemas.microsoft.com/office/drawing/2014/main" id="{E2AD34D2-176A-FFA8-4978-C218270EC79F}"/>
              </a:ext>
            </a:extLst>
          </p:cNvPr>
          <p:cNvSpPr/>
          <p:nvPr/>
        </p:nvSpPr>
        <p:spPr>
          <a:xfrm>
            <a:off x="5519116" y="3009401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46" name="Gruppieren 445">
            <a:extLst>
              <a:ext uri="{FF2B5EF4-FFF2-40B4-BE49-F238E27FC236}">
                <a16:creationId xmlns:a16="http://schemas.microsoft.com/office/drawing/2014/main" id="{2A1647AC-6E31-0BCE-4496-AC0585503FA5}"/>
              </a:ext>
            </a:extLst>
          </p:cNvPr>
          <p:cNvGrpSpPr/>
          <p:nvPr/>
        </p:nvGrpSpPr>
        <p:grpSpPr>
          <a:xfrm rot="10800000">
            <a:off x="6859526" y="2608161"/>
            <a:ext cx="69580" cy="193454"/>
            <a:chOff x="2849757" y="2999802"/>
            <a:chExt cx="69580" cy="193454"/>
          </a:xfrm>
        </p:grpSpPr>
        <p:sp>
          <p:nvSpPr>
            <p:cNvPr id="447" name="Rechteck 446">
              <a:extLst>
                <a:ext uri="{FF2B5EF4-FFF2-40B4-BE49-F238E27FC236}">
                  <a16:creationId xmlns:a16="http://schemas.microsoft.com/office/drawing/2014/main" id="{9700959E-E259-6715-FAB9-614A97605CEC}"/>
                </a:ext>
              </a:extLst>
            </p:cNvPr>
            <p:cNvSpPr/>
            <p:nvPr/>
          </p:nvSpPr>
          <p:spPr>
            <a:xfrm>
              <a:off x="2849757" y="2999802"/>
              <a:ext cx="69580" cy="193454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8FDCD703-6110-D182-46D7-F56DE32B4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480" y="3072584"/>
              <a:ext cx="0" cy="113087"/>
            </a:xfrm>
            <a:prstGeom prst="straightConnector1">
              <a:avLst/>
            </a:prstGeom>
            <a:ln w="3175">
              <a:solidFill>
                <a:schemeClr val="bg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4" name="Ellipse 453">
            <a:extLst>
              <a:ext uri="{FF2B5EF4-FFF2-40B4-BE49-F238E27FC236}">
                <a16:creationId xmlns:a16="http://schemas.microsoft.com/office/drawing/2014/main" id="{F5AC4FC0-002D-8324-EB04-802F2831ED7B}"/>
              </a:ext>
            </a:extLst>
          </p:cNvPr>
          <p:cNvSpPr/>
          <p:nvPr/>
        </p:nvSpPr>
        <p:spPr>
          <a:xfrm>
            <a:off x="8555172" y="2719559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0" name="Rechteck 459">
            <a:extLst>
              <a:ext uri="{FF2B5EF4-FFF2-40B4-BE49-F238E27FC236}">
                <a16:creationId xmlns:a16="http://schemas.microsoft.com/office/drawing/2014/main" id="{5CB04050-69CD-84D9-4A18-1FC1ECBB6BFE}"/>
              </a:ext>
            </a:extLst>
          </p:cNvPr>
          <p:cNvSpPr/>
          <p:nvPr/>
        </p:nvSpPr>
        <p:spPr>
          <a:xfrm>
            <a:off x="4573719" y="4041314"/>
            <a:ext cx="680855" cy="5281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de-DE" sz="800" dirty="0" err="1"/>
              <a:t>Suction</a:t>
            </a:r>
            <a:endParaRPr lang="de-DE" sz="800" dirty="0"/>
          </a:p>
          <a:p>
            <a:pPr algn="ctr"/>
            <a:r>
              <a:rPr lang="de-DE" sz="800" dirty="0"/>
              <a:t> </a:t>
            </a:r>
            <a:r>
              <a:rPr lang="de-DE" sz="800" dirty="0" err="1"/>
              <a:t>unit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both</a:t>
            </a:r>
            <a:endParaRPr lang="de-DE" sz="800" dirty="0"/>
          </a:p>
          <a:p>
            <a:pPr algn="ctr"/>
            <a:r>
              <a:rPr lang="de-DE" sz="800" dirty="0" err="1"/>
              <a:t>Tinning</a:t>
            </a:r>
            <a:r>
              <a:rPr lang="de-DE" sz="800" dirty="0"/>
              <a:t> </a:t>
            </a:r>
            <a:r>
              <a:rPr lang="de-DE" sz="800" dirty="0" err="1"/>
              <a:t>station</a:t>
            </a:r>
            <a:endParaRPr lang="de-DE" sz="800" dirty="0"/>
          </a:p>
        </p:txBody>
      </p:sp>
      <p:sp>
        <p:nvSpPr>
          <p:cNvPr id="402" name="Rechteck 401">
            <a:extLst>
              <a:ext uri="{FF2B5EF4-FFF2-40B4-BE49-F238E27FC236}">
                <a16:creationId xmlns:a16="http://schemas.microsoft.com/office/drawing/2014/main" id="{A65D4B45-8A83-9CE7-4A5C-EED89F649B14}"/>
              </a:ext>
            </a:extLst>
          </p:cNvPr>
          <p:cNvSpPr/>
          <p:nvPr/>
        </p:nvSpPr>
        <p:spPr>
          <a:xfrm>
            <a:off x="7699135" y="1358295"/>
            <a:ext cx="494459" cy="39017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700" dirty="0" err="1"/>
              <a:t>Induction</a:t>
            </a:r>
            <a:r>
              <a:rPr lang="de-DE" sz="700" dirty="0"/>
              <a:t> </a:t>
            </a:r>
          </a:p>
          <a:p>
            <a:pPr algn="ctr"/>
            <a:r>
              <a:rPr lang="de-DE" sz="700" dirty="0"/>
              <a:t>Generator</a:t>
            </a:r>
          </a:p>
        </p:txBody>
      </p:sp>
      <p:sp>
        <p:nvSpPr>
          <p:cNvPr id="468" name="Rechteck 467">
            <a:extLst>
              <a:ext uri="{FF2B5EF4-FFF2-40B4-BE49-F238E27FC236}">
                <a16:creationId xmlns:a16="http://schemas.microsoft.com/office/drawing/2014/main" id="{D28EB021-0B93-5EB5-DBC4-BB92C5E82479}"/>
              </a:ext>
            </a:extLst>
          </p:cNvPr>
          <p:cNvSpPr/>
          <p:nvPr/>
        </p:nvSpPr>
        <p:spPr>
          <a:xfrm rot="5400000">
            <a:off x="1844236" y="3193316"/>
            <a:ext cx="934369" cy="1124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9" name="Rechteck 468">
            <a:extLst>
              <a:ext uri="{FF2B5EF4-FFF2-40B4-BE49-F238E27FC236}">
                <a16:creationId xmlns:a16="http://schemas.microsoft.com/office/drawing/2014/main" id="{8ABC2AEC-F862-746C-F680-631D8F2286DB}"/>
              </a:ext>
            </a:extLst>
          </p:cNvPr>
          <p:cNvSpPr/>
          <p:nvPr/>
        </p:nvSpPr>
        <p:spPr>
          <a:xfrm>
            <a:off x="2515159" y="3276299"/>
            <a:ext cx="167360" cy="161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0" name="Rechteck 469">
            <a:extLst>
              <a:ext uri="{FF2B5EF4-FFF2-40B4-BE49-F238E27FC236}">
                <a16:creationId xmlns:a16="http://schemas.microsoft.com/office/drawing/2014/main" id="{B9A72DFD-2C21-0422-F9F9-76EB0BCC0E49}"/>
              </a:ext>
            </a:extLst>
          </p:cNvPr>
          <p:cNvSpPr/>
          <p:nvPr/>
        </p:nvSpPr>
        <p:spPr>
          <a:xfrm rot="10800000">
            <a:off x="2178883" y="3313408"/>
            <a:ext cx="467198" cy="604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1" name="Rechteck 470">
            <a:extLst>
              <a:ext uri="{FF2B5EF4-FFF2-40B4-BE49-F238E27FC236}">
                <a16:creationId xmlns:a16="http://schemas.microsoft.com/office/drawing/2014/main" id="{19F564EB-31F1-1262-195F-56E679A0D2CE}"/>
              </a:ext>
            </a:extLst>
          </p:cNvPr>
          <p:cNvSpPr/>
          <p:nvPr/>
        </p:nvSpPr>
        <p:spPr>
          <a:xfrm rot="5400000">
            <a:off x="2065242" y="3840866"/>
            <a:ext cx="1442046" cy="10128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2" name="Titel 1">
            <a:extLst>
              <a:ext uri="{FF2B5EF4-FFF2-40B4-BE49-F238E27FC236}">
                <a16:creationId xmlns:a16="http://schemas.microsoft.com/office/drawing/2014/main" id="{34BCB49A-80E4-E2F7-4717-A2CA96680C92}"/>
              </a:ext>
            </a:extLst>
          </p:cNvPr>
          <p:cNvSpPr txBox="1">
            <a:spLocks/>
          </p:cNvSpPr>
          <p:nvPr/>
        </p:nvSpPr>
        <p:spPr>
          <a:xfrm>
            <a:off x="4047226" y="130021"/>
            <a:ext cx="2771963" cy="265716"/>
          </a:xfrm>
          <a:prstGeom prst="rect">
            <a:avLst/>
          </a:prstGeom>
        </p:spPr>
        <p:txBody>
          <a:bodyPr anchor="t"/>
          <a:lstStyle>
            <a:lvl1pPr algn="ctr" defTabSz="457200" rtl="0" eaLnBrk="1" latinLnBrk="0" hangingPunct="1">
              <a:spcBef>
                <a:spcPct val="0"/>
              </a:spcBef>
              <a:buNone/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sz="1100" b="1" dirty="0">
                <a:latin typeface="+mj-lt"/>
              </a:rPr>
              <a:t>Layout linear / Version 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1C09A0B-3E17-8E6E-537B-B8FD5BB62326}"/>
              </a:ext>
            </a:extLst>
          </p:cNvPr>
          <p:cNvSpPr/>
          <p:nvPr/>
        </p:nvSpPr>
        <p:spPr>
          <a:xfrm flipV="1">
            <a:off x="1858054" y="4634409"/>
            <a:ext cx="7757433" cy="490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731386E-512D-E1C1-7954-41D93F39568E}"/>
              </a:ext>
            </a:extLst>
          </p:cNvPr>
          <p:cNvSpPr/>
          <p:nvPr/>
        </p:nvSpPr>
        <p:spPr>
          <a:xfrm flipV="1">
            <a:off x="1900238" y="1045492"/>
            <a:ext cx="7223749" cy="519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EA6BB3C-E15D-90A2-5912-DB89E26717B5}"/>
              </a:ext>
            </a:extLst>
          </p:cNvPr>
          <p:cNvSpPr/>
          <p:nvPr/>
        </p:nvSpPr>
        <p:spPr>
          <a:xfrm rot="16200000" flipV="1">
            <a:off x="58341" y="2837652"/>
            <a:ext cx="3627668" cy="5029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402FFC-B33F-BC38-3FCE-CD15F8F672A6}"/>
              </a:ext>
            </a:extLst>
          </p:cNvPr>
          <p:cNvSpPr/>
          <p:nvPr/>
        </p:nvSpPr>
        <p:spPr>
          <a:xfrm rot="16200000">
            <a:off x="8548685" y="3577336"/>
            <a:ext cx="2183223" cy="4571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62" name="Rechteck 461">
            <a:extLst>
              <a:ext uri="{FF2B5EF4-FFF2-40B4-BE49-F238E27FC236}">
                <a16:creationId xmlns:a16="http://schemas.microsoft.com/office/drawing/2014/main" id="{010CB12E-E6C9-2D3F-F0C4-91916CC41BC1}"/>
              </a:ext>
            </a:extLst>
          </p:cNvPr>
          <p:cNvSpPr/>
          <p:nvPr/>
        </p:nvSpPr>
        <p:spPr>
          <a:xfrm rot="16200000" flipV="1">
            <a:off x="8426386" y="1755279"/>
            <a:ext cx="1460889" cy="4571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58" name="Rechteck 457">
            <a:extLst>
              <a:ext uri="{FF2B5EF4-FFF2-40B4-BE49-F238E27FC236}">
                <a16:creationId xmlns:a16="http://schemas.microsoft.com/office/drawing/2014/main" id="{A04D8656-90FC-1D96-AD13-4656F19B4048}"/>
              </a:ext>
            </a:extLst>
          </p:cNvPr>
          <p:cNvSpPr/>
          <p:nvPr/>
        </p:nvSpPr>
        <p:spPr>
          <a:xfrm flipV="1">
            <a:off x="9131010" y="2458542"/>
            <a:ext cx="539229" cy="5029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473" name="Gerader Verbinder 472">
            <a:extLst>
              <a:ext uri="{FF2B5EF4-FFF2-40B4-BE49-F238E27FC236}">
                <a16:creationId xmlns:a16="http://schemas.microsoft.com/office/drawing/2014/main" id="{1B5428E0-0428-482C-C80A-ED8C3935CCC2}"/>
              </a:ext>
            </a:extLst>
          </p:cNvPr>
          <p:cNvCxnSpPr>
            <a:cxnSpLocks/>
          </p:cNvCxnSpPr>
          <p:nvPr/>
        </p:nvCxnSpPr>
        <p:spPr>
          <a:xfrm>
            <a:off x="7886332" y="3042994"/>
            <a:ext cx="108279" cy="188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Gerader Verbinder 474">
            <a:extLst>
              <a:ext uri="{FF2B5EF4-FFF2-40B4-BE49-F238E27FC236}">
                <a16:creationId xmlns:a16="http://schemas.microsoft.com/office/drawing/2014/main" id="{6CC62A1E-7EC7-083B-BF2A-B273C146B673}"/>
              </a:ext>
            </a:extLst>
          </p:cNvPr>
          <p:cNvCxnSpPr>
            <a:cxnSpLocks/>
          </p:cNvCxnSpPr>
          <p:nvPr/>
        </p:nvCxnSpPr>
        <p:spPr>
          <a:xfrm flipH="1">
            <a:off x="4537096" y="2581190"/>
            <a:ext cx="156279" cy="1822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1DB0296B-F3B5-2285-3EBB-16E484071739}"/>
              </a:ext>
            </a:extLst>
          </p:cNvPr>
          <p:cNvSpPr/>
          <p:nvPr/>
        </p:nvSpPr>
        <p:spPr>
          <a:xfrm rot="10800000">
            <a:off x="9116703" y="2683302"/>
            <a:ext cx="310603" cy="11308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2" name="Rechteck 451">
            <a:extLst>
              <a:ext uri="{FF2B5EF4-FFF2-40B4-BE49-F238E27FC236}">
                <a16:creationId xmlns:a16="http://schemas.microsoft.com/office/drawing/2014/main" id="{EC15D4A3-0C13-741A-C6C2-7C8CAE1E3537}"/>
              </a:ext>
            </a:extLst>
          </p:cNvPr>
          <p:cNvSpPr/>
          <p:nvPr/>
        </p:nvSpPr>
        <p:spPr>
          <a:xfrm rot="10800000">
            <a:off x="9181336" y="2880574"/>
            <a:ext cx="172817" cy="1303282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3" name="Rechteck 452">
            <a:extLst>
              <a:ext uri="{FF2B5EF4-FFF2-40B4-BE49-F238E27FC236}">
                <a16:creationId xmlns:a16="http://schemas.microsoft.com/office/drawing/2014/main" id="{AE3DA050-7DE4-A153-DF85-902E765829EB}"/>
              </a:ext>
            </a:extLst>
          </p:cNvPr>
          <p:cNvSpPr/>
          <p:nvPr/>
        </p:nvSpPr>
        <p:spPr>
          <a:xfrm rot="10800000">
            <a:off x="9290713" y="3296048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6" name="Rechteck 455">
            <a:extLst>
              <a:ext uri="{FF2B5EF4-FFF2-40B4-BE49-F238E27FC236}">
                <a16:creationId xmlns:a16="http://schemas.microsoft.com/office/drawing/2014/main" id="{73D4B97F-7CAD-B393-2BB1-18A0BF2839B4}"/>
              </a:ext>
            </a:extLst>
          </p:cNvPr>
          <p:cNvSpPr/>
          <p:nvPr/>
        </p:nvSpPr>
        <p:spPr>
          <a:xfrm rot="10800000">
            <a:off x="9290715" y="3236520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3" name="Rechteck 462">
            <a:extLst>
              <a:ext uri="{FF2B5EF4-FFF2-40B4-BE49-F238E27FC236}">
                <a16:creationId xmlns:a16="http://schemas.microsoft.com/office/drawing/2014/main" id="{9DC03837-5AB6-99C4-0526-6BF856CFA4EF}"/>
              </a:ext>
            </a:extLst>
          </p:cNvPr>
          <p:cNvSpPr/>
          <p:nvPr/>
        </p:nvSpPr>
        <p:spPr>
          <a:xfrm rot="10800000">
            <a:off x="9240707" y="3293669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4" name="Rechteck 463">
            <a:extLst>
              <a:ext uri="{FF2B5EF4-FFF2-40B4-BE49-F238E27FC236}">
                <a16:creationId xmlns:a16="http://schemas.microsoft.com/office/drawing/2014/main" id="{9BFA4286-37C4-B3C8-B4D6-E11FDBAC3067}"/>
              </a:ext>
            </a:extLst>
          </p:cNvPr>
          <p:cNvSpPr/>
          <p:nvPr/>
        </p:nvSpPr>
        <p:spPr>
          <a:xfrm rot="10800000">
            <a:off x="9240709" y="3234141"/>
            <a:ext cx="23461" cy="341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6DBBCA4B-EBB2-27FC-E134-AB271F5BCB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21477" y="3090254"/>
            <a:ext cx="0" cy="146266"/>
          </a:xfrm>
          <a:prstGeom prst="straightConnector1">
            <a:avLst/>
          </a:prstGeom>
          <a:ln w="6350">
            <a:headEnd w="sm" len="sm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6" name="Ellipse 465">
            <a:extLst>
              <a:ext uri="{FF2B5EF4-FFF2-40B4-BE49-F238E27FC236}">
                <a16:creationId xmlns:a16="http://schemas.microsoft.com/office/drawing/2014/main" id="{3F457E2C-EF91-D749-28B7-52362BB188F5}"/>
              </a:ext>
            </a:extLst>
          </p:cNvPr>
          <p:cNvSpPr/>
          <p:nvPr/>
        </p:nvSpPr>
        <p:spPr>
          <a:xfrm>
            <a:off x="9240972" y="2712414"/>
            <a:ext cx="75855" cy="74033"/>
          </a:xfrm>
          <a:prstGeom prst="ellipse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81" name="Gruppieren 480">
            <a:extLst>
              <a:ext uri="{FF2B5EF4-FFF2-40B4-BE49-F238E27FC236}">
                <a16:creationId xmlns:a16="http://schemas.microsoft.com/office/drawing/2014/main" id="{94FC0045-1FF1-8F4F-08AE-BA54ADD890FD}"/>
              </a:ext>
            </a:extLst>
          </p:cNvPr>
          <p:cNvGrpSpPr/>
          <p:nvPr/>
        </p:nvGrpSpPr>
        <p:grpSpPr>
          <a:xfrm rot="10800000" flipH="1">
            <a:off x="9269681" y="2816261"/>
            <a:ext cx="19389" cy="600095"/>
            <a:chOff x="6851814" y="1766023"/>
            <a:chExt cx="78569" cy="2068826"/>
          </a:xfrm>
        </p:grpSpPr>
        <p:sp>
          <p:nvSpPr>
            <p:cNvPr id="482" name="Rechteck 481">
              <a:extLst>
                <a:ext uri="{FF2B5EF4-FFF2-40B4-BE49-F238E27FC236}">
                  <a16:creationId xmlns:a16="http://schemas.microsoft.com/office/drawing/2014/main" id="{BA1F5142-DD9B-A669-DC74-B6AC4F6C9272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3" name="Rechteck 482">
              <a:extLst>
                <a:ext uri="{FF2B5EF4-FFF2-40B4-BE49-F238E27FC236}">
                  <a16:creationId xmlns:a16="http://schemas.microsoft.com/office/drawing/2014/main" id="{D839225A-A7D0-8097-A187-F0F969B61AE8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4" name="Rechteck 483">
              <a:extLst>
                <a:ext uri="{FF2B5EF4-FFF2-40B4-BE49-F238E27FC236}">
                  <a16:creationId xmlns:a16="http://schemas.microsoft.com/office/drawing/2014/main" id="{C618F932-A6AC-16C9-FF0E-5760AE84A04C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Rechteck 484">
              <a:extLst>
                <a:ext uri="{FF2B5EF4-FFF2-40B4-BE49-F238E27FC236}">
                  <a16:creationId xmlns:a16="http://schemas.microsoft.com/office/drawing/2014/main" id="{1D0C86BF-6E90-391F-186B-20DAE6E2F76C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6" name="Rechteck 485">
              <a:extLst>
                <a:ext uri="{FF2B5EF4-FFF2-40B4-BE49-F238E27FC236}">
                  <a16:creationId xmlns:a16="http://schemas.microsoft.com/office/drawing/2014/main" id="{3465DE4C-E595-BFD7-50E2-038916A4BFF4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  <a:ln w="3175"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487" name="Grafik 486">
            <a:extLst>
              <a:ext uri="{FF2B5EF4-FFF2-40B4-BE49-F238E27FC236}">
                <a16:creationId xmlns:a16="http://schemas.microsoft.com/office/drawing/2014/main" id="{509B2112-57F6-8B99-D50F-05A42FCCCDA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rcRect t="15959"/>
          <a:stretch/>
        </p:blipFill>
        <p:spPr>
          <a:xfrm rot="16200000">
            <a:off x="9233336" y="3403742"/>
            <a:ext cx="90077" cy="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19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283BBD-FE8F-99FC-4ED0-95CA074024D7}"/>
              </a:ext>
            </a:extLst>
          </p:cNvPr>
          <p:cNvGrpSpPr/>
          <p:nvPr/>
        </p:nvGrpSpPr>
        <p:grpSpPr>
          <a:xfrm flipH="1">
            <a:off x="7224962" y="1862717"/>
            <a:ext cx="2571335" cy="4004585"/>
            <a:chOff x="6582875" y="1765762"/>
            <a:chExt cx="3548827" cy="4004585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3470D90-1D7E-C385-843E-1F29FDFF8162}"/>
                </a:ext>
              </a:extLst>
            </p:cNvPr>
            <p:cNvSpPr/>
            <p:nvPr/>
          </p:nvSpPr>
          <p:spPr>
            <a:xfrm rot="16200000" flipH="1">
              <a:off x="7827190" y="521447"/>
              <a:ext cx="120592" cy="2609221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Halbbogen 69">
              <a:extLst>
                <a:ext uri="{FF2B5EF4-FFF2-40B4-BE49-F238E27FC236}">
                  <a16:creationId xmlns:a16="http://schemas.microsoft.com/office/drawing/2014/main" id="{4A6DA58D-31D7-5846-3A3D-853EBFBB7CF3}"/>
                </a:ext>
              </a:extLst>
            </p:cNvPr>
            <p:cNvSpPr/>
            <p:nvPr/>
          </p:nvSpPr>
          <p:spPr>
            <a:xfrm rot="5400000" flipH="1">
              <a:off x="8299151" y="1743956"/>
              <a:ext cx="1803090" cy="1862012"/>
            </a:xfrm>
            <a:prstGeom prst="blockArc">
              <a:avLst>
                <a:gd name="adj1" fmla="val 16202951"/>
                <a:gd name="adj2" fmla="val 15005"/>
                <a:gd name="adj3" fmla="val 8556"/>
              </a:avLst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2ED3ED3D-EF1B-48BC-F032-5AF78CED7292}"/>
                </a:ext>
              </a:extLst>
            </p:cNvPr>
            <p:cNvSpPr/>
            <p:nvPr/>
          </p:nvSpPr>
          <p:spPr>
            <a:xfrm rot="16200000" flipH="1">
              <a:off x="8500871" y="4143441"/>
              <a:ext cx="3095235" cy="158578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8815256" y="1886418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8805518" y="1644107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8845548" y="198825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7950189" y="2872325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7952443" y="2083587"/>
            <a:ext cx="1837015" cy="502558"/>
            <a:chOff x="6540504" y="1769006"/>
            <a:chExt cx="2751226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6540504" y="1769006"/>
              <a:ext cx="2751226" cy="517749"/>
              <a:chOff x="6554639" y="2441551"/>
              <a:chExt cx="2751226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53573954-C09A-D124-66B0-053700DCE8A4}"/>
                  </a:ext>
                </a:extLst>
              </p:cNvPr>
              <p:cNvSpPr/>
              <p:nvPr/>
            </p:nvSpPr>
            <p:spPr>
              <a:xfrm rot="5400000">
                <a:off x="7845216" y="1236940"/>
                <a:ext cx="170071" cy="2751226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C2EDFC5-BD26-D23E-7981-2C5CED0FC5FA}"/>
              </a:ext>
            </a:extLst>
          </p:cNvPr>
          <p:cNvCxnSpPr>
            <a:cxnSpLocks/>
          </p:cNvCxnSpPr>
          <p:nvPr/>
        </p:nvCxnSpPr>
        <p:spPr>
          <a:xfrm>
            <a:off x="7739206" y="2382200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4EB67-539F-5616-81E1-BEE86F93AFD8}"/>
              </a:ext>
            </a:extLst>
          </p:cNvPr>
          <p:cNvCxnSpPr>
            <a:cxnSpLocks/>
          </p:cNvCxnSpPr>
          <p:nvPr/>
        </p:nvCxnSpPr>
        <p:spPr>
          <a:xfrm flipH="1">
            <a:off x="7489127" y="2382200"/>
            <a:ext cx="250079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369E4F6-58C4-43C6-64D9-C9510EBF5A47}"/>
              </a:ext>
            </a:extLst>
          </p:cNvPr>
          <p:cNvCxnSpPr>
            <a:cxnSpLocks/>
          </p:cNvCxnSpPr>
          <p:nvPr/>
        </p:nvCxnSpPr>
        <p:spPr>
          <a:xfrm>
            <a:off x="7487680" y="2790577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7501451" y="3040017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7C33C-4339-D9E1-AD0A-234FAF1592CA}"/>
              </a:ext>
            </a:extLst>
          </p:cNvPr>
          <p:cNvSpPr/>
          <p:nvPr/>
        </p:nvSpPr>
        <p:spPr>
          <a:xfrm>
            <a:off x="7498339" y="3826048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7989143" y="2470158"/>
            <a:ext cx="697535" cy="127074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9051100" y="2461399"/>
            <a:ext cx="697535" cy="127074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hteck 86">
            <a:extLst>
              <a:ext uri="{FF2B5EF4-FFF2-40B4-BE49-F238E27FC236}">
                <a16:creationId xmlns:a16="http://schemas.microsoft.com/office/drawing/2014/main" id="{023C3ABA-6242-BFE2-4E16-9BB897445BC5}"/>
              </a:ext>
            </a:extLst>
          </p:cNvPr>
          <p:cNvSpPr/>
          <p:nvPr/>
        </p:nvSpPr>
        <p:spPr>
          <a:xfrm rot="5400000">
            <a:off x="8815256" y="4614480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4AEA39-2D67-1DED-E729-E34FFB88A7BC}"/>
              </a:ext>
            </a:extLst>
          </p:cNvPr>
          <p:cNvSpPr/>
          <p:nvPr/>
        </p:nvSpPr>
        <p:spPr>
          <a:xfrm rot="5400000">
            <a:off x="8805517" y="494976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3D083ACC-2F47-A5F2-F9BF-29115F4A6C97}"/>
              </a:ext>
            </a:extLst>
          </p:cNvPr>
          <p:cNvSpPr/>
          <p:nvPr/>
        </p:nvSpPr>
        <p:spPr>
          <a:xfrm rot="5400000">
            <a:off x="8816911" y="4867992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22F36A2-EF16-3B93-CFDF-FAF2D5F0DC99}"/>
              </a:ext>
            </a:extLst>
          </p:cNvPr>
          <p:cNvGrpSpPr/>
          <p:nvPr/>
        </p:nvGrpSpPr>
        <p:grpSpPr>
          <a:xfrm>
            <a:off x="7992916" y="5739763"/>
            <a:ext cx="697535" cy="127074"/>
            <a:chOff x="7588613" y="2300848"/>
            <a:chExt cx="1044672" cy="191499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A9479E13-4DBC-37AD-EB5C-3F67940B0F50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9C6D5F97-60B1-FBA6-A7CF-BBC7D5FDF3F5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A0F61B71-D8A4-674F-AB7E-DD0A72FAD92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" name="Rechteck 118">
                  <a:extLst>
                    <a:ext uri="{FF2B5EF4-FFF2-40B4-BE49-F238E27FC236}">
                      <a16:creationId xmlns:a16="http://schemas.microsoft.com/office/drawing/2014/main" id="{F4D1BA27-E7B0-0E96-F1B1-DE3B8FE45A6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5E800AF0-301B-BFE0-9A21-6D9874063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52AE369-398C-8F1D-CA33-82B2018D0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70E4CA01-C258-9AFF-7FF4-F0D4D7A7B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8DEEBDF1-C146-0962-22E0-04B1F45C7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AF115E3-0C44-928C-211B-61098F287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BC48626D-B48F-F5E0-E5BA-077276376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6C21E41-C34C-DBB9-DACA-382F95F62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DFC59D05-5836-4B95-52A2-479CA1A2CD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8953ADF6-B8F0-B7D3-1445-B09EA829049F}"/>
              </a:ext>
            </a:extLst>
          </p:cNvPr>
          <p:cNvGrpSpPr/>
          <p:nvPr/>
        </p:nvGrpSpPr>
        <p:grpSpPr>
          <a:xfrm rot="10800000">
            <a:off x="9085353" y="5746244"/>
            <a:ext cx="697535" cy="127074"/>
            <a:chOff x="7588613" y="2300848"/>
            <a:chExt cx="1044672" cy="191499"/>
          </a:xfrm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8911768C-4F22-851E-E2E9-4AAAF8B86784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FDAF7AEC-2F1E-55D6-D119-21487F5C172A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31" name="Rechteck 130">
                  <a:extLst>
                    <a:ext uri="{FF2B5EF4-FFF2-40B4-BE49-F238E27FC236}">
                      <a16:creationId xmlns:a16="http://schemas.microsoft.com/office/drawing/2014/main" id="{1728AD92-B425-DF0E-EA9A-F50922809F9A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2" name="Rechteck 131">
                  <a:extLst>
                    <a:ext uri="{FF2B5EF4-FFF2-40B4-BE49-F238E27FC236}">
                      <a16:creationId xmlns:a16="http://schemas.microsoft.com/office/drawing/2014/main" id="{9675D895-7652-5CED-A485-852D877AF1BE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797BBA53-7A78-85D7-6563-6499E9528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27AFE2A8-0988-4A2E-D43B-BB83C1FA65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B8AB47B-D6FF-4ABD-2174-F8D3E7E67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A436A84-BD59-CA77-5D4F-FB97B86A46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EA471172-8772-AAA9-3313-DA2E70F39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C7910386-33BE-D00B-396B-6523A12BA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9B185215-0DC4-B6B6-C249-D23D519C15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BEBA401A-4205-ADDC-6700-F84A2516A7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hteck 94">
            <a:extLst>
              <a:ext uri="{FF2B5EF4-FFF2-40B4-BE49-F238E27FC236}">
                <a16:creationId xmlns:a16="http://schemas.microsoft.com/office/drawing/2014/main" id="{7ED6B6A1-765D-19C8-B464-9AF186B285E7}"/>
              </a:ext>
            </a:extLst>
          </p:cNvPr>
          <p:cNvSpPr/>
          <p:nvPr/>
        </p:nvSpPr>
        <p:spPr>
          <a:xfrm rot="16200000">
            <a:off x="8811941" y="5461762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A9144F9-4139-4A15-0734-00908E3E6242}"/>
              </a:ext>
            </a:extLst>
          </p:cNvPr>
          <p:cNvGrpSpPr/>
          <p:nvPr/>
        </p:nvGrpSpPr>
        <p:grpSpPr>
          <a:xfrm rot="10800000">
            <a:off x="9237124" y="6027435"/>
            <a:ext cx="137779" cy="226944"/>
            <a:chOff x="2419090" y="1272878"/>
            <a:chExt cx="206347" cy="342001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5FF30683-DCFA-6612-6687-89104F7F08ED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A7DD799-95C0-2ED2-3E33-2D71BF8858D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59947A6-B810-C7DE-5BD3-1937C96D0954}"/>
              </a:ext>
            </a:extLst>
          </p:cNvPr>
          <p:cNvGrpSpPr/>
          <p:nvPr/>
        </p:nvGrpSpPr>
        <p:grpSpPr>
          <a:xfrm rot="10800000">
            <a:off x="8358866" y="6031458"/>
            <a:ext cx="137779" cy="226944"/>
            <a:chOff x="2419090" y="1272878"/>
            <a:chExt cx="206347" cy="342001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6195073-FDDC-9814-A115-62377B254298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81F285E-0624-6AAD-A2FA-D80E32E7B57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68E2B52E-E331-EA59-3F9F-6ECF09E21294}"/>
              </a:ext>
            </a:extLst>
          </p:cNvPr>
          <p:cNvSpPr/>
          <p:nvPr/>
        </p:nvSpPr>
        <p:spPr>
          <a:xfrm rot="10800000">
            <a:off x="8710992" y="5755844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DD471670-A9FE-5C6C-E0FE-7F5F2560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568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F2823F06-1893-20FD-03E9-A4FA87302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99" y="3203946"/>
            <a:ext cx="2910040" cy="1106598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310B1ADD-BF7F-41EC-2CD2-9E18D5189DA2}"/>
              </a:ext>
            </a:extLst>
          </p:cNvPr>
          <p:cNvSpPr/>
          <p:nvPr/>
        </p:nvSpPr>
        <p:spPr>
          <a:xfrm>
            <a:off x="4583233" y="892030"/>
            <a:ext cx="914400" cy="120146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>
                <a:latin typeface="+mj-lt"/>
              </a:rPr>
              <a:t>Stripping Unit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5344223" y="2237499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5334485" y="1995188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5374515" y="2339332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BC1B06AD-B3A8-F3AF-2F8F-6F70761A0ED3}"/>
              </a:ext>
            </a:extLst>
          </p:cNvPr>
          <p:cNvCxnSpPr>
            <a:cxnSpLocks/>
          </p:cNvCxnSpPr>
          <p:nvPr/>
        </p:nvCxnSpPr>
        <p:spPr>
          <a:xfrm flipH="1">
            <a:off x="2292016" y="1631817"/>
            <a:ext cx="112428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4479156" y="3223406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4083808" y="2434668"/>
            <a:ext cx="1837569" cy="502558"/>
            <a:chOff x="6539673" y="1769006"/>
            <a:chExt cx="2752056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6539673" y="1769006"/>
              <a:ext cx="2752056" cy="517749"/>
              <a:chOff x="6553808" y="2441551"/>
              <a:chExt cx="2752056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239748FE-C292-3199-352D-93AE4A0F5462}"/>
                  </a:ext>
                </a:extLst>
              </p:cNvPr>
              <p:cNvGrpSpPr/>
              <p:nvPr/>
            </p:nvGrpSpPr>
            <p:grpSpPr>
              <a:xfrm>
                <a:off x="6553808" y="2527517"/>
                <a:ext cx="2752056" cy="170489"/>
                <a:chOff x="4213666" y="1534913"/>
                <a:chExt cx="2752056" cy="170489"/>
              </a:xfrm>
            </p:grpSpPr>
            <p:sp>
              <p:nvSpPr>
                <p:cNvPr id="45" name="Rechteck 44">
                  <a:extLst>
                    <a:ext uri="{FF2B5EF4-FFF2-40B4-BE49-F238E27FC236}">
                      <a16:creationId xmlns:a16="http://schemas.microsoft.com/office/drawing/2014/main" id="{53573954-C09A-D124-66B0-053700DCE8A4}"/>
                    </a:ext>
                  </a:extLst>
                </p:cNvPr>
                <p:cNvSpPr/>
                <p:nvPr/>
              </p:nvSpPr>
              <p:spPr>
                <a:xfrm rot="5400000">
                  <a:off x="5505074" y="244336"/>
                  <a:ext cx="170071" cy="2751225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056468D7-EF2C-8020-BE74-B46BF68F2869}"/>
                    </a:ext>
                  </a:extLst>
                </p:cNvPr>
                <p:cNvSpPr/>
                <p:nvPr/>
              </p:nvSpPr>
              <p:spPr>
                <a:xfrm rot="5400000">
                  <a:off x="4290630" y="1458367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C2EDFC5-BD26-D23E-7981-2C5CED0FC5FA}"/>
              </a:ext>
            </a:extLst>
          </p:cNvPr>
          <p:cNvCxnSpPr>
            <a:cxnSpLocks/>
          </p:cNvCxnSpPr>
          <p:nvPr/>
        </p:nvCxnSpPr>
        <p:spPr>
          <a:xfrm>
            <a:off x="6018767" y="2733281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4EB67-539F-5616-81E1-BEE86F93AFD8}"/>
              </a:ext>
            </a:extLst>
          </p:cNvPr>
          <p:cNvCxnSpPr>
            <a:cxnSpLocks/>
          </p:cNvCxnSpPr>
          <p:nvPr/>
        </p:nvCxnSpPr>
        <p:spPr>
          <a:xfrm>
            <a:off x="6471849" y="2733281"/>
            <a:ext cx="301482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369E4F6-58C4-43C6-64D9-C9510EBF5A47}"/>
              </a:ext>
            </a:extLst>
          </p:cNvPr>
          <p:cNvCxnSpPr>
            <a:cxnSpLocks/>
          </p:cNvCxnSpPr>
          <p:nvPr/>
        </p:nvCxnSpPr>
        <p:spPr>
          <a:xfrm>
            <a:off x="6771884" y="3141658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6328450" y="3391098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7C33C-4339-D9E1-AD0A-234FAF1592CA}"/>
              </a:ext>
            </a:extLst>
          </p:cNvPr>
          <p:cNvSpPr/>
          <p:nvPr/>
        </p:nvSpPr>
        <p:spPr>
          <a:xfrm>
            <a:off x="6325338" y="4177129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4518110" y="2821239"/>
            <a:ext cx="697535" cy="127074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5580067" y="2812480"/>
            <a:ext cx="697535" cy="127074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2B9261D0-FFF2-F147-FE90-903868AF9A24}"/>
              </a:ext>
            </a:extLst>
          </p:cNvPr>
          <p:cNvCxnSpPr>
            <a:cxnSpLocks/>
          </p:cNvCxnSpPr>
          <p:nvPr/>
        </p:nvCxnSpPr>
        <p:spPr>
          <a:xfrm flipH="1">
            <a:off x="5266828" y="2362304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hteck 86">
            <a:extLst>
              <a:ext uri="{FF2B5EF4-FFF2-40B4-BE49-F238E27FC236}">
                <a16:creationId xmlns:a16="http://schemas.microsoft.com/office/drawing/2014/main" id="{023C3ABA-6242-BFE2-4E16-9BB897445BC5}"/>
              </a:ext>
            </a:extLst>
          </p:cNvPr>
          <p:cNvSpPr/>
          <p:nvPr/>
        </p:nvSpPr>
        <p:spPr>
          <a:xfrm rot="5400000">
            <a:off x="5344223" y="4965561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4AEA39-2D67-1DED-E729-E34FFB88A7BC}"/>
              </a:ext>
            </a:extLst>
          </p:cNvPr>
          <p:cNvSpPr/>
          <p:nvPr/>
        </p:nvSpPr>
        <p:spPr>
          <a:xfrm rot="5400000">
            <a:off x="5334484" y="5300842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3D083ACC-2F47-A5F2-F9BF-29115F4A6C97}"/>
              </a:ext>
            </a:extLst>
          </p:cNvPr>
          <p:cNvSpPr/>
          <p:nvPr/>
        </p:nvSpPr>
        <p:spPr>
          <a:xfrm rot="5400000">
            <a:off x="5345878" y="5219073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22F36A2-EF16-3B93-CFDF-FAF2D5F0DC99}"/>
              </a:ext>
            </a:extLst>
          </p:cNvPr>
          <p:cNvGrpSpPr/>
          <p:nvPr/>
        </p:nvGrpSpPr>
        <p:grpSpPr>
          <a:xfrm>
            <a:off x="4521883" y="6090844"/>
            <a:ext cx="697535" cy="127074"/>
            <a:chOff x="7588613" y="2300848"/>
            <a:chExt cx="1044672" cy="191499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A9479E13-4DBC-37AD-EB5C-3F67940B0F50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9C6D5F97-60B1-FBA6-A7CF-BBC7D5FDF3F5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A0F61B71-D8A4-674F-AB7E-DD0A72FAD92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" name="Rechteck 118">
                  <a:extLst>
                    <a:ext uri="{FF2B5EF4-FFF2-40B4-BE49-F238E27FC236}">
                      <a16:creationId xmlns:a16="http://schemas.microsoft.com/office/drawing/2014/main" id="{F4D1BA27-E7B0-0E96-F1B1-DE3B8FE45A6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5E800AF0-301B-BFE0-9A21-6D9874063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52AE369-398C-8F1D-CA33-82B2018D0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70E4CA01-C258-9AFF-7FF4-F0D4D7A7B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8DEEBDF1-C146-0962-22E0-04B1F45C7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AF115E3-0C44-928C-211B-61098F287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BC48626D-B48F-F5E0-E5BA-077276376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6C21E41-C34C-DBB9-DACA-382F95F62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DFC59D05-5836-4B95-52A2-479CA1A2CD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8953ADF6-B8F0-B7D3-1445-B09EA829049F}"/>
              </a:ext>
            </a:extLst>
          </p:cNvPr>
          <p:cNvGrpSpPr/>
          <p:nvPr/>
        </p:nvGrpSpPr>
        <p:grpSpPr>
          <a:xfrm rot="10800000">
            <a:off x="5614320" y="6097325"/>
            <a:ext cx="697535" cy="127074"/>
            <a:chOff x="7588613" y="2300848"/>
            <a:chExt cx="1044672" cy="191499"/>
          </a:xfrm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8911768C-4F22-851E-E2E9-4AAAF8B86784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FDAF7AEC-2F1E-55D6-D119-21487F5C172A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31" name="Rechteck 130">
                  <a:extLst>
                    <a:ext uri="{FF2B5EF4-FFF2-40B4-BE49-F238E27FC236}">
                      <a16:creationId xmlns:a16="http://schemas.microsoft.com/office/drawing/2014/main" id="{1728AD92-B425-DF0E-EA9A-F50922809F9A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2" name="Rechteck 131">
                  <a:extLst>
                    <a:ext uri="{FF2B5EF4-FFF2-40B4-BE49-F238E27FC236}">
                      <a16:creationId xmlns:a16="http://schemas.microsoft.com/office/drawing/2014/main" id="{9675D895-7652-5CED-A485-852D877AF1BE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797BBA53-7A78-85D7-6563-6499E9528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27AFE2A8-0988-4A2E-D43B-BB83C1FA65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B8AB47B-D6FF-4ABD-2174-F8D3E7E67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A436A84-BD59-CA77-5D4F-FB97B86A46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EA471172-8772-AAA9-3313-DA2E70F39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C7910386-33BE-D00B-396B-6523A12BA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9B185215-0DC4-B6B6-C249-D23D519C15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BEBA401A-4205-ADDC-6700-F84A2516A7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hteck 94">
            <a:extLst>
              <a:ext uri="{FF2B5EF4-FFF2-40B4-BE49-F238E27FC236}">
                <a16:creationId xmlns:a16="http://schemas.microsoft.com/office/drawing/2014/main" id="{7ED6B6A1-765D-19C8-B464-9AF186B285E7}"/>
              </a:ext>
            </a:extLst>
          </p:cNvPr>
          <p:cNvSpPr/>
          <p:nvPr/>
        </p:nvSpPr>
        <p:spPr>
          <a:xfrm rot="16200000">
            <a:off x="5340908" y="5812843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A9144F9-4139-4A15-0734-00908E3E6242}"/>
              </a:ext>
            </a:extLst>
          </p:cNvPr>
          <p:cNvGrpSpPr/>
          <p:nvPr/>
        </p:nvGrpSpPr>
        <p:grpSpPr>
          <a:xfrm rot="10800000">
            <a:off x="5766091" y="6378516"/>
            <a:ext cx="137779" cy="226944"/>
            <a:chOff x="2419090" y="1272878"/>
            <a:chExt cx="206347" cy="342001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5FF30683-DCFA-6612-6687-89104F7F08ED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A7DD799-95C0-2ED2-3E33-2D71BF8858D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59947A6-B810-C7DE-5BD3-1937C96D0954}"/>
              </a:ext>
            </a:extLst>
          </p:cNvPr>
          <p:cNvGrpSpPr/>
          <p:nvPr/>
        </p:nvGrpSpPr>
        <p:grpSpPr>
          <a:xfrm rot="10800000">
            <a:off x="4887833" y="6382539"/>
            <a:ext cx="137779" cy="226944"/>
            <a:chOff x="2419090" y="1272878"/>
            <a:chExt cx="206347" cy="342001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6195073-FDDC-9814-A115-62377B254298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81F285E-0624-6AAD-A2FA-D80E32E7B57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68E2B52E-E331-EA59-3F9F-6ECF09E21294}"/>
              </a:ext>
            </a:extLst>
          </p:cNvPr>
          <p:cNvSpPr/>
          <p:nvPr/>
        </p:nvSpPr>
        <p:spPr>
          <a:xfrm rot="10800000">
            <a:off x="5239959" y="6106925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C137FD33-9346-8AFA-AE2D-D3614EC7828C}"/>
              </a:ext>
            </a:extLst>
          </p:cNvPr>
          <p:cNvSpPr/>
          <p:nvPr/>
        </p:nvSpPr>
        <p:spPr>
          <a:xfrm>
            <a:off x="7156969" y="2054590"/>
            <a:ext cx="1386486" cy="76399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F76EC6D3-88E0-B82C-D76F-FF6D23E712C6}"/>
              </a:ext>
            </a:extLst>
          </p:cNvPr>
          <p:cNvSpPr/>
          <p:nvPr/>
        </p:nvSpPr>
        <p:spPr>
          <a:xfrm>
            <a:off x="6755006" y="2316584"/>
            <a:ext cx="1323333" cy="27473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3B913014-9D2A-D141-420B-3364166C4A41}"/>
              </a:ext>
            </a:extLst>
          </p:cNvPr>
          <p:cNvCxnSpPr>
            <a:cxnSpLocks/>
          </p:cNvCxnSpPr>
          <p:nvPr/>
        </p:nvCxnSpPr>
        <p:spPr>
          <a:xfrm flipH="1">
            <a:off x="7004188" y="2455373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Textfeld 137">
            <a:extLst>
              <a:ext uri="{FF2B5EF4-FFF2-40B4-BE49-F238E27FC236}">
                <a16:creationId xmlns:a16="http://schemas.microsoft.com/office/drawing/2014/main" id="{AF322DBA-1307-0B4E-DD19-5130FEEDF809}"/>
              </a:ext>
            </a:extLst>
          </p:cNvPr>
          <p:cNvSpPr txBox="1"/>
          <p:nvPr/>
        </p:nvSpPr>
        <p:spPr>
          <a:xfrm>
            <a:off x="7120919" y="1734925"/>
            <a:ext cx="1217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Electrical</a:t>
            </a:r>
            <a:r>
              <a:rPr lang="de-DE" sz="1200" dirty="0"/>
              <a:t> Pusher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951CD07D-CF93-67AD-FB7C-DD3A91FFC956}"/>
              </a:ext>
            </a:extLst>
          </p:cNvPr>
          <p:cNvSpPr txBox="1"/>
          <p:nvPr/>
        </p:nvSpPr>
        <p:spPr>
          <a:xfrm>
            <a:off x="4691841" y="1170152"/>
            <a:ext cx="66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Holder </a:t>
            </a:r>
          </a:p>
          <a:p>
            <a:pPr algn="ctr"/>
            <a:r>
              <a:rPr lang="de-DE" sz="1200" dirty="0" err="1"/>
              <a:t>cable</a:t>
            </a:r>
            <a:endParaRPr lang="de-DE" sz="12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D65555D-E77D-905E-6D1C-63E34B2ABC54}"/>
              </a:ext>
            </a:extLst>
          </p:cNvPr>
          <p:cNvSpPr/>
          <p:nvPr/>
        </p:nvSpPr>
        <p:spPr>
          <a:xfrm>
            <a:off x="4751140" y="2091174"/>
            <a:ext cx="294923" cy="52296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Halber Rahmen 21">
            <a:extLst>
              <a:ext uri="{FF2B5EF4-FFF2-40B4-BE49-F238E27FC236}">
                <a16:creationId xmlns:a16="http://schemas.microsoft.com/office/drawing/2014/main" id="{40E52D94-0608-2C46-3D93-387C6E938E32}"/>
              </a:ext>
            </a:extLst>
          </p:cNvPr>
          <p:cNvSpPr/>
          <p:nvPr/>
        </p:nvSpPr>
        <p:spPr>
          <a:xfrm rot="5400000">
            <a:off x="3455303" y="1579198"/>
            <a:ext cx="438727" cy="1261351"/>
          </a:xfrm>
          <a:prstGeom prst="halfFrame">
            <a:avLst>
              <a:gd name="adj1" fmla="val 5283"/>
              <a:gd name="adj2" fmla="val 64614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Halber Rahmen 22">
            <a:extLst>
              <a:ext uri="{FF2B5EF4-FFF2-40B4-BE49-F238E27FC236}">
                <a16:creationId xmlns:a16="http://schemas.microsoft.com/office/drawing/2014/main" id="{B740F1DC-6756-AB8C-CA0E-62305DCDA676}"/>
              </a:ext>
            </a:extLst>
          </p:cNvPr>
          <p:cNvSpPr/>
          <p:nvPr/>
        </p:nvSpPr>
        <p:spPr>
          <a:xfrm rot="5400000" flipH="1">
            <a:off x="3469091" y="2236921"/>
            <a:ext cx="403717" cy="1261351"/>
          </a:xfrm>
          <a:prstGeom prst="halfFrame">
            <a:avLst>
              <a:gd name="adj1" fmla="val 5283"/>
              <a:gd name="adj2" fmla="val 64614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4D9726F-3D20-702F-D218-532541E9855F}"/>
              </a:ext>
            </a:extLst>
          </p:cNvPr>
          <p:cNvSpPr/>
          <p:nvPr/>
        </p:nvSpPr>
        <p:spPr>
          <a:xfrm rot="16200000">
            <a:off x="2246011" y="1516510"/>
            <a:ext cx="1183023" cy="20294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Pfeil: nach links gekrümmt 39">
            <a:extLst>
              <a:ext uri="{FF2B5EF4-FFF2-40B4-BE49-F238E27FC236}">
                <a16:creationId xmlns:a16="http://schemas.microsoft.com/office/drawing/2014/main" id="{AE2ED093-1DC3-BE8F-2960-20C7C3AF0D62}"/>
              </a:ext>
            </a:extLst>
          </p:cNvPr>
          <p:cNvSpPr/>
          <p:nvPr/>
        </p:nvSpPr>
        <p:spPr>
          <a:xfrm rot="16200000">
            <a:off x="1039398" y="2283081"/>
            <a:ext cx="894540" cy="437558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6D97460-4D28-8C24-D3DC-7ECD93E9A954}"/>
              </a:ext>
            </a:extLst>
          </p:cNvPr>
          <p:cNvCxnSpPr/>
          <p:nvPr/>
        </p:nvCxnSpPr>
        <p:spPr>
          <a:xfrm>
            <a:off x="932447" y="2531246"/>
            <a:ext cx="2862850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9E0CA5B4-EEF4-74F6-2E7D-D829813ACAD4}"/>
              </a:ext>
            </a:extLst>
          </p:cNvPr>
          <p:cNvSpPr/>
          <p:nvPr/>
        </p:nvSpPr>
        <p:spPr>
          <a:xfrm rot="16200000">
            <a:off x="1056578" y="4116469"/>
            <a:ext cx="1811437" cy="21078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3E9F9CF6-B1B2-8CF8-0C97-D254E6C1C908}"/>
              </a:ext>
            </a:extLst>
          </p:cNvPr>
          <p:cNvSpPr txBox="1"/>
          <p:nvPr/>
        </p:nvSpPr>
        <p:spPr>
          <a:xfrm>
            <a:off x="2093957" y="1279256"/>
            <a:ext cx="1270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Pneumatic</a:t>
            </a:r>
            <a:r>
              <a:rPr lang="de-DE" sz="1200" dirty="0"/>
              <a:t> </a:t>
            </a:r>
            <a:r>
              <a:rPr lang="de-DE" sz="1200" dirty="0" err="1"/>
              <a:t>stroke</a:t>
            </a:r>
            <a:endParaRPr lang="de-DE" sz="1200" dirty="0"/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D2A0AE4A-D0A2-677C-2977-422C92425BD1}"/>
              </a:ext>
            </a:extLst>
          </p:cNvPr>
          <p:cNvCxnSpPr>
            <a:cxnSpLocks/>
          </p:cNvCxnSpPr>
          <p:nvPr/>
        </p:nvCxnSpPr>
        <p:spPr>
          <a:xfrm>
            <a:off x="5344224" y="1097744"/>
            <a:ext cx="0" cy="77568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63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 err="1">
                <a:latin typeface="+mj-lt"/>
              </a:rPr>
              <a:t>Crimping</a:t>
            </a:r>
            <a:r>
              <a:rPr lang="de-DE" sz="1400" b="1" dirty="0">
                <a:latin typeface="+mj-lt"/>
              </a:rPr>
              <a:t> Unit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B5F5C76-4031-93FC-00DA-A81FF52E9599}"/>
              </a:ext>
            </a:extLst>
          </p:cNvPr>
          <p:cNvGrpSpPr/>
          <p:nvPr/>
        </p:nvGrpSpPr>
        <p:grpSpPr>
          <a:xfrm flipH="1">
            <a:off x="1816102" y="2104777"/>
            <a:ext cx="2905075" cy="910804"/>
            <a:chOff x="2665629" y="1743464"/>
            <a:chExt cx="4704744" cy="1372569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54252E1A-FCB4-897F-3505-C05D9CF3D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5629" y="1954563"/>
              <a:ext cx="2576294" cy="985785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661955EA-4790-F7F9-1586-A0B21470D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53" t="45250" r="41264"/>
            <a:stretch/>
          </p:blipFill>
          <p:spPr>
            <a:xfrm>
              <a:off x="6062069" y="2080557"/>
              <a:ext cx="1308304" cy="397731"/>
            </a:xfrm>
            <a:prstGeom prst="rect">
              <a:avLst/>
            </a:prstGeom>
          </p:spPr>
        </p:pic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BAF62E9-708E-4677-97AB-598E89107F65}"/>
                </a:ext>
              </a:extLst>
            </p:cNvPr>
            <p:cNvSpPr/>
            <p:nvPr/>
          </p:nvSpPr>
          <p:spPr>
            <a:xfrm rot="16200000">
              <a:off x="5119900" y="2167290"/>
              <a:ext cx="992605" cy="4391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E6F0A242-6287-5DD7-7212-7F218E14DD4C}"/>
                </a:ext>
              </a:extLst>
            </p:cNvPr>
            <p:cNvSpPr/>
            <p:nvPr/>
          </p:nvSpPr>
          <p:spPr>
            <a:xfrm rot="16200000">
              <a:off x="6012545" y="2279181"/>
              <a:ext cx="204537" cy="53541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84F8A04D-86CC-9478-CFB3-D22C964A43CA}"/>
                </a:ext>
              </a:extLst>
            </p:cNvPr>
            <p:cNvSpPr/>
            <p:nvPr/>
          </p:nvSpPr>
          <p:spPr>
            <a:xfrm rot="16200000">
              <a:off x="6012545" y="1987419"/>
              <a:ext cx="204537" cy="53541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F1A7177E-9D7A-F397-17B9-69D60DD6545C}"/>
                </a:ext>
              </a:extLst>
            </p:cNvPr>
            <p:cNvSpPr/>
            <p:nvPr/>
          </p:nvSpPr>
          <p:spPr>
            <a:xfrm rot="16200000">
              <a:off x="4608037" y="2331836"/>
              <a:ext cx="1372569" cy="19582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8815256" y="1886418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8805518" y="1644107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8845548" y="198825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5C90908F-B986-1652-CAAB-F13D9515B649}"/>
              </a:ext>
            </a:extLst>
          </p:cNvPr>
          <p:cNvSpPr/>
          <p:nvPr/>
        </p:nvSpPr>
        <p:spPr>
          <a:xfrm>
            <a:off x="7262630" y="1592580"/>
            <a:ext cx="610552" cy="4910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B9204D8-B2AB-3305-0CF4-BFFF1E6BE094}"/>
              </a:ext>
            </a:extLst>
          </p:cNvPr>
          <p:cNvSpPr/>
          <p:nvPr/>
        </p:nvSpPr>
        <p:spPr>
          <a:xfrm>
            <a:off x="7270619" y="2280207"/>
            <a:ext cx="572802" cy="4910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BC1B06AD-B3A8-F3AF-2F8F-6F70761A0ED3}"/>
              </a:ext>
            </a:extLst>
          </p:cNvPr>
          <p:cNvCxnSpPr>
            <a:cxnSpLocks/>
          </p:cNvCxnSpPr>
          <p:nvPr/>
        </p:nvCxnSpPr>
        <p:spPr>
          <a:xfrm>
            <a:off x="7575896" y="1211405"/>
            <a:ext cx="0" cy="31093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E3256781-7670-DF1E-9089-5F81295D8C3D}"/>
              </a:ext>
            </a:extLst>
          </p:cNvPr>
          <p:cNvCxnSpPr>
            <a:cxnSpLocks/>
          </p:cNvCxnSpPr>
          <p:nvPr/>
        </p:nvCxnSpPr>
        <p:spPr>
          <a:xfrm flipV="1">
            <a:off x="7575896" y="3278257"/>
            <a:ext cx="5576" cy="31919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7950189" y="2872325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96B07745-C52B-946F-63A5-616ECBFB77DC}"/>
              </a:ext>
            </a:extLst>
          </p:cNvPr>
          <p:cNvGrpSpPr/>
          <p:nvPr/>
        </p:nvGrpSpPr>
        <p:grpSpPr>
          <a:xfrm>
            <a:off x="4702029" y="2072430"/>
            <a:ext cx="3141394" cy="906315"/>
            <a:chOff x="2665629" y="1701482"/>
            <a:chExt cx="4704744" cy="1365804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E835D067-FEE2-80EF-54F3-F410EEAC3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5629" y="1954563"/>
              <a:ext cx="2576294" cy="985785"/>
            </a:xfrm>
            <a:prstGeom prst="rect">
              <a:avLst/>
            </a:prstGeom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52CE7228-BEF7-3195-3F61-C9E58E221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53" t="45250" r="41264"/>
            <a:stretch/>
          </p:blipFill>
          <p:spPr>
            <a:xfrm>
              <a:off x="6062069" y="2080557"/>
              <a:ext cx="1308304" cy="397731"/>
            </a:xfrm>
            <a:prstGeom prst="rect">
              <a:avLst/>
            </a:prstGeom>
          </p:spPr>
        </p:pic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E4D9726F-3D20-702F-D218-532541E9855F}"/>
                </a:ext>
              </a:extLst>
            </p:cNvPr>
            <p:cNvSpPr/>
            <p:nvPr/>
          </p:nvSpPr>
          <p:spPr>
            <a:xfrm rot="16200000">
              <a:off x="5119900" y="2167290"/>
              <a:ext cx="992605" cy="4391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6B7C818-A397-4B66-D1DC-504BDFBC8641}"/>
                </a:ext>
              </a:extLst>
            </p:cNvPr>
            <p:cNvSpPr/>
            <p:nvPr/>
          </p:nvSpPr>
          <p:spPr>
            <a:xfrm rot="16200000">
              <a:off x="6012545" y="2279181"/>
              <a:ext cx="204537" cy="53541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D8019B8-7D41-9B3C-6903-169E9BB7A321}"/>
                </a:ext>
              </a:extLst>
            </p:cNvPr>
            <p:cNvSpPr/>
            <p:nvPr/>
          </p:nvSpPr>
          <p:spPr>
            <a:xfrm rot="16200000">
              <a:off x="6012545" y="1987419"/>
              <a:ext cx="204537" cy="53541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4F138DA-08CC-AFF1-8BAA-89AD9981A3BC}"/>
                </a:ext>
              </a:extLst>
            </p:cNvPr>
            <p:cNvSpPr/>
            <p:nvPr/>
          </p:nvSpPr>
          <p:spPr>
            <a:xfrm rot="16200000">
              <a:off x="4618186" y="2290363"/>
              <a:ext cx="1365804" cy="18804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B4AC8509-8E03-2FE4-D840-2F44F23D9B58}"/>
              </a:ext>
            </a:extLst>
          </p:cNvPr>
          <p:cNvSpPr/>
          <p:nvPr/>
        </p:nvSpPr>
        <p:spPr>
          <a:xfrm>
            <a:off x="3968918" y="3239584"/>
            <a:ext cx="1466220" cy="9724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05291A4-7860-7AA3-1D4D-D24B2D9F0EA6}"/>
              </a:ext>
            </a:extLst>
          </p:cNvPr>
          <p:cNvSpPr/>
          <p:nvPr/>
        </p:nvSpPr>
        <p:spPr>
          <a:xfrm>
            <a:off x="3613315" y="2864341"/>
            <a:ext cx="2278388" cy="3752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D8F83E6-A389-FCB0-DAA9-9D7833A63727}"/>
              </a:ext>
            </a:extLst>
          </p:cNvPr>
          <p:cNvCxnSpPr>
            <a:cxnSpLocks/>
          </p:cNvCxnSpPr>
          <p:nvPr/>
        </p:nvCxnSpPr>
        <p:spPr>
          <a:xfrm flipH="1">
            <a:off x="5708186" y="2195732"/>
            <a:ext cx="55531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Pfeil: nach links gekrümmt 25">
            <a:extLst>
              <a:ext uri="{FF2B5EF4-FFF2-40B4-BE49-F238E27FC236}">
                <a16:creationId xmlns:a16="http://schemas.microsoft.com/office/drawing/2014/main" id="{F17DEB65-C4C6-116A-25D0-C650016C91F6}"/>
              </a:ext>
            </a:extLst>
          </p:cNvPr>
          <p:cNvSpPr/>
          <p:nvPr/>
        </p:nvSpPr>
        <p:spPr>
          <a:xfrm>
            <a:off x="4305239" y="3518485"/>
            <a:ext cx="894540" cy="437558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7452061" y="2083587"/>
            <a:ext cx="1846397" cy="502558"/>
            <a:chOff x="6539673" y="1769006"/>
            <a:chExt cx="2765278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6539673" y="1769006"/>
              <a:ext cx="2765278" cy="517749"/>
              <a:chOff x="6553808" y="2441551"/>
              <a:chExt cx="2765278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239748FE-C292-3199-352D-93AE4A0F5462}"/>
                  </a:ext>
                </a:extLst>
              </p:cNvPr>
              <p:cNvGrpSpPr/>
              <p:nvPr/>
            </p:nvGrpSpPr>
            <p:grpSpPr>
              <a:xfrm>
                <a:off x="6553808" y="2527517"/>
                <a:ext cx="2765278" cy="170489"/>
                <a:chOff x="4213666" y="1534913"/>
                <a:chExt cx="2765278" cy="170489"/>
              </a:xfrm>
            </p:grpSpPr>
            <p:sp>
              <p:nvSpPr>
                <p:cNvPr id="45" name="Rechteck 44">
                  <a:extLst>
                    <a:ext uri="{FF2B5EF4-FFF2-40B4-BE49-F238E27FC236}">
                      <a16:creationId xmlns:a16="http://schemas.microsoft.com/office/drawing/2014/main" id="{53573954-C09A-D124-66B0-053700DCE8A4}"/>
                    </a:ext>
                  </a:extLst>
                </p:cNvPr>
                <p:cNvSpPr/>
                <p:nvPr/>
              </p:nvSpPr>
              <p:spPr>
                <a:xfrm rot="5400000">
                  <a:off x="5505074" y="244336"/>
                  <a:ext cx="170071" cy="2751225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" name="Rechteck 60">
                  <a:extLst>
                    <a:ext uri="{FF2B5EF4-FFF2-40B4-BE49-F238E27FC236}">
                      <a16:creationId xmlns:a16="http://schemas.microsoft.com/office/drawing/2014/main" id="{146C0775-7B82-C30A-5E24-8A290C81C4B6}"/>
                    </a:ext>
                  </a:extLst>
                </p:cNvPr>
                <p:cNvSpPr/>
                <p:nvPr/>
              </p:nvSpPr>
              <p:spPr>
                <a:xfrm rot="5400000">
                  <a:off x="6731908" y="1458035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056468D7-EF2C-8020-BE74-B46BF68F2869}"/>
                    </a:ext>
                  </a:extLst>
                </p:cNvPr>
                <p:cNvSpPr/>
                <p:nvPr/>
              </p:nvSpPr>
              <p:spPr>
                <a:xfrm rot="5400000">
                  <a:off x="4290630" y="1458367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C2EDFC5-BD26-D23E-7981-2C5CED0FC5FA}"/>
              </a:ext>
            </a:extLst>
          </p:cNvPr>
          <p:cNvCxnSpPr>
            <a:cxnSpLocks/>
          </p:cNvCxnSpPr>
          <p:nvPr/>
        </p:nvCxnSpPr>
        <p:spPr>
          <a:xfrm>
            <a:off x="9489800" y="2382200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4EB67-539F-5616-81E1-BEE86F93AFD8}"/>
              </a:ext>
            </a:extLst>
          </p:cNvPr>
          <p:cNvCxnSpPr>
            <a:cxnSpLocks/>
          </p:cNvCxnSpPr>
          <p:nvPr/>
        </p:nvCxnSpPr>
        <p:spPr>
          <a:xfrm>
            <a:off x="9942882" y="2382200"/>
            <a:ext cx="301482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369E4F6-58C4-43C6-64D9-C9510EBF5A47}"/>
              </a:ext>
            </a:extLst>
          </p:cNvPr>
          <p:cNvCxnSpPr>
            <a:cxnSpLocks/>
          </p:cNvCxnSpPr>
          <p:nvPr/>
        </p:nvCxnSpPr>
        <p:spPr>
          <a:xfrm>
            <a:off x="10242917" y="2790577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9799483" y="3040017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7C33C-4339-D9E1-AD0A-234FAF1592CA}"/>
              </a:ext>
            </a:extLst>
          </p:cNvPr>
          <p:cNvSpPr/>
          <p:nvPr/>
        </p:nvSpPr>
        <p:spPr>
          <a:xfrm>
            <a:off x="9796371" y="3826048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B8DA5E4B-B30D-433A-8EC0-753422405AE6}"/>
              </a:ext>
            </a:extLst>
          </p:cNvPr>
          <p:cNvCxnSpPr>
            <a:cxnSpLocks/>
          </p:cNvCxnSpPr>
          <p:nvPr/>
        </p:nvCxnSpPr>
        <p:spPr>
          <a:xfrm flipH="1">
            <a:off x="3300782" y="2201082"/>
            <a:ext cx="55531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7989143" y="2470158"/>
            <a:ext cx="697535" cy="127074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9051100" y="2461399"/>
            <a:ext cx="697535" cy="127074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2B9261D0-FFF2-F147-FE90-903868AF9A24}"/>
              </a:ext>
            </a:extLst>
          </p:cNvPr>
          <p:cNvCxnSpPr>
            <a:cxnSpLocks/>
          </p:cNvCxnSpPr>
          <p:nvPr/>
        </p:nvCxnSpPr>
        <p:spPr>
          <a:xfrm flipH="1">
            <a:off x="9006245" y="2003146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DE7EC852-E5A3-4FD8-4E6D-5BE89386F8B7}"/>
              </a:ext>
            </a:extLst>
          </p:cNvPr>
          <p:cNvCxnSpPr>
            <a:cxnSpLocks/>
          </p:cNvCxnSpPr>
          <p:nvPr/>
        </p:nvCxnSpPr>
        <p:spPr>
          <a:xfrm flipV="1">
            <a:off x="6466926" y="2308821"/>
            <a:ext cx="0" cy="39771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4B2E7C99-083E-45AC-8D5F-B484C09DEC47}"/>
              </a:ext>
            </a:extLst>
          </p:cNvPr>
          <p:cNvCxnSpPr>
            <a:cxnSpLocks/>
          </p:cNvCxnSpPr>
          <p:nvPr/>
        </p:nvCxnSpPr>
        <p:spPr>
          <a:xfrm flipV="1">
            <a:off x="3096858" y="2326812"/>
            <a:ext cx="0" cy="39771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2E4EA567-2F80-23E6-0106-35F9FAF435B7}"/>
              </a:ext>
            </a:extLst>
          </p:cNvPr>
          <p:cNvSpPr/>
          <p:nvPr/>
        </p:nvSpPr>
        <p:spPr>
          <a:xfrm>
            <a:off x="1085888" y="2593453"/>
            <a:ext cx="1204947" cy="1628576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1338A5-5FE8-34A4-8F74-73BC5CD6CFFF}"/>
              </a:ext>
            </a:extLst>
          </p:cNvPr>
          <p:cNvSpPr/>
          <p:nvPr/>
        </p:nvSpPr>
        <p:spPr>
          <a:xfrm>
            <a:off x="1402326" y="2329501"/>
            <a:ext cx="401129" cy="263925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33350F1-0E18-0BBD-BF9D-708854161389}"/>
              </a:ext>
            </a:extLst>
          </p:cNvPr>
          <p:cNvSpPr txBox="1"/>
          <p:nvPr/>
        </p:nvSpPr>
        <p:spPr>
          <a:xfrm>
            <a:off x="7037543" y="595085"/>
            <a:ext cx="10767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Crimping</a:t>
            </a:r>
            <a:r>
              <a:rPr lang="de-DE" sz="1200" dirty="0"/>
              <a:t> Tool </a:t>
            </a:r>
          </a:p>
          <a:p>
            <a:pPr algn="ctr"/>
            <a:r>
              <a:rPr lang="de-DE" sz="1200" dirty="0"/>
              <a:t>„Upper Die“</a:t>
            </a:r>
          </a:p>
          <a:p>
            <a:pPr algn="ctr"/>
            <a:r>
              <a:rPr lang="de-DE" sz="900" dirty="0"/>
              <a:t>(</a:t>
            </a:r>
            <a:r>
              <a:rPr lang="de-DE" sz="900" dirty="0" err="1"/>
              <a:t>changeable</a:t>
            </a:r>
            <a:r>
              <a:rPr lang="de-DE" sz="900" dirty="0"/>
              <a:t>) 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7543E2A-9379-DB92-1CA1-8D7EF3A16893}"/>
              </a:ext>
            </a:extLst>
          </p:cNvPr>
          <p:cNvSpPr txBox="1"/>
          <p:nvPr/>
        </p:nvSpPr>
        <p:spPr>
          <a:xfrm>
            <a:off x="6873405" y="3624592"/>
            <a:ext cx="107670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/>
              <a:t>Crimping</a:t>
            </a:r>
            <a:r>
              <a:rPr lang="de-DE" sz="1200" dirty="0"/>
              <a:t> Tool </a:t>
            </a:r>
          </a:p>
          <a:p>
            <a:pPr algn="ctr"/>
            <a:r>
              <a:rPr lang="de-DE" sz="1200" dirty="0"/>
              <a:t>„Lower Die“ </a:t>
            </a:r>
          </a:p>
          <a:p>
            <a:pPr algn="ctr"/>
            <a:r>
              <a:rPr lang="de-DE" sz="900" dirty="0"/>
              <a:t>(</a:t>
            </a:r>
            <a:r>
              <a:rPr lang="de-DE" sz="900" dirty="0" err="1"/>
              <a:t>changeable</a:t>
            </a:r>
            <a:r>
              <a:rPr lang="de-DE" sz="900" dirty="0"/>
              <a:t>)</a:t>
            </a:r>
            <a:endParaRPr lang="de-DE" sz="1100" dirty="0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6CB2AD77-2460-8ADC-5451-2FCAB7936413}"/>
              </a:ext>
            </a:extLst>
          </p:cNvPr>
          <p:cNvSpPr/>
          <p:nvPr/>
        </p:nvSpPr>
        <p:spPr>
          <a:xfrm>
            <a:off x="339473" y="4222029"/>
            <a:ext cx="5940252" cy="44353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023C3ABA-6242-BFE2-4E16-9BB897445BC5}"/>
              </a:ext>
            </a:extLst>
          </p:cNvPr>
          <p:cNvSpPr/>
          <p:nvPr/>
        </p:nvSpPr>
        <p:spPr>
          <a:xfrm rot="5400000">
            <a:off x="8815256" y="4614480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4AEA39-2D67-1DED-E729-E34FFB88A7BC}"/>
              </a:ext>
            </a:extLst>
          </p:cNvPr>
          <p:cNvSpPr/>
          <p:nvPr/>
        </p:nvSpPr>
        <p:spPr>
          <a:xfrm rot="5400000">
            <a:off x="8805517" y="494976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3D083ACC-2F47-A5F2-F9BF-29115F4A6C97}"/>
              </a:ext>
            </a:extLst>
          </p:cNvPr>
          <p:cNvSpPr/>
          <p:nvPr/>
        </p:nvSpPr>
        <p:spPr>
          <a:xfrm rot="5400000">
            <a:off x="8816911" y="4867992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22F36A2-EF16-3B93-CFDF-FAF2D5F0DC99}"/>
              </a:ext>
            </a:extLst>
          </p:cNvPr>
          <p:cNvGrpSpPr/>
          <p:nvPr/>
        </p:nvGrpSpPr>
        <p:grpSpPr>
          <a:xfrm>
            <a:off x="7992916" y="5739763"/>
            <a:ext cx="697535" cy="127074"/>
            <a:chOff x="7588613" y="2300848"/>
            <a:chExt cx="1044672" cy="191499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A9479E13-4DBC-37AD-EB5C-3F67940B0F50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9C6D5F97-60B1-FBA6-A7CF-BBC7D5FDF3F5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A0F61B71-D8A4-674F-AB7E-DD0A72FAD92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" name="Rechteck 118">
                  <a:extLst>
                    <a:ext uri="{FF2B5EF4-FFF2-40B4-BE49-F238E27FC236}">
                      <a16:creationId xmlns:a16="http://schemas.microsoft.com/office/drawing/2014/main" id="{F4D1BA27-E7B0-0E96-F1B1-DE3B8FE45A6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5E800AF0-301B-BFE0-9A21-6D9874063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52AE369-398C-8F1D-CA33-82B2018D0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70E4CA01-C258-9AFF-7FF4-F0D4D7A7B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8DEEBDF1-C146-0962-22E0-04B1F45C7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AF115E3-0C44-928C-211B-61098F287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BC48626D-B48F-F5E0-E5BA-077276376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6C21E41-C34C-DBB9-DACA-382F95F62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DFC59D05-5836-4B95-52A2-479CA1A2CD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8953ADF6-B8F0-B7D3-1445-B09EA829049F}"/>
              </a:ext>
            </a:extLst>
          </p:cNvPr>
          <p:cNvGrpSpPr/>
          <p:nvPr/>
        </p:nvGrpSpPr>
        <p:grpSpPr>
          <a:xfrm rot="10800000">
            <a:off x="9085353" y="5746244"/>
            <a:ext cx="697535" cy="127074"/>
            <a:chOff x="7588613" y="2300848"/>
            <a:chExt cx="1044672" cy="191499"/>
          </a:xfrm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8911768C-4F22-851E-E2E9-4AAAF8B86784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FDAF7AEC-2F1E-55D6-D119-21487F5C172A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31" name="Rechteck 130">
                  <a:extLst>
                    <a:ext uri="{FF2B5EF4-FFF2-40B4-BE49-F238E27FC236}">
                      <a16:creationId xmlns:a16="http://schemas.microsoft.com/office/drawing/2014/main" id="{1728AD92-B425-DF0E-EA9A-F50922809F9A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2" name="Rechteck 131">
                  <a:extLst>
                    <a:ext uri="{FF2B5EF4-FFF2-40B4-BE49-F238E27FC236}">
                      <a16:creationId xmlns:a16="http://schemas.microsoft.com/office/drawing/2014/main" id="{9675D895-7652-5CED-A485-852D877AF1BE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797BBA53-7A78-85D7-6563-6499E9528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27AFE2A8-0988-4A2E-D43B-BB83C1FA65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B8AB47B-D6FF-4ABD-2174-F8D3E7E67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A436A84-BD59-CA77-5D4F-FB97B86A46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EA471172-8772-AAA9-3313-DA2E70F39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C7910386-33BE-D00B-396B-6523A12BA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9B185215-0DC4-B6B6-C249-D23D519C15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BEBA401A-4205-ADDC-6700-F84A2516A7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hteck 94">
            <a:extLst>
              <a:ext uri="{FF2B5EF4-FFF2-40B4-BE49-F238E27FC236}">
                <a16:creationId xmlns:a16="http://schemas.microsoft.com/office/drawing/2014/main" id="{7ED6B6A1-765D-19C8-B464-9AF186B285E7}"/>
              </a:ext>
            </a:extLst>
          </p:cNvPr>
          <p:cNvSpPr/>
          <p:nvPr/>
        </p:nvSpPr>
        <p:spPr>
          <a:xfrm rot="16200000">
            <a:off x="8811941" y="5461762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A9144F9-4139-4A15-0734-00908E3E6242}"/>
              </a:ext>
            </a:extLst>
          </p:cNvPr>
          <p:cNvGrpSpPr/>
          <p:nvPr/>
        </p:nvGrpSpPr>
        <p:grpSpPr>
          <a:xfrm rot="10800000">
            <a:off x="9237124" y="6027435"/>
            <a:ext cx="137779" cy="226944"/>
            <a:chOff x="2419090" y="1272878"/>
            <a:chExt cx="206347" cy="342001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5FF30683-DCFA-6612-6687-89104F7F08ED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A7DD799-95C0-2ED2-3E33-2D71BF8858D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59947A6-B810-C7DE-5BD3-1937C96D0954}"/>
              </a:ext>
            </a:extLst>
          </p:cNvPr>
          <p:cNvGrpSpPr/>
          <p:nvPr/>
        </p:nvGrpSpPr>
        <p:grpSpPr>
          <a:xfrm rot="10800000">
            <a:off x="8358866" y="6031458"/>
            <a:ext cx="137779" cy="226944"/>
            <a:chOff x="2419090" y="1272878"/>
            <a:chExt cx="206347" cy="342001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6195073-FDDC-9814-A115-62377B254298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81F285E-0624-6AAD-A2FA-D80E32E7B57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68E2B52E-E331-EA59-3F9F-6ECF09E21294}"/>
              </a:ext>
            </a:extLst>
          </p:cNvPr>
          <p:cNvSpPr/>
          <p:nvPr/>
        </p:nvSpPr>
        <p:spPr>
          <a:xfrm rot="10800000">
            <a:off x="8710992" y="5755844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4" name="Grafik 133">
            <a:extLst>
              <a:ext uri="{FF2B5EF4-FFF2-40B4-BE49-F238E27FC236}">
                <a16:creationId xmlns:a16="http://schemas.microsoft.com/office/drawing/2014/main" id="{56D48905-B0A0-5D45-E6AC-D7B65EE197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53" t="45250" r="41264"/>
          <a:stretch/>
        </p:blipFill>
        <p:spPr>
          <a:xfrm flipH="1">
            <a:off x="759486" y="1462930"/>
            <a:ext cx="807849" cy="263925"/>
          </a:xfrm>
          <a:prstGeom prst="rect">
            <a:avLst/>
          </a:prstGeom>
        </p:spPr>
      </p:pic>
      <p:sp>
        <p:nvSpPr>
          <p:cNvPr id="135" name="Rechteck 134">
            <a:extLst>
              <a:ext uri="{FF2B5EF4-FFF2-40B4-BE49-F238E27FC236}">
                <a16:creationId xmlns:a16="http://schemas.microsoft.com/office/drawing/2014/main" id="{C137FD33-9346-8AFA-AE2D-D3614EC7828C}"/>
              </a:ext>
            </a:extLst>
          </p:cNvPr>
          <p:cNvSpPr/>
          <p:nvPr/>
        </p:nvSpPr>
        <p:spPr>
          <a:xfrm>
            <a:off x="10628002" y="1703509"/>
            <a:ext cx="1386486" cy="76399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F76EC6D3-88E0-B82C-D76F-FF6D23E712C6}"/>
              </a:ext>
            </a:extLst>
          </p:cNvPr>
          <p:cNvSpPr/>
          <p:nvPr/>
        </p:nvSpPr>
        <p:spPr>
          <a:xfrm>
            <a:off x="10165079" y="1965503"/>
            <a:ext cx="1323333" cy="27473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3B913014-9D2A-D141-420B-3364166C4A41}"/>
              </a:ext>
            </a:extLst>
          </p:cNvPr>
          <p:cNvCxnSpPr>
            <a:cxnSpLocks/>
          </p:cNvCxnSpPr>
          <p:nvPr/>
        </p:nvCxnSpPr>
        <p:spPr>
          <a:xfrm flipH="1">
            <a:off x="10475221" y="2119532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Textfeld 137">
            <a:extLst>
              <a:ext uri="{FF2B5EF4-FFF2-40B4-BE49-F238E27FC236}">
                <a16:creationId xmlns:a16="http://schemas.microsoft.com/office/drawing/2014/main" id="{AF322DBA-1307-0B4E-DD19-5130FEEDF809}"/>
              </a:ext>
            </a:extLst>
          </p:cNvPr>
          <p:cNvSpPr txBox="1"/>
          <p:nvPr/>
        </p:nvSpPr>
        <p:spPr>
          <a:xfrm>
            <a:off x="10591952" y="1383844"/>
            <a:ext cx="1217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Electrical</a:t>
            </a:r>
            <a:r>
              <a:rPr lang="de-DE" sz="1200" dirty="0"/>
              <a:t> Pusher</a:t>
            </a:r>
          </a:p>
        </p:txBody>
      </p:sp>
      <p:sp>
        <p:nvSpPr>
          <p:cNvPr id="139" name="Flussdiagramm: Manuelle Verarbeitung 138">
            <a:extLst>
              <a:ext uri="{FF2B5EF4-FFF2-40B4-BE49-F238E27FC236}">
                <a16:creationId xmlns:a16="http://schemas.microsoft.com/office/drawing/2014/main" id="{D6791BD6-EEF2-090E-A1ED-BEC5D5E629DE}"/>
              </a:ext>
            </a:extLst>
          </p:cNvPr>
          <p:cNvSpPr/>
          <p:nvPr/>
        </p:nvSpPr>
        <p:spPr>
          <a:xfrm>
            <a:off x="1116020" y="1031550"/>
            <a:ext cx="318837" cy="612648"/>
          </a:xfrm>
          <a:prstGeom prst="flowChartManualOperation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1" name="Verbinder: gewinkelt 140">
            <a:extLst>
              <a:ext uri="{FF2B5EF4-FFF2-40B4-BE49-F238E27FC236}">
                <a16:creationId xmlns:a16="http://schemas.microsoft.com/office/drawing/2014/main" id="{131732FE-F3AA-CF98-1732-D151060BDA6A}"/>
              </a:ext>
            </a:extLst>
          </p:cNvPr>
          <p:cNvCxnSpPr>
            <a:cxnSpLocks/>
            <a:stCxn id="139" idx="3"/>
          </p:cNvCxnSpPr>
          <p:nvPr/>
        </p:nvCxnSpPr>
        <p:spPr>
          <a:xfrm>
            <a:off x="1402973" y="1337874"/>
            <a:ext cx="658704" cy="7608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Textfeld 142">
            <a:extLst>
              <a:ext uri="{FF2B5EF4-FFF2-40B4-BE49-F238E27FC236}">
                <a16:creationId xmlns:a16="http://schemas.microsoft.com/office/drawing/2014/main" id="{0A7E6C84-74C1-3AA3-5BE5-95FD9950652A}"/>
              </a:ext>
            </a:extLst>
          </p:cNvPr>
          <p:cNvSpPr txBox="1"/>
          <p:nvPr/>
        </p:nvSpPr>
        <p:spPr>
          <a:xfrm>
            <a:off x="393616" y="17507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Roboter </a:t>
            </a:r>
            <a:r>
              <a:rPr lang="de-DE" sz="1200" dirty="0" err="1"/>
              <a:t>gripper</a:t>
            </a:r>
            <a:endParaRPr lang="de-DE" sz="1200" dirty="0"/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8A295CC0-84AC-FA39-D4FB-63459F156590}"/>
              </a:ext>
            </a:extLst>
          </p:cNvPr>
          <p:cNvSpPr/>
          <p:nvPr/>
        </p:nvSpPr>
        <p:spPr>
          <a:xfrm>
            <a:off x="2012469" y="2473442"/>
            <a:ext cx="135940" cy="116566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C95E694F-E55E-C965-CCBB-A90FDE94A363}"/>
              </a:ext>
            </a:extLst>
          </p:cNvPr>
          <p:cNvSpPr txBox="1"/>
          <p:nvPr/>
        </p:nvSpPr>
        <p:spPr>
          <a:xfrm>
            <a:off x="1252777" y="3025520"/>
            <a:ext cx="827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Alignment</a:t>
            </a:r>
          </a:p>
          <a:p>
            <a:pPr algn="ctr"/>
            <a:r>
              <a:rPr lang="de-DE" sz="1200" dirty="0"/>
              <a:t>Unit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FD2D3217-9FF9-7A10-0CF2-572960FAB3E6}"/>
              </a:ext>
            </a:extLst>
          </p:cNvPr>
          <p:cNvSpPr txBox="1"/>
          <p:nvPr/>
        </p:nvSpPr>
        <p:spPr>
          <a:xfrm>
            <a:off x="10257597" y="4617761"/>
            <a:ext cx="943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Sliding</a:t>
            </a:r>
            <a:r>
              <a:rPr lang="de-DE" sz="1200" dirty="0"/>
              <a:t> </a:t>
            </a:r>
            <a:r>
              <a:rPr lang="de-DE" sz="1200" dirty="0" err="1"/>
              <a:t>plate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82311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>
                <a:latin typeface="+mj-lt"/>
              </a:rPr>
              <a:t>Bending Unit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283BBD-FE8F-99FC-4ED0-95CA074024D7}"/>
              </a:ext>
            </a:extLst>
          </p:cNvPr>
          <p:cNvGrpSpPr/>
          <p:nvPr/>
        </p:nvGrpSpPr>
        <p:grpSpPr>
          <a:xfrm>
            <a:off x="12166902" y="-620727"/>
            <a:ext cx="3832612" cy="4018192"/>
            <a:chOff x="6579751" y="1758171"/>
            <a:chExt cx="3832612" cy="4018192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3470D90-1D7E-C385-843E-1F29FDFF8162}"/>
                </a:ext>
              </a:extLst>
            </p:cNvPr>
            <p:cNvSpPr/>
            <p:nvPr/>
          </p:nvSpPr>
          <p:spPr>
            <a:xfrm rot="16200000" flipH="1">
              <a:off x="7804509" y="538111"/>
              <a:ext cx="165953" cy="260922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Halbbogen 69">
              <a:extLst>
                <a:ext uri="{FF2B5EF4-FFF2-40B4-BE49-F238E27FC236}">
                  <a16:creationId xmlns:a16="http://schemas.microsoft.com/office/drawing/2014/main" id="{4A6DA58D-31D7-5846-3A3D-853EBFBB7CF3}"/>
                </a:ext>
              </a:extLst>
            </p:cNvPr>
            <p:cNvSpPr/>
            <p:nvPr/>
          </p:nvSpPr>
          <p:spPr>
            <a:xfrm rot="5400000" flipH="1">
              <a:off x="8268725" y="1474985"/>
              <a:ext cx="1846968" cy="2419762"/>
            </a:xfrm>
            <a:prstGeom prst="blockArc">
              <a:avLst>
                <a:gd name="adj1" fmla="val 16202951"/>
                <a:gd name="adj2" fmla="val 15005"/>
                <a:gd name="adj3" fmla="val 8556"/>
              </a:avLst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2ED3ED3D-EF1B-48BC-F032-5AF78CED7292}"/>
                </a:ext>
              </a:extLst>
            </p:cNvPr>
            <p:cNvSpPr/>
            <p:nvPr/>
          </p:nvSpPr>
          <p:spPr>
            <a:xfrm rot="16200000" flipH="1">
              <a:off x="8779979" y="4149457"/>
              <a:ext cx="3095235" cy="158577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053D468-CAC3-97CB-9FD2-454144BDA372}"/>
                </a:ext>
              </a:extLst>
            </p:cNvPr>
            <p:cNvSpPr/>
            <p:nvPr/>
          </p:nvSpPr>
          <p:spPr>
            <a:xfrm rot="5400000">
              <a:off x="6656715" y="1681207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6A3C8DF-86A6-20C5-7A55-F222F6CE566E}"/>
                </a:ext>
              </a:extLst>
            </p:cNvPr>
            <p:cNvSpPr/>
            <p:nvPr/>
          </p:nvSpPr>
          <p:spPr>
            <a:xfrm rot="10800000">
              <a:off x="10242292" y="5448820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5344223" y="2237499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5334485" y="1995188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5374515" y="2339332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5C90908F-B986-1652-CAAB-F13D9515B649}"/>
              </a:ext>
            </a:extLst>
          </p:cNvPr>
          <p:cNvSpPr/>
          <p:nvPr/>
        </p:nvSpPr>
        <p:spPr>
          <a:xfrm>
            <a:off x="4006964" y="1897941"/>
            <a:ext cx="418043" cy="4910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B9204D8-B2AB-3305-0CF4-BFFF1E6BE094}"/>
              </a:ext>
            </a:extLst>
          </p:cNvPr>
          <p:cNvSpPr/>
          <p:nvPr/>
        </p:nvSpPr>
        <p:spPr>
          <a:xfrm>
            <a:off x="3968455" y="2804968"/>
            <a:ext cx="457273" cy="4910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BC1B06AD-B3A8-F3AF-2F8F-6F70761A0ED3}"/>
              </a:ext>
            </a:extLst>
          </p:cNvPr>
          <p:cNvCxnSpPr>
            <a:cxnSpLocks/>
          </p:cNvCxnSpPr>
          <p:nvPr/>
        </p:nvCxnSpPr>
        <p:spPr>
          <a:xfrm>
            <a:off x="4104863" y="1532006"/>
            <a:ext cx="0" cy="31093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E3256781-7670-DF1E-9089-5F81295D8C3D}"/>
              </a:ext>
            </a:extLst>
          </p:cNvPr>
          <p:cNvCxnSpPr>
            <a:cxnSpLocks/>
          </p:cNvCxnSpPr>
          <p:nvPr/>
        </p:nvCxnSpPr>
        <p:spPr>
          <a:xfrm flipV="1">
            <a:off x="4104863" y="3431218"/>
            <a:ext cx="5576" cy="31919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4479156" y="3223406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4D9726F-3D20-702F-D218-532541E9855F}"/>
              </a:ext>
            </a:extLst>
          </p:cNvPr>
          <p:cNvSpPr/>
          <p:nvPr/>
        </p:nvSpPr>
        <p:spPr>
          <a:xfrm rot="16200000">
            <a:off x="2402459" y="2082033"/>
            <a:ext cx="1183023" cy="10428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6B7C818-A397-4B66-D1DC-504BDFBC8641}"/>
              </a:ext>
            </a:extLst>
          </p:cNvPr>
          <p:cNvSpPr/>
          <p:nvPr/>
        </p:nvSpPr>
        <p:spPr>
          <a:xfrm rot="16200000">
            <a:off x="3470850" y="2785365"/>
            <a:ext cx="461666" cy="35749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4083807" y="2434668"/>
            <a:ext cx="1846397" cy="502558"/>
            <a:chOff x="6539673" y="1769006"/>
            <a:chExt cx="2765278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6539673" y="1769006"/>
              <a:ext cx="2765278" cy="517749"/>
              <a:chOff x="6553808" y="2441551"/>
              <a:chExt cx="2765278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239748FE-C292-3199-352D-93AE4A0F5462}"/>
                  </a:ext>
                </a:extLst>
              </p:cNvPr>
              <p:cNvGrpSpPr/>
              <p:nvPr/>
            </p:nvGrpSpPr>
            <p:grpSpPr>
              <a:xfrm>
                <a:off x="6553808" y="2527517"/>
                <a:ext cx="2765278" cy="170489"/>
                <a:chOff x="4213666" y="1534913"/>
                <a:chExt cx="2765278" cy="170489"/>
              </a:xfrm>
            </p:grpSpPr>
            <p:sp>
              <p:nvSpPr>
                <p:cNvPr id="45" name="Rechteck 44">
                  <a:extLst>
                    <a:ext uri="{FF2B5EF4-FFF2-40B4-BE49-F238E27FC236}">
                      <a16:creationId xmlns:a16="http://schemas.microsoft.com/office/drawing/2014/main" id="{53573954-C09A-D124-66B0-053700DCE8A4}"/>
                    </a:ext>
                  </a:extLst>
                </p:cNvPr>
                <p:cNvSpPr/>
                <p:nvPr/>
              </p:nvSpPr>
              <p:spPr>
                <a:xfrm rot="5400000">
                  <a:off x="5505074" y="244336"/>
                  <a:ext cx="170071" cy="2751225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" name="Rechteck 60">
                  <a:extLst>
                    <a:ext uri="{FF2B5EF4-FFF2-40B4-BE49-F238E27FC236}">
                      <a16:creationId xmlns:a16="http://schemas.microsoft.com/office/drawing/2014/main" id="{146C0775-7B82-C30A-5E24-8A290C81C4B6}"/>
                    </a:ext>
                  </a:extLst>
                </p:cNvPr>
                <p:cNvSpPr/>
                <p:nvPr/>
              </p:nvSpPr>
              <p:spPr>
                <a:xfrm rot="5400000">
                  <a:off x="6731908" y="1458035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056468D7-EF2C-8020-BE74-B46BF68F2869}"/>
                    </a:ext>
                  </a:extLst>
                </p:cNvPr>
                <p:cNvSpPr/>
                <p:nvPr/>
              </p:nvSpPr>
              <p:spPr>
                <a:xfrm rot="5400000">
                  <a:off x="4290630" y="1458367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C2EDFC5-BD26-D23E-7981-2C5CED0FC5FA}"/>
              </a:ext>
            </a:extLst>
          </p:cNvPr>
          <p:cNvCxnSpPr>
            <a:cxnSpLocks/>
          </p:cNvCxnSpPr>
          <p:nvPr/>
        </p:nvCxnSpPr>
        <p:spPr>
          <a:xfrm>
            <a:off x="6018767" y="2733281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4EB67-539F-5616-81E1-BEE86F93AFD8}"/>
              </a:ext>
            </a:extLst>
          </p:cNvPr>
          <p:cNvCxnSpPr>
            <a:cxnSpLocks/>
          </p:cNvCxnSpPr>
          <p:nvPr/>
        </p:nvCxnSpPr>
        <p:spPr>
          <a:xfrm>
            <a:off x="6471849" y="2733281"/>
            <a:ext cx="301482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369E4F6-58C4-43C6-64D9-C9510EBF5A47}"/>
              </a:ext>
            </a:extLst>
          </p:cNvPr>
          <p:cNvCxnSpPr>
            <a:cxnSpLocks/>
          </p:cNvCxnSpPr>
          <p:nvPr/>
        </p:nvCxnSpPr>
        <p:spPr>
          <a:xfrm>
            <a:off x="6771884" y="3141658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6328450" y="3391098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7C33C-4339-D9E1-AD0A-234FAF1592CA}"/>
              </a:ext>
            </a:extLst>
          </p:cNvPr>
          <p:cNvSpPr/>
          <p:nvPr/>
        </p:nvSpPr>
        <p:spPr>
          <a:xfrm>
            <a:off x="6325338" y="4177129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4518110" y="2821239"/>
            <a:ext cx="697535" cy="127074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5580067" y="2812480"/>
            <a:ext cx="697535" cy="127074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2B9261D0-FFF2-F147-FE90-903868AF9A24}"/>
              </a:ext>
            </a:extLst>
          </p:cNvPr>
          <p:cNvCxnSpPr>
            <a:cxnSpLocks/>
          </p:cNvCxnSpPr>
          <p:nvPr/>
        </p:nvCxnSpPr>
        <p:spPr>
          <a:xfrm flipH="1">
            <a:off x="5266828" y="2362304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E33350F1-0E18-0BBD-BF9D-708854161389}"/>
              </a:ext>
            </a:extLst>
          </p:cNvPr>
          <p:cNvSpPr txBox="1"/>
          <p:nvPr/>
        </p:nvSpPr>
        <p:spPr>
          <a:xfrm>
            <a:off x="3635174" y="877341"/>
            <a:ext cx="10679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Upper Holder </a:t>
            </a:r>
          </a:p>
          <a:p>
            <a:pPr algn="ctr"/>
            <a:r>
              <a:rPr lang="de-DE" sz="1200" dirty="0" err="1"/>
              <a:t>cable</a:t>
            </a:r>
            <a:r>
              <a:rPr lang="de-DE" sz="1200" dirty="0"/>
              <a:t> lug</a:t>
            </a:r>
          </a:p>
          <a:p>
            <a:pPr algn="ctr"/>
            <a:r>
              <a:rPr lang="de-DE" sz="900" dirty="0"/>
              <a:t>(</a:t>
            </a:r>
            <a:r>
              <a:rPr lang="de-DE" sz="900" dirty="0" err="1"/>
              <a:t>Changeable</a:t>
            </a:r>
            <a:r>
              <a:rPr lang="de-DE" sz="900" dirty="0"/>
              <a:t>)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023C3ABA-6242-BFE2-4E16-9BB897445BC5}"/>
              </a:ext>
            </a:extLst>
          </p:cNvPr>
          <p:cNvSpPr/>
          <p:nvPr/>
        </p:nvSpPr>
        <p:spPr>
          <a:xfrm rot="5400000">
            <a:off x="5344223" y="4965561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4AEA39-2D67-1DED-E729-E34FFB88A7BC}"/>
              </a:ext>
            </a:extLst>
          </p:cNvPr>
          <p:cNvSpPr/>
          <p:nvPr/>
        </p:nvSpPr>
        <p:spPr>
          <a:xfrm rot="5400000">
            <a:off x="5334484" y="5300842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3D083ACC-2F47-A5F2-F9BF-29115F4A6C97}"/>
              </a:ext>
            </a:extLst>
          </p:cNvPr>
          <p:cNvSpPr/>
          <p:nvPr/>
        </p:nvSpPr>
        <p:spPr>
          <a:xfrm rot="5400000">
            <a:off x="5345878" y="5219073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22F36A2-EF16-3B93-CFDF-FAF2D5F0DC99}"/>
              </a:ext>
            </a:extLst>
          </p:cNvPr>
          <p:cNvGrpSpPr/>
          <p:nvPr/>
        </p:nvGrpSpPr>
        <p:grpSpPr>
          <a:xfrm>
            <a:off x="4521883" y="6090844"/>
            <a:ext cx="697535" cy="127074"/>
            <a:chOff x="7588613" y="2300848"/>
            <a:chExt cx="1044672" cy="191499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A9479E13-4DBC-37AD-EB5C-3F67940B0F50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9C6D5F97-60B1-FBA6-A7CF-BBC7D5FDF3F5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A0F61B71-D8A4-674F-AB7E-DD0A72FAD92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" name="Rechteck 118">
                  <a:extLst>
                    <a:ext uri="{FF2B5EF4-FFF2-40B4-BE49-F238E27FC236}">
                      <a16:creationId xmlns:a16="http://schemas.microsoft.com/office/drawing/2014/main" id="{F4D1BA27-E7B0-0E96-F1B1-DE3B8FE45A6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5E800AF0-301B-BFE0-9A21-6D9874063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52AE369-398C-8F1D-CA33-82B2018D0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70E4CA01-C258-9AFF-7FF4-F0D4D7A7B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8DEEBDF1-C146-0962-22E0-04B1F45C7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AF115E3-0C44-928C-211B-61098F287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BC48626D-B48F-F5E0-E5BA-077276376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6C21E41-C34C-DBB9-DACA-382F95F62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DFC59D05-5836-4B95-52A2-479CA1A2CD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8953ADF6-B8F0-B7D3-1445-B09EA829049F}"/>
              </a:ext>
            </a:extLst>
          </p:cNvPr>
          <p:cNvGrpSpPr/>
          <p:nvPr/>
        </p:nvGrpSpPr>
        <p:grpSpPr>
          <a:xfrm rot="10800000">
            <a:off x="5614320" y="6097325"/>
            <a:ext cx="697535" cy="127074"/>
            <a:chOff x="7588613" y="2300848"/>
            <a:chExt cx="1044672" cy="191499"/>
          </a:xfrm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8911768C-4F22-851E-E2E9-4AAAF8B86784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FDAF7AEC-2F1E-55D6-D119-21487F5C172A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31" name="Rechteck 130">
                  <a:extLst>
                    <a:ext uri="{FF2B5EF4-FFF2-40B4-BE49-F238E27FC236}">
                      <a16:creationId xmlns:a16="http://schemas.microsoft.com/office/drawing/2014/main" id="{1728AD92-B425-DF0E-EA9A-F50922809F9A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2" name="Rechteck 131">
                  <a:extLst>
                    <a:ext uri="{FF2B5EF4-FFF2-40B4-BE49-F238E27FC236}">
                      <a16:creationId xmlns:a16="http://schemas.microsoft.com/office/drawing/2014/main" id="{9675D895-7652-5CED-A485-852D877AF1BE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797BBA53-7A78-85D7-6563-6499E9528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27AFE2A8-0988-4A2E-D43B-BB83C1FA65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B8AB47B-D6FF-4ABD-2174-F8D3E7E67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A436A84-BD59-CA77-5D4F-FB97B86A46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EA471172-8772-AAA9-3313-DA2E70F39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C7910386-33BE-D00B-396B-6523A12BA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9B185215-0DC4-B6B6-C249-D23D519C15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BEBA401A-4205-ADDC-6700-F84A2516A7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hteck 94">
            <a:extLst>
              <a:ext uri="{FF2B5EF4-FFF2-40B4-BE49-F238E27FC236}">
                <a16:creationId xmlns:a16="http://schemas.microsoft.com/office/drawing/2014/main" id="{7ED6B6A1-765D-19C8-B464-9AF186B285E7}"/>
              </a:ext>
            </a:extLst>
          </p:cNvPr>
          <p:cNvSpPr/>
          <p:nvPr/>
        </p:nvSpPr>
        <p:spPr>
          <a:xfrm rot="16200000">
            <a:off x="5340908" y="5812843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A9144F9-4139-4A15-0734-00908E3E6242}"/>
              </a:ext>
            </a:extLst>
          </p:cNvPr>
          <p:cNvGrpSpPr/>
          <p:nvPr/>
        </p:nvGrpSpPr>
        <p:grpSpPr>
          <a:xfrm rot="10800000">
            <a:off x="5766091" y="6378516"/>
            <a:ext cx="137779" cy="226944"/>
            <a:chOff x="2419090" y="1272878"/>
            <a:chExt cx="206347" cy="342001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5FF30683-DCFA-6612-6687-89104F7F08ED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A7DD799-95C0-2ED2-3E33-2D71BF8858D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59947A6-B810-C7DE-5BD3-1937C96D0954}"/>
              </a:ext>
            </a:extLst>
          </p:cNvPr>
          <p:cNvGrpSpPr/>
          <p:nvPr/>
        </p:nvGrpSpPr>
        <p:grpSpPr>
          <a:xfrm rot="10800000">
            <a:off x="4887833" y="6382539"/>
            <a:ext cx="137779" cy="226944"/>
            <a:chOff x="2419090" y="1272878"/>
            <a:chExt cx="206347" cy="342001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6195073-FDDC-9814-A115-62377B254298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81F285E-0624-6AAD-A2FA-D80E32E7B57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68E2B52E-E331-EA59-3F9F-6ECF09E21294}"/>
              </a:ext>
            </a:extLst>
          </p:cNvPr>
          <p:cNvSpPr/>
          <p:nvPr/>
        </p:nvSpPr>
        <p:spPr>
          <a:xfrm rot="10800000">
            <a:off x="5239959" y="6106925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C137FD33-9346-8AFA-AE2D-D3614EC7828C}"/>
              </a:ext>
            </a:extLst>
          </p:cNvPr>
          <p:cNvSpPr/>
          <p:nvPr/>
        </p:nvSpPr>
        <p:spPr>
          <a:xfrm>
            <a:off x="7156969" y="2054590"/>
            <a:ext cx="1386486" cy="76399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F76EC6D3-88E0-B82C-D76F-FF6D23E712C6}"/>
              </a:ext>
            </a:extLst>
          </p:cNvPr>
          <p:cNvSpPr/>
          <p:nvPr/>
        </p:nvSpPr>
        <p:spPr>
          <a:xfrm>
            <a:off x="6755006" y="2316584"/>
            <a:ext cx="1323333" cy="27473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3B913014-9D2A-D141-420B-3364166C4A41}"/>
              </a:ext>
            </a:extLst>
          </p:cNvPr>
          <p:cNvCxnSpPr>
            <a:cxnSpLocks/>
          </p:cNvCxnSpPr>
          <p:nvPr/>
        </p:nvCxnSpPr>
        <p:spPr>
          <a:xfrm flipH="1">
            <a:off x="7004188" y="2455373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Textfeld 137">
            <a:extLst>
              <a:ext uri="{FF2B5EF4-FFF2-40B4-BE49-F238E27FC236}">
                <a16:creationId xmlns:a16="http://schemas.microsoft.com/office/drawing/2014/main" id="{AF322DBA-1307-0B4E-DD19-5130FEEDF809}"/>
              </a:ext>
            </a:extLst>
          </p:cNvPr>
          <p:cNvSpPr txBox="1"/>
          <p:nvPr/>
        </p:nvSpPr>
        <p:spPr>
          <a:xfrm>
            <a:off x="7120919" y="1734925"/>
            <a:ext cx="1217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Electrical</a:t>
            </a:r>
            <a:r>
              <a:rPr lang="de-DE" sz="1200" dirty="0"/>
              <a:t> Pusher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34189F4-FFB4-B5D4-F87D-C8A272101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5789" y="2752587"/>
            <a:ext cx="1834103" cy="1829159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87B1224-62F5-0F1B-0FEC-BE9CC64D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59873" y="936239"/>
            <a:ext cx="3113855" cy="1579169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83B1B9E-0F05-8A66-0326-97310D4A2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39019" y="4698708"/>
            <a:ext cx="1930642" cy="1963365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AFF308C7-DB2A-DEE3-CBC6-3D86B992F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15576" y="3792102"/>
            <a:ext cx="1776504" cy="2084432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52CE7228-BEF7-3195-3F61-C9E58E2214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53" t="45250" r="41264"/>
          <a:stretch/>
        </p:blipFill>
        <p:spPr>
          <a:xfrm>
            <a:off x="3567405" y="2438836"/>
            <a:ext cx="873565" cy="263925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951CD07D-CF93-67AD-FB7C-DD3A91FFC956}"/>
              </a:ext>
            </a:extLst>
          </p:cNvPr>
          <p:cNvSpPr txBox="1"/>
          <p:nvPr/>
        </p:nvSpPr>
        <p:spPr>
          <a:xfrm>
            <a:off x="3749643" y="3758395"/>
            <a:ext cx="738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Holder </a:t>
            </a:r>
          </a:p>
          <a:p>
            <a:pPr algn="ctr"/>
            <a:r>
              <a:rPr lang="de-DE" sz="1200" dirty="0" err="1"/>
              <a:t>cable</a:t>
            </a:r>
            <a:r>
              <a:rPr lang="de-DE" sz="1200" dirty="0"/>
              <a:t> lug</a:t>
            </a:r>
          </a:p>
        </p:txBody>
      </p: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7DB0E46-A926-C17C-9AC1-79D6C9D0B7C7}"/>
              </a:ext>
            </a:extLst>
          </p:cNvPr>
          <p:cNvCxnSpPr>
            <a:cxnSpLocks/>
          </p:cNvCxnSpPr>
          <p:nvPr/>
        </p:nvCxnSpPr>
        <p:spPr>
          <a:xfrm flipV="1">
            <a:off x="3382070" y="3295975"/>
            <a:ext cx="253104" cy="42506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Textfeld 145">
            <a:extLst>
              <a:ext uri="{FF2B5EF4-FFF2-40B4-BE49-F238E27FC236}">
                <a16:creationId xmlns:a16="http://schemas.microsoft.com/office/drawing/2014/main" id="{5FA83C0D-29F0-3070-5D16-641DCF4AC8D1}"/>
              </a:ext>
            </a:extLst>
          </p:cNvPr>
          <p:cNvSpPr txBox="1"/>
          <p:nvPr/>
        </p:nvSpPr>
        <p:spPr>
          <a:xfrm>
            <a:off x="3187348" y="371458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Die</a:t>
            </a:r>
          </a:p>
        </p:txBody>
      </p:sp>
      <p:sp>
        <p:nvSpPr>
          <p:cNvPr id="150" name="Bogen 149">
            <a:extLst>
              <a:ext uri="{FF2B5EF4-FFF2-40B4-BE49-F238E27FC236}">
                <a16:creationId xmlns:a16="http://schemas.microsoft.com/office/drawing/2014/main" id="{0E5591E4-C199-75C7-F5EC-7DB80C1D3AA5}"/>
              </a:ext>
            </a:extLst>
          </p:cNvPr>
          <p:cNvSpPr/>
          <p:nvPr/>
        </p:nvSpPr>
        <p:spPr>
          <a:xfrm rot="13414767">
            <a:off x="1987376" y="1587389"/>
            <a:ext cx="2385109" cy="2435158"/>
          </a:xfrm>
          <a:prstGeom prst="arc">
            <a:avLst>
              <a:gd name="adj1" fmla="val 16200000"/>
              <a:gd name="adj2" fmla="val 20892577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3289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 err="1">
                <a:latin typeface="+mj-lt"/>
              </a:rPr>
              <a:t>Tinning</a:t>
            </a:r>
            <a:r>
              <a:rPr lang="de-DE" sz="1400" b="1" dirty="0">
                <a:latin typeface="+mj-lt"/>
              </a:rPr>
              <a:t> Unit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283BBD-FE8F-99FC-4ED0-95CA074024D7}"/>
              </a:ext>
            </a:extLst>
          </p:cNvPr>
          <p:cNvGrpSpPr/>
          <p:nvPr/>
        </p:nvGrpSpPr>
        <p:grpSpPr>
          <a:xfrm>
            <a:off x="12166902" y="-620727"/>
            <a:ext cx="3832612" cy="4018192"/>
            <a:chOff x="6579751" y="1758171"/>
            <a:chExt cx="3832612" cy="4018192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3470D90-1D7E-C385-843E-1F29FDFF8162}"/>
                </a:ext>
              </a:extLst>
            </p:cNvPr>
            <p:cNvSpPr/>
            <p:nvPr/>
          </p:nvSpPr>
          <p:spPr>
            <a:xfrm rot="16200000" flipH="1">
              <a:off x="7804509" y="538111"/>
              <a:ext cx="165953" cy="260922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Halbbogen 69">
              <a:extLst>
                <a:ext uri="{FF2B5EF4-FFF2-40B4-BE49-F238E27FC236}">
                  <a16:creationId xmlns:a16="http://schemas.microsoft.com/office/drawing/2014/main" id="{4A6DA58D-31D7-5846-3A3D-853EBFBB7CF3}"/>
                </a:ext>
              </a:extLst>
            </p:cNvPr>
            <p:cNvSpPr/>
            <p:nvPr/>
          </p:nvSpPr>
          <p:spPr>
            <a:xfrm rot="5400000" flipH="1">
              <a:off x="8268725" y="1474985"/>
              <a:ext cx="1846968" cy="2419762"/>
            </a:xfrm>
            <a:prstGeom prst="blockArc">
              <a:avLst>
                <a:gd name="adj1" fmla="val 16202951"/>
                <a:gd name="adj2" fmla="val 15005"/>
                <a:gd name="adj3" fmla="val 8556"/>
              </a:avLst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2ED3ED3D-EF1B-48BC-F032-5AF78CED7292}"/>
                </a:ext>
              </a:extLst>
            </p:cNvPr>
            <p:cNvSpPr/>
            <p:nvPr/>
          </p:nvSpPr>
          <p:spPr>
            <a:xfrm rot="16200000" flipH="1">
              <a:off x="8779979" y="4149457"/>
              <a:ext cx="3095235" cy="158577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053D468-CAC3-97CB-9FD2-454144BDA372}"/>
                </a:ext>
              </a:extLst>
            </p:cNvPr>
            <p:cNvSpPr/>
            <p:nvPr/>
          </p:nvSpPr>
          <p:spPr>
            <a:xfrm rot="5400000">
              <a:off x="6656715" y="1681207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6A3C8DF-86A6-20C5-7A55-F222F6CE566E}"/>
                </a:ext>
              </a:extLst>
            </p:cNvPr>
            <p:cNvSpPr/>
            <p:nvPr/>
          </p:nvSpPr>
          <p:spPr>
            <a:xfrm rot="10800000">
              <a:off x="10242292" y="5448820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8FBBA35F-D8D0-9B3E-9506-57EC2265C24A}"/>
              </a:ext>
            </a:extLst>
          </p:cNvPr>
          <p:cNvSpPr/>
          <p:nvPr/>
        </p:nvSpPr>
        <p:spPr>
          <a:xfrm>
            <a:off x="7505174" y="1491463"/>
            <a:ext cx="224247" cy="91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07E4BCF-1193-BDB4-682C-D8FB281B9882}"/>
              </a:ext>
            </a:extLst>
          </p:cNvPr>
          <p:cNvCxnSpPr>
            <a:cxnSpLocks/>
          </p:cNvCxnSpPr>
          <p:nvPr/>
        </p:nvCxnSpPr>
        <p:spPr>
          <a:xfrm flipH="1" flipV="1">
            <a:off x="6988854" y="1706515"/>
            <a:ext cx="423623" cy="489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feld 132">
            <a:extLst>
              <a:ext uri="{FF2B5EF4-FFF2-40B4-BE49-F238E27FC236}">
                <a16:creationId xmlns:a16="http://schemas.microsoft.com/office/drawing/2014/main" id="{B8F8BAA5-E49D-EFAA-9CEA-79119B0F184B}"/>
              </a:ext>
            </a:extLst>
          </p:cNvPr>
          <p:cNvSpPr txBox="1"/>
          <p:nvPr/>
        </p:nvSpPr>
        <p:spPr>
          <a:xfrm>
            <a:off x="7133105" y="1147370"/>
            <a:ext cx="102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Induction</a:t>
            </a:r>
            <a:r>
              <a:rPr lang="de-DE" sz="1200" dirty="0"/>
              <a:t> </a:t>
            </a:r>
            <a:r>
              <a:rPr lang="de-DE" sz="1200" dirty="0" err="1"/>
              <a:t>coil</a:t>
            </a:r>
            <a:endParaRPr lang="de-DE" sz="1200" dirty="0"/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32EE3035-E8E3-AE12-7CA5-94A0A35AAEF6}"/>
              </a:ext>
            </a:extLst>
          </p:cNvPr>
          <p:cNvSpPr txBox="1"/>
          <p:nvPr/>
        </p:nvSpPr>
        <p:spPr>
          <a:xfrm>
            <a:off x="5500099" y="1066330"/>
            <a:ext cx="977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Automatical</a:t>
            </a:r>
            <a:r>
              <a:rPr lang="de-DE" sz="1200" dirty="0"/>
              <a:t> </a:t>
            </a:r>
          </a:p>
          <a:p>
            <a:r>
              <a:rPr lang="de-DE" sz="1200" dirty="0"/>
              <a:t>Tin </a:t>
            </a:r>
            <a:r>
              <a:rPr lang="de-DE" sz="1200" dirty="0" err="1"/>
              <a:t>feeder</a:t>
            </a:r>
            <a:endParaRPr lang="de-DE" sz="1200" dirty="0"/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8F953A37-E4C1-D801-055A-A54B275969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76519" y="1791942"/>
            <a:ext cx="50234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CA5EC026-5460-2C7C-68C5-DAE073C8AFED}"/>
              </a:ext>
            </a:extLst>
          </p:cNvPr>
          <p:cNvSpPr/>
          <p:nvPr/>
        </p:nvSpPr>
        <p:spPr>
          <a:xfrm rot="8372704">
            <a:off x="6702883" y="1149308"/>
            <a:ext cx="373560" cy="91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A9CA15F-A7FE-1AEE-F3E5-2437EB6191E2}"/>
              </a:ext>
            </a:extLst>
          </p:cNvPr>
          <p:cNvSpPr/>
          <p:nvPr/>
        </p:nvSpPr>
        <p:spPr>
          <a:xfrm>
            <a:off x="10628002" y="1703509"/>
            <a:ext cx="1386486" cy="76399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35230326-7359-EE45-BD2F-26D9DA95C869}"/>
              </a:ext>
            </a:extLst>
          </p:cNvPr>
          <p:cNvSpPr/>
          <p:nvPr/>
        </p:nvSpPr>
        <p:spPr>
          <a:xfrm>
            <a:off x="10226039" y="1965503"/>
            <a:ext cx="1323333" cy="27473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9B92412A-7C73-A19D-0502-CB5F0C8EC891}"/>
              </a:ext>
            </a:extLst>
          </p:cNvPr>
          <p:cNvCxnSpPr>
            <a:cxnSpLocks/>
          </p:cNvCxnSpPr>
          <p:nvPr/>
        </p:nvCxnSpPr>
        <p:spPr>
          <a:xfrm flipH="1">
            <a:off x="10475221" y="2104292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F6AEA677-E85B-26F6-FC15-6FF46A23CE9D}"/>
              </a:ext>
            </a:extLst>
          </p:cNvPr>
          <p:cNvSpPr txBox="1"/>
          <p:nvPr/>
        </p:nvSpPr>
        <p:spPr>
          <a:xfrm>
            <a:off x="10591952" y="1383844"/>
            <a:ext cx="1217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Electrical</a:t>
            </a:r>
            <a:r>
              <a:rPr lang="de-DE" sz="1200" dirty="0"/>
              <a:t> Pusher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CC3C2AA4-A893-CB81-0F2C-8AC54E49A2B7}"/>
              </a:ext>
            </a:extLst>
          </p:cNvPr>
          <p:cNvSpPr/>
          <p:nvPr/>
        </p:nvSpPr>
        <p:spPr>
          <a:xfrm rot="5400000">
            <a:off x="8815256" y="1886418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9A4B49D7-029E-A31B-E754-5A4F6E1B1F04}"/>
              </a:ext>
            </a:extLst>
          </p:cNvPr>
          <p:cNvSpPr/>
          <p:nvPr/>
        </p:nvSpPr>
        <p:spPr>
          <a:xfrm rot="5400000">
            <a:off x="8805518" y="1644107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06708AD9-EA01-BA05-910C-37C5F241EF97}"/>
              </a:ext>
            </a:extLst>
          </p:cNvPr>
          <p:cNvSpPr/>
          <p:nvPr/>
        </p:nvSpPr>
        <p:spPr>
          <a:xfrm rot="5400000">
            <a:off x="8845548" y="198825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94B29112-FCC2-8C65-E493-BC52FADFA3D5}"/>
              </a:ext>
            </a:extLst>
          </p:cNvPr>
          <p:cNvSpPr/>
          <p:nvPr/>
        </p:nvSpPr>
        <p:spPr>
          <a:xfrm>
            <a:off x="7950189" y="2872325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35CBD57D-1101-7A92-BC5F-8A16570A8321}"/>
              </a:ext>
            </a:extLst>
          </p:cNvPr>
          <p:cNvGrpSpPr/>
          <p:nvPr/>
        </p:nvGrpSpPr>
        <p:grpSpPr>
          <a:xfrm>
            <a:off x="7554840" y="2083587"/>
            <a:ext cx="1846397" cy="502558"/>
            <a:chOff x="6539673" y="1769006"/>
            <a:chExt cx="2765278" cy="757348"/>
          </a:xfrm>
        </p:grpSpPr>
        <p:grpSp>
          <p:nvGrpSpPr>
            <p:cNvPr id="141" name="Gruppieren 140">
              <a:extLst>
                <a:ext uri="{FF2B5EF4-FFF2-40B4-BE49-F238E27FC236}">
                  <a16:creationId xmlns:a16="http://schemas.microsoft.com/office/drawing/2014/main" id="{B9B5C1DD-59DD-22BE-3F5A-76A82A28C2C8}"/>
                </a:ext>
              </a:extLst>
            </p:cNvPr>
            <p:cNvGrpSpPr/>
            <p:nvPr/>
          </p:nvGrpSpPr>
          <p:grpSpPr>
            <a:xfrm>
              <a:off x="6539673" y="1769006"/>
              <a:ext cx="2765278" cy="517749"/>
              <a:chOff x="6553808" y="2441551"/>
              <a:chExt cx="2765278" cy="517749"/>
            </a:xfrm>
          </p:grpSpPr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773E1BB3-DC52-3D42-19C5-934041EE252B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4" name="Gruppieren 143">
                <a:extLst>
                  <a:ext uri="{FF2B5EF4-FFF2-40B4-BE49-F238E27FC236}">
                    <a16:creationId xmlns:a16="http://schemas.microsoft.com/office/drawing/2014/main" id="{A5C2904D-5A96-212C-6E7E-B00B19D05238}"/>
                  </a:ext>
                </a:extLst>
              </p:cNvPr>
              <p:cNvGrpSpPr/>
              <p:nvPr/>
            </p:nvGrpSpPr>
            <p:grpSpPr>
              <a:xfrm>
                <a:off x="6553808" y="2527517"/>
                <a:ext cx="2765278" cy="170489"/>
                <a:chOff x="4213666" y="1534913"/>
                <a:chExt cx="2765278" cy="170489"/>
              </a:xfrm>
            </p:grpSpPr>
            <p:sp>
              <p:nvSpPr>
                <p:cNvPr id="151" name="Rechteck 150">
                  <a:extLst>
                    <a:ext uri="{FF2B5EF4-FFF2-40B4-BE49-F238E27FC236}">
                      <a16:creationId xmlns:a16="http://schemas.microsoft.com/office/drawing/2014/main" id="{2B975266-7920-8097-8064-E346EA154327}"/>
                    </a:ext>
                  </a:extLst>
                </p:cNvPr>
                <p:cNvSpPr/>
                <p:nvPr/>
              </p:nvSpPr>
              <p:spPr>
                <a:xfrm rot="5400000">
                  <a:off x="5505074" y="244336"/>
                  <a:ext cx="170071" cy="2751225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2" name="Rechteck 151">
                  <a:extLst>
                    <a:ext uri="{FF2B5EF4-FFF2-40B4-BE49-F238E27FC236}">
                      <a16:creationId xmlns:a16="http://schemas.microsoft.com/office/drawing/2014/main" id="{FD5B4354-E59A-941A-A846-03A8E28842F6}"/>
                    </a:ext>
                  </a:extLst>
                </p:cNvPr>
                <p:cNvSpPr/>
                <p:nvPr/>
              </p:nvSpPr>
              <p:spPr>
                <a:xfrm rot="5400000">
                  <a:off x="6731908" y="1458035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3" name="Rechteck 152">
                  <a:extLst>
                    <a:ext uri="{FF2B5EF4-FFF2-40B4-BE49-F238E27FC236}">
                      <a16:creationId xmlns:a16="http://schemas.microsoft.com/office/drawing/2014/main" id="{71997374-3CDF-6FE7-6E49-81E93B9858C4}"/>
                    </a:ext>
                  </a:extLst>
                </p:cNvPr>
                <p:cNvSpPr/>
                <p:nvPr/>
              </p:nvSpPr>
              <p:spPr>
                <a:xfrm rot="5400000">
                  <a:off x="4290630" y="1458367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45" name="Gruppieren 144">
                <a:extLst>
                  <a:ext uri="{FF2B5EF4-FFF2-40B4-BE49-F238E27FC236}">
                    <a16:creationId xmlns:a16="http://schemas.microsoft.com/office/drawing/2014/main" id="{F07FC8D9-8B3F-4D71-2F5B-5421DF4C98E1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149" name="Rechteck 148">
                  <a:extLst>
                    <a:ext uri="{FF2B5EF4-FFF2-40B4-BE49-F238E27FC236}">
                      <a16:creationId xmlns:a16="http://schemas.microsoft.com/office/drawing/2014/main" id="{66E301CB-7929-8394-4B69-AE29EEDBA1D8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0" name="Ellipse 149">
                  <a:extLst>
                    <a:ext uri="{FF2B5EF4-FFF2-40B4-BE49-F238E27FC236}">
                      <a16:creationId xmlns:a16="http://schemas.microsoft.com/office/drawing/2014/main" id="{C422D11E-01DB-8AC2-B06D-40BB3328EF6C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46" name="Gruppieren 145">
                <a:extLst>
                  <a:ext uri="{FF2B5EF4-FFF2-40B4-BE49-F238E27FC236}">
                    <a16:creationId xmlns:a16="http://schemas.microsoft.com/office/drawing/2014/main" id="{95C16FCC-5001-F476-4D6F-0C12A2D70D27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147" name="Rechteck 146">
                  <a:extLst>
                    <a:ext uri="{FF2B5EF4-FFF2-40B4-BE49-F238E27FC236}">
                      <a16:creationId xmlns:a16="http://schemas.microsoft.com/office/drawing/2014/main" id="{46A25A71-7356-860F-3AC9-8FC93EDDD973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8" name="Ellipse 147">
                  <a:extLst>
                    <a:ext uri="{FF2B5EF4-FFF2-40B4-BE49-F238E27FC236}">
                      <a16:creationId xmlns:a16="http://schemas.microsoft.com/office/drawing/2014/main" id="{154EDE7F-96D4-D036-1F4B-D24B695D1026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C6332EA7-FD93-2DD1-9986-EAB371799710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38BC1ED7-F6A8-7E3B-2EEC-D5D6D1204B16}"/>
              </a:ext>
            </a:extLst>
          </p:cNvPr>
          <p:cNvCxnSpPr>
            <a:cxnSpLocks/>
          </p:cNvCxnSpPr>
          <p:nvPr/>
        </p:nvCxnSpPr>
        <p:spPr>
          <a:xfrm>
            <a:off x="9489800" y="2382200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98151FF0-04DB-1E61-1F30-0E285890D996}"/>
              </a:ext>
            </a:extLst>
          </p:cNvPr>
          <p:cNvCxnSpPr>
            <a:cxnSpLocks/>
          </p:cNvCxnSpPr>
          <p:nvPr/>
        </p:nvCxnSpPr>
        <p:spPr>
          <a:xfrm>
            <a:off x="9942882" y="2382200"/>
            <a:ext cx="301482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CB6E6DBE-8FAF-599E-7EB1-539AC2237475}"/>
              </a:ext>
            </a:extLst>
          </p:cNvPr>
          <p:cNvCxnSpPr>
            <a:cxnSpLocks/>
          </p:cNvCxnSpPr>
          <p:nvPr/>
        </p:nvCxnSpPr>
        <p:spPr>
          <a:xfrm>
            <a:off x="10242917" y="2790577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hteck 156">
            <a:extLst>
              <a:ext uri="{FF2B5EF4-FFF2-40B4-BE49-F238E27FC236}">
                <a16:creationId xmlns:a16="http://schemas.microsoft.com/office/drawing/2014/main" id="{4E9257FF-B536-384E-FE2B-B69887C4AFE4}"/>
              </a:ext>
            </a:extLst>
          </p:cNvPr>
          <p:cNvSpPr/>
          <p:nvPr/>
        </p:nvSpPr>
        <p:spPr>
          <a:xfrm>
            <a:off x="9799483" y="3040017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5A95A797-9110-D35C-D842-BEDBB29B00EE}"/>
              </a:ext>
            </a:extLst>
          </p:cNvPr>
          <p:cNvSpPr/>
          <p:nvPr/>
        </p:nvSpPr>
        <p:spPr>
          <a:xfrm>
            <a:off x="9796371" y="3826048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DC8A8500-A3AB-CD2C-CEAD-4BB7ED16047F}"/>
              </a:ext>
            </a:extLst>
          </p:cNvPr>
          <p:cNvGrpSpPr/>
          <p:nvPr/>
        </p:nvGrpSpPr>
        <p:grpSpPr>
          <a:xfrm>
            <a:off x="7989143" y="2470158"/>
            <a:ext cx="697535" cy="127074"/>
            <a:chOff x="7588613" y="2300848"/>
            <a:chExt cx="1044672" cy="191499"/>
          </a:xfrm>
        </p:grpSpPr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40021EBF-7DA4-AD63-E6FB-492AF2DD2A75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62" name="Gruppieren 161">
                <a:extLst>
                  <a:ext uri="{FF2B5EF4-FFF2-40B4-BE49-F238E27FC236}">
                    <a16:creationId xmlns:a16="http://schemas.microsoft.com/office/drawing/2014/main" id="{4E7B07F6-8C6E-07C4-B357-024239A0FD30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70" name="Rechteck 169">
                  <a:extLst>
                    <a:ext uri="{FF2B5EF4-FFF2-40B4-BE49-F238E27FC236}">
                      <a16:creationId xmlns:a16="http://schemas.microsoft.com/office/drawing/2014/main" id="{B0661073-957F-A785-075E-742D20C57075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1" name="Rechteck 170">
                  <a:extLst>
                    <a:ext uri="{FF2B5EF4-FFF2-40B4-BE49-F238E27FC236}">
                      <a16:creationId xmlns:a16="http://schemas.microsoft.com/office/drawing/2014/main" id="{99177356-D3C6-9B25-C0C5-6CED0B00037D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E87FB9AD-BE91-3649-83EC-FF377375B8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1B7A028E-ED63-B8AB-A820-20937D5071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F652855E-457B-A8B8-440B-8DFFD9F8B9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EB94D8E-C629-B721-A5DB-7E8817130E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F0F7AB19-EE3E-1FB2-5B46-81F79C71D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6D8F94B3-0FAF-C146-0804-74D01F3DBB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1FAD4C6E-8F92-1B33-475E-1A4A00FF7E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22E4FFE9-7B93-F087-5A48-F24BF1CD97C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uppieren 171">
            <a:extLst>
              <a:ext uri="{FF2B5EF4-FFF2-40B4-BE49-F238E27FC236}">
                <a16:creationId xmlns:a16="http://schemas.microsoft.com/office/drawing/2014/main" id="{D6324586-7A53-FE82-9A7F-84907C88EE73}"/>
              </a:ext>
            </a:extLst>
          </p:cNvPr>
          <p:cNvGrpSpPr/>
          <p:nvPr/>
        </p:nvGrpSpPr>
        <p:grpSpPr>
          <a:xfrm rot="10800000">
            <a:off x="9051100" y="2461399"/>
            <a:ext cx="697535" cy="127074"/>
            <a:chOff x="7588613" y="2300848"/>
            <a:chExt cx="1044672" cy="191499"/>
          </a:xfrm>
        </p:grpSpPr>
        <p:grpSp>
          <p:nvGrpSpPr>
            <p:cNvPr id="173" name="Gruppieren 172">
              <a:extLst>
                <a:ext uri="{FF2B5EF4-FFF2-40B4-BE49-F238E27FC236}">
                  <a16:creationId xmlns:a16="http://schemas.microsoft.com/office/drawing/2014/main" id="{E283419A-EF71-A56D-7F39-DEF3A9B5376E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75" name="Gruppieren 174">
                <a:extLst>
                  <a:ext uri="{FF2B5EF4-FFF2-40B4-BE49-F238E27FC236}">
                    <a16:creationId xmlns:a16="http://schemas.microsoft.com/office/drawing/2014/main" id="{9055E0FD-A86F-C4A7-2DCB-DBDB448FCB30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83" name="Rechteck 182">
                  <a:extLst>
                    <a:ext uri="{FF2B5EF4-FFF2-40B4-BE49-F238E27FC236}">
                      <a16:creationId xmlns:a16="http://schemas.microsoft.com/office/drawing/2014/main" id="{EC299392-0E47-4D66-FBF9-43D079FD92C4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84" name="Rechteck 183">
                  <a:extLst>
                    <a:ext uri="{FF2B5EF4-FFF2-40B4-BE49-F238E27FC236}">
                      <a16:creationId xmlns:a16="http://schemas.microsoft.com/office/drawing/2014/main" id="{1B4C1086-084D-9917-8F7D-92FD40C7318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6887D8DD-6C97-0EE9-289C-4AD7D2ADC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A6BC957B-B895-8DD7-2FBE-0690467ECC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63694DD9-9AE1-14DC-20C0-5AFAF1FECA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400B5678-CB28-1045-B01D-3B4A3EF644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0C5E1BE7-4259-14A1-5220-0027F7EAC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356F2605-95AF-5FDF-A5B8-6C6D6DE74B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EFFA9631-2178-3807-E49B-76BF7F4AC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E29E760C-A96C-CD7E-6961-8B8A7764C65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C7763393-F914-A347-FD4A-72BA2D580937}"/>
              </a:ext>
            </a:extLst>
          </p:cNvPr>
          <p:cNvCxnSpPr>
            <a:cxnSpLocks/>
          </p:cNvCxnSpPr>
          <p:nvPr/>
        </p:nvCxnSpPr>
        <p:spPr>
          <a:xfrm flipH="1">
            <a:off x="8737861" y="2011223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" name="Rechteck 185">
            <a:extLst>
              <a:ext uri="{FF2B5EF4-FFF2-40B4-BE49-F238E27FC236}">
                <a16:creationId xmlns:a16="http://schemas.microsoft.com/office/drawing/2014/main" id="{1FB8EE1C-AE11-1A3E-9F00-328A0AA5835A}"/>
              </a:ext>
            </a:extLst>
          </p:cNvPr>
          <p:cNvSpPr/>
          <p:nvPr/>
        </p:nvSpPr>
        <p:spPr>
          <a:xfrm rot="5400000">
            <a:off x="8815256" y="4614480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Rechteck 186">
            <a:extLst>
              <a:ext uri="{FF2B5EF4-FFF2-40B4-BE49-F238E27FC236}">
                <a16:creationId xmlns:a16="http://schemas.microsoft.com/office/drawing/2014/main" id="{58E2C65D-9D17-005F-E392-1255D8EC5DBC}"/>
              </a:ext>
            </a:extLst>
          </p:cNvPr>
          <p:cNvSpPr/>
          <p:nvPr/>
        </p:nvSpPr>
        <p:spPr>
          <a:xfrm rot="5400000">
            <a:off x="8805517" y="4949761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E416A83F-CAB2-617B-BE50-77EAB9266135}"/>
              </a:ext>
            </a:extLst>
          </p:cNvPr>
          <p:cNvSpPr/>
          <p:nvPr/>
        </p:nvSpPr>
        <p:spPr>
          <a:xfrm rot="5400000">
            <a:off x="8816911" y="4867992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9" name="Gruppieren 188">
            <a:extLst>
              <a:ext uri="{FF2B5EF4-FFF2-40B4-BE49-F238E27FC236}">
                <a16:creationId xmlns:a16="http://schemas.microsoft.com/office/drawing/2014/main" id="{F5109F9E-F28A-4D39-9A7B-9F148345DE52}"/>
              </a:ext>
            </a:extLst>
          </p:cNvPr>
          <p:cNvGrpSpPr/>
          <p:nvPr/>
        </p:nvGrpSpPr>
        <p:grpSpPr>
          <a:xfrm>
            <a:off x="7992916" y="5739763"/>
            <a:ext cx="697535" cy="127074"/>
            <a:chOff x="7588613" y="2300848"/>
            <a:chExt cx="1044672" cy="191499"/>
          </a:xfrm>
        </p:grpSpPr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219914D2-593D-9243-EB95-C5CA25A71039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92" name="Gruppieren 191">
                <a:extLst>
                  <a:ext uri="{FF2B5EF4-FFF2-40B4-BE49-F238E27FC236}">
                    <a16:creationId xmlns:a16="http://schemas.microsoft.com/office/drawing/2014/main" id="{0B3579DD-3139-130C-1777-C7B0BD8A3FBB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200" name="Rechteck 199">
                  <a:extLst>
                    <a:ext uri="{FF2B5EF4-FFF2-40B4-BE49-F238E27FC236}">
                      <a16:creationId xmlns:a16="http://schemas.microsoft.com/office/drawing/2014/main" id="{AFA50BE2-B407-1E68-ACEB-EC3191B1A630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1" name="Rechteck 200">
                  <a:extLst>
                    <a:ext uri="{FF2B5EF4-FFF2-40B4-BE49-F238E27FC236}">
                      <a16:creationId xmlns:a16="http://schemas.microsoft.com/office/drawing/2014/main" id="{A43688D5-5A97-7E01-9E9A-D89D17A84B46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93" name="Gerader Verbinder 192">
                <a:extLst>
                  <a:ext uri="{FF2B5EF4-FFF2-40B4-BE49-F238E27FC236}">
                    <a16:creationId xmlns:a16="http://schemas.microsoft.com/office/drawing/2014/main" id="{6DA6EBE0-E6E0-73E9-D6BE-9A33708543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193">
                <a:extLst>
                  <a:ext uri="{FF2B5EF4-FFF2-40B4-BE49-F238E27FC236}">
                    <a16:creationId xmlns:a16="http://schemas.microsoft.com/office/drawing/2014/main" id="{BEFDC473-7617-137C-7A30-7FDC21D059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Gerader Verbinder 194">
                <a:extLst>
                  <a:ext uri="{FF2B5EF4-FFF2-40B4-BE49-F238E27FC236}">
                    <a16:creationId xmlns:a16="http://schemas.microsoft.com/office/drawing/2014/main" id="{47AB84E4-21E2-FAB8-C45D-3F477C0933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Gerader Verbinder 195">
                <a:extLst>
                  <a:ext uri="{FF2B5EF4-FFF2-40B4-BE49-F238E27FC236}">
                    <a16:creationId xmlns:a16="http://schemas.microsoft.com/office/drawing/2014/main" id="{27BDEA89-5D43-B9F5-19EF-321EC8A08C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Gerader Verbinder 196">
                <a:extLst>
                  <a:ext uri="{FF2B5EF4-FFF2-40B4-BE49-F238E27FC236}">
                    <a16:creationId xmlns:a16="http://schemas.microsoft.com/office/drawing/2014/main" id="{3A9616DD-9BEC-B27F-6875-870B24FEB7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Gerader Verbinder 197">
                <a:extLst>
                  <a:ext uri="{FF2B5EF4-FFF2-40B4-BE49-F238E27FC236}">
                    <a16:creationId xmlns:a16="http://schemas.microsoft.com/office/drawing/2014/main" id="{3D58FE0C-F132-E521-E4A7-BFBF91FCE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Gerader Verbinder 198">
                <a:extLst>
                  <a:ext uri="{FF2B5EF4-FFF2-40B4-BE49-F238E27FC236}">
                    <a16:creationId xmlns:a16="http://schemas.microsoft.com/office/drawing/2014/main" id="{ABFE1F2B-9F5E-6FB7-4BE8-8CFB3A370A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B7E42E10-45FA-A415-2ADB-8E68FD3C1F4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8AB9FB9-C356-C007-C70F-F351BE27445B}"/>
              </a:ext>
            </a:extLst>
          </p:cNvPr>
          <p:cNvGrpSpPr/>
          <p:nvPr/>
        </p:nvGrpSpPr>
        <p:grpSpPr>
          <a:xfrm rot="10800000">
            <a:off x="9085353" y="5746244"/>
            <a:ext cx="697535" cy="127074"/>
            <a:chOff x="7588613" y="2300848"/>
            <a:chExt cx="1044672" cy="191499"/>
          </a:xfrm>
        </p:grpSpPr>
        <p:grpSp>
          <p:nvGrpSpPr>
            <p:cNvPr id="203" name="Gruppieren 202">
              <a:extLst>
                <a:ext uri="{FF2B5EF4-FFF2-40B4-BE49-F238E27FC236}">
                  <a16:creationId xmlns:a16="http://schemas.microsoft.com/office/drawing/2014/main" id="{C5E611DC-D582-46D9-2C80-7EE6BD33FAC8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205" name="Gruppieren 204">
                <a:extLst>
                  <a:ext uri="{FF2B5EF4-FFF2-40B4-BE49-F238E27FC236}">
                    <a16:creationId xmlns:a16="http://schemas.microsoft.com/office/drawing/2014/main" id="{163F4660-DA6E-49EF-995C-629728D210C2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213" name="Rechteck 212">
                  <a:extLst>
                    <a:ext uri="{FF2B5EF4-FFF2-40B4-BE49-F238E27FC236}">
                      <a16:creationId xmlns:a16="http://schemas.microsoft.com/office/drawing/2014/main" id="{0E03123C-1F80-F9ED-FDEE-B2A889170CF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4" name="Rechteck 213">
                  <a:extLst>
                    <a:ext uri="{FF2B5EF4-FFF2-40B4-BE49-F238E27FC236}">
                      <a16:creationId xmlns:a16="http://schemas.microsoft.com/office/drawing/2014/main" id="{62904BE8-F27C-F7D8-B841-083672C0E7B1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206" name="Gerader Verbinder 205">
                <a:extLst>
                  <a:ext uri="{FF2B5EF4-FFF2-40B4-BE49-F238E27FC236}">
                    <a16:creationId xmlns:a16="http://schemas.microsoft.com/office/drawing/2014/main" id="{4AFDC5AF-637E-C607-AAEE-BE2CF31049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Gerader Verbinder 206">
                <a:extLst>
                  <a:ext uri="{FF2B5EF4-FFF2-40B4-BE49-F238E27FC236}">
                    <a16:creationId xmlns:a16="http://schemas.microsoft.com/office/drawing/2014/main" id="{C969F6D9-3A52-1848-A164-3D8F58B230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Gerader Verbinder 207">
                <a:extLst>
                  <a:ext uri="{FF2B5EF4-FFF2-40B4-BE49-F238E27FC236}">
                    <a16:creationId xmlns:a16="http://schemas.microsoft.com/office/drawing/2014/main" id="{25A77DD0-1D34-CD37-4B7C-33BD6D8A4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Gerader Verbinder 208">
                <a:extLst>
                  <a:ext uri="{FF2B5EF4-FFF2-40B4-BE49-F238E27FC236}">
                    <a16:creationId xmlns:a16="http://schemas.microsoft.com/office/drawing/2014/main" id="{4280E451-4AA6-52EB-7200-2ADB827A9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3E5130F2-212E-93BA-2041-0FEAECF83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Gerader Verbinder 210">
                <a:extLst>
                  <a:ext uri="{FF2B5EF4-FFF2-40B4-BE49-F238E27FC236}">
                    <a16:creationId xmlns:a16="http://schemas.microsoft.com/office/drawing/2014/main" id="{0EE62DD3-9418-7328-4D95-9335170FB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Gerader Verbinder 211">
                <a:extLst>
                  <a:ext uri="{FF2B5EF4-FFF2-40B4-BE49-F238E27FC236}">
                    <a16:creationId xmlns:a16="http://schemas.microsoft.com/office/drawing/2014/main" id="{60952C06-BB09-BDA7-793F-C8E4232E6F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4" name="Gerader Verbinder 203">
              <a:extLst>
                <a:ext uri="{FF2B5EF4-FFF2-40B4-BE49-F238E27FC236}">
                  <a16:creationId xmlns:a16="http://schemas.microsoft.com/office/drawing/2014/main" id="{5D6394C9-14C1-9911-5465-C348CA36D5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" name="Rechteck 214">
            <a:extLst>
              <a:ext uri="{FF2B5EF4-FFF2-40B4-BE49-F238E27FC236}">
                <a16:creationId xmlns:a16="http://schemas.microsoft.com/office/drawing/2014/main" id="{D8B13BA7-1C11-69F8-AAA1-BF268290631A}"/>
              </a:ext>
            </a:extLst>
          </p:cNvPr>
          <p:cNvSpPr/>
          <p:nvPr/>
        </p:nvSpPr>
        <p:spPr>
          <a:xfrm rot="16200000">
            <a:off x="8811941" y="5461762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6" name="Gruppieren 215">
            <a:extLst>
              <a:ext uri="{FF2B5EF4-FFF2-40B4-BE49-F238E27FC236}">
                <a16:creationId xmlns:a16="http://schemas.microsoft.com/office/drawing/2014/main" id="{D0A4E0D4-F995-E678-2A53-1AF1FCC3B11D}"/>
              </a:ext>
            </a:extLst>
          </p:cNvPr>
          <p:cNvGrpSpPr/>
          <p:nvPr/>
        </p:nvGrpSpPr>
        <p:grpSpPr>
          <a:xfrm rot="10800000">
            <a:off x="9237124" y="6027435"/>
            <a:ext cx="137779" cy="226944"/>
            <a:chOff x="2419090" y="1272878"/>
            <a:chExt cx="206347" cy="342001"/>
          </a:xfrm>
        </p:grpSpPr>
        <p:sp>
          <p:nvSpPr>
            <p:cNvPr id="217" name="Rechteck 216">
              <a:extLst>
                <a:ext uri="{FF2B5EF4-FFF2-40B4-BE49-F238E27FC236}">
                  <a16:creationId xmlns:a16="http://schemas.microsoft.com/office/drawing/2014/main" id="{E4F7BF24-8CD8-6790-C9FE-A0DEA17B223F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9E3B2834-9203-3CA5-B849-58B489A403F3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0A69E6CB-CD95-894E-EC0A-8917FFC3132D}"/>
              </a:ext>
            </a:extLst>
          </p:cNvPr>
          <p:cNvGrpSpPr/>
          <p:nvPr/>
        </p:nvGrpSpPr>
        <p:grpSpPr>
          <a:xfrm rot="10800000">
            <a:off x="8358866" y="6031458"/>
            <a:ext cx="137779" cy="226944"/>
            <a:chOff x="2419090" y="1272878"/>
            <a:chExt cx="206347" cy="342001"/>
          </a:xfrm>
        </p:grpSpPr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EE0092C5-C29D-478C-9B0C-9E13A260D043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F8672B0E-81D1-D4BC-247D-CA525738D3FE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22" name="Rechteck 221">
            <a:extLst>
              <a:ext uri="{FF2B5EF4-FFF2-40B4-BE49-F238E27FC236}">
                <a16:creationId xmlns:a16="http://schemas.microsoft.com/office/drawing/2014/main" id="{7351DFA2-7117-7E0E-7810-4812FB7B0052}"/>
              </a:ext>
            </a:extLst>
          </p:cNvPr>
          <p:cNvSpPr/>
          <p:nvPr/>
        </p:nvSpPr>
        <p:spPr>
          <a:xfrm rot="10800000">
            <a:off x="8710992" y="5755844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23" name="Gerade Verbindung mit Pfeil 222">
            <a:extLst>
              <a:ext uri="{FF2B5EF4-FFF2-40B4-BE49-F238E27FC236}">
                <a16:creationId xmlns:a16="http://schemas.microsoft.com/office/drawing/2014/main" id="{EE520E2A-B884-BA7D-4460-B94E63DE5778}"/>
              </a:ext>
            </a:extLst>
          </p:cNvPr>
          <p:cNvCxnSpPr>
            <a:cxnSpLocks/>
          </p:cNvCxnSpPr>
          <p:nvPr/>
        </p:nvCxnSpPr>
        <p:spPr>
          <a:xfrm flipH="1">
            <a:off x="10475221" y="2104292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4" name="Grafik 223">
            <a:extLst>
              <a:ext uri="{FF2B5EF4-FFF2-40B4-BE49-F238E27FC236}">
                <a16:creationId xmlns:a16="http://schemas.microsoft.com/office/drawing/2014/main" id="{2D186B97-79E9-0481-B996-ED920A80BBF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53" t="45250" r="41264"/>
          <a:stretch/>
        </p:blipFill>
        <p:spPr>
          <a:xfrm>
            <a:off x="7038438" y="2087755"/>
            <a:ext cx="873565" cy="263925"/>
          </a:xfrm>
          <a:prstGeom prst="rect">
            <a:avLst/>
          </a:prstGeom>
        </p:spPr>
      </p:pic>
      <p:sp>
        <p:nvSpPr>
          <p:cNvPr id="226" name="Flussdiagramm: Manuelle Eingabe 225">
            <a:extLst>
              <a:ext uri="{FF2B5EF4-FFF2-40B4-BE49-F238E27FC236}">
                <a16:creationId xmlns:a16="http://schemas.microsoft.com/office/drawing/2014/main" id="{8796C25D-6D09-0BA7-3CD0-3B91C5E13C19}"/>
              </a:ext>
            </a:extLst>
          </p:cNvPr>
          <p:cNvSpPr/>
          <p:nvPr/>
        </p:nvSpPr>
        <p:spPr>
          <a:xfrm flipH="1">
            <a:off x="6588613" y="2273718"/>
            <a:ext cx="738846" cy="457200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295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51E65C9-F4B1-9E6B-ADBB-BDC5D324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331" y="1982087"/>
            <a:ext cx="646553" cy="8050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>
                <a:latin typeface="+mj-lt"/>
              </a:rPr>
              <a:t>Visual </a:t>
            </a:r>
            <a:r>
              <a:rPr lang="de-DE" sz="1400" b="1" dirty="0" err="1">
                <a:latin typeface="+mj-lt"/>
              </a:rPr>
              <a:t>Inspection</a:t>
            </a:r>
            <a:r>
              <a:rPr lang="de-DE" sz="1400" b="1" dirty="0">
                <a:latin typeface="+mj-lt"/>
              </a:rPr>
              <a:t> Terminal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283BBD-FE8F-99FC-4ED0-95CA074024D7}"/>
              </a:ext>
            </a:extLst>
          </p:cNvPr>
          <p:cNvGrpSpPr/>
          <p:nvPr/>
        </p:nvGrpSpPr>
        <p:grpSpPr>
          <a:xfrm>
            <a:off x="12166902" y="-620727"/>
            <a:ext cx="3832612" cy="4018192"/>
            <a:chOff x="6579751" y="1758171"/>
            <a:chExt cx="3832612" cy="4018192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3470D90-1D7E-C385-843E-1F29FDFF8162}"/>
                </a:ext>
              </a:extLst>
            </p:cNvPr>
            <p:cNvSpPr/>
            <p:nvPr/>
          </p:nvSpPr>
          <p:spPr>
            <a:xfrm rot="16200000" flipH="1">
              <a:off x="7804509" y="538111"/>
              <a:ext cx="165953" cy="260922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Halbbogen 69">
              <a:extLst>
                <a:ext uri="{FF2B5EF4-FFF2-40B4-BE49-F238E27FC236}">
                  <a16:creationId xmlns:a16="http://schemas.microsoft.com/office/drawing/2014/main" id="{4A6DA58D-31D7-5846-3A3D-853EBFBB7CF3}"/>
                </a:ext>
              </a:extLst>
            </p:cNvPr>
            <p:cNvSpPr/>
            <p:nvPr/>
          </p:nvSpPr>
          <p:spPr>
            <a:xfrm rot="5400000" flipH="1">
              <a:off x="8268725" y="1474985"/>
              <a:ext cx="1846968" cy="2419762"/>
            </a:xfrm>
            <a:prstGeom prst="blockArc">
              <a:avLst>
                <a:gd name="adj1" fmla="val 16202951"/>
                <a:gd name="adj2" fmla="val 15005"/>
                <a:gd name="adj3" fmla="val 8556"/>
              </a:avLst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2ED3ED3D-EF1B-48BC-F032-5AF78CED7292}"/>
                </a:ext>
              </a:extLst>
            </p:cNvPr>
            <p:cNvSpPr/>
            <p:nvPr/>
          </p:nvSpPr>
          <p:spPr>
            <a:xfrm rot="16200000" flipH="1">
              <a:off x="8779979" y="4149457"/>
              <a:ext cx="3095235" cy="158577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053D468-CAC3-97CB-9FD2-454144BDA372}"/>
                </a:ext>
              </a:extLst>
            </p:cNvPr>
            <p:cNvSpPr/>
            <p:nvPr/>
          </p:nvSpPr>
          <p:spPr>
            <a:xfrm rot="5400000">
              <a:off x="6656715" y="1681207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6A3C8DF-86A6-20C5-7A55-F222F6CE566E}"/>
                </a:ext>
              </a:extLst>
            </p:cNvPr>
            <p:cNvSpPr/>
            <p:nvPr/>
          </p:nvSpPr>
          <p:spPr>
            <a:xfrm rot="10800000">
              <a:off x="10242292" y="5448820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2" name="Rechteck 91">
            <a:extLst>
              <a:ext uri="{FF2B5EF4-FFF2-40B4-BE49-F238E27FC236}">
                <a16:creationId xmlns:a16="http://schemas.microsoft.com/office/drawing/2014/main" id="{CC3C2AA4-A893-CB81-0F2C-8AC54E49A2B7}"/>
              </a:ext>
            </a:extLst>
          </p:cNvPr>
          <p:cNvSpPr/>
          <p:nvPr/>
        </p:nvSpPr>
        <p:spPr>
          <a:xfrm rot="5400000">
            <a:off x="7095169" y="1892434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9A4B49D7-029E-A31B-E754-5A4F6E1B1F04}"/>
              </a:ext>
            </a:extLst>
          </p:cNvPr>
          <p:cNvSpPr/>
          <p:nvPr/>
        </p:nvSpPr>
        <p:spPr>
          <a:xfrm rot="5400000">
            <a:off x="7085431" y="1650123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06708AD9-EA01-BA05-910C-37C5F241EF97}"/>
              </a:ext>
            </a:extLst>
          </p:cNvPr>
          <p:cNvSpPr/>
          <p:nvPr/>
        </p:nvSpPr>
        <p:spPr>
          <a:xfrm rot="5400000">
            <a:off x="7125461" y="1994267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94B29112-FCC2-8C65-E493-BC52FADFA3D5}"/>
              </a:ext>
            </a:extLst>
          </p:cNvPr>
          <p:cNvSpPr/>
          <p:nvPr/>
        </p:nvSpPr>
        <p:spPr>
          <a:xfrm>
            <a:off x="6230102" y="2878341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35CBD57D-1101-7A92-BC5F-8A16570A8321}"/>
              </a:ext>
            </a:extLst>
          </p:cNvPr>
          <p:cNvGrpSpPr/>
          <p:nvPr/>
        </p:nvGrpSpPr>
        <p:grpSpPr>
          <a:xfrm>
            <a:off x="5834754" y="2089603"/>
            <a:ext cx="1846397" cy="502558"/>
            <a:chOff x="6539673" y="1769006"/>
            <a:chExt cx="2765278" cy="757348"/>
          </a:xfrm>
        </p:grpSpPr>
        <p:grpSp>
          <p:nvGrpSpPr>
            <p:cNvPr id="141" name="Gruppieren 140">
              <a:extLst>
                <a:ext uri="{FF2B5EF4-FFF2-40B4-BE49-F238E27FC236}">
                  <a16:creationId xmlns:a16="http://schemas.microsoft.com/office/drawing/2014/main" id="{B9B5C1DD-59DD-22BE-3F5A-76A82A28C2C8}"/>
                </a:ext>
              </a:extLst>
            </p:cNvPr>
            <p:cNvGrpSpPr/>
            <p:nvPr/>
          </p:nvGrpSpPr>
          <p:grpSpPr>
            <a:xfrm>
              <a:off x="6539673" y="1769006"/>
              <a:ext cx="2765278" cy="517749"/>
              <a:chOff x="6553808" y="2441551"/>
              <a:chExt cx="2765278" cy="517749"/>
            </a:xfrm>
          </p:grpSpPr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773E1BB3-DC52-3D42-19C5-934041EE252B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4" name="Gruppieren 143">
                <a:extLst>
                  <a:ext uri="{FF2B5EF4-FFF2-40B4-BE49-F238E27FC236}">
                    <a16:creationId xmlns:a16="http://schemas.microsoft.com/office/drawing/2014/main" id="{A5C2904D-5A96-212C-6E7E-B00B19D05238}"/>
                  </a:ext>
                </a:extLst>
              </p:cNvPr>
              <p:cNvGrpSpPr/>
              <p:nvPr/>
            </p:nvGrpSpPr>
            <p:grpSpPr>
              <a:xfrm>
                <a:off x="6553808" y="2527517"/>
                <a:ext cx="2765278" cy="170489"/>
                <a:chOff x="4213666" y="1534913"/>
                <a:chExt cx="2765278" cy="170489"/>
              </a:xfrm>
            </p:grpSpPr>
            <p:sp>
              <p:nvSpPr>
                <p:cNvPr id="151" name="Rechteck 150">
                  <a:extLst>
                    <a:ext uri="{FF2B5EF4-FFF2-40B4-BE49-F238E27FC236}">
                      <a16:creationId xmlns:a16="http://schemas.microsoft.com/office/drawing/2014/main" id="{2B975266-7920-8097-8064-E346EA154327}"/>
                    </a:ext>
                  </a:extLst>
                </p:cNvPr>
                <p:cNvSpPr/>
                <p:nvPr/>
              </p:nvSpPr>
              <p:spPr>
                <a:xfrm rot="5400000">
                  <a:off x="5505074" y="244336"/>
                  <a:ext cx="170071" cy="2751225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2" name="Rechteck 151">
                  <a:extLst>
                    <a:ext uri="{FF2B5EF4-FFF2-40B4-BE49-F238E27FC236}">
                      <a16:creationId xmlns:a16="http://schemas.microsoft.com/office/drawing/2014/main" id="{FD5B4354-E59A-941A-A846-03A8E28842F6}"/>
                    </a:ext>
                  </a:extLst>
                </p:cNvPr>
                <p:cNvSpPr/>
                <p:nvPr/>
              </p:nvSpPr>
              <p:spPr>
                <a:xfrm rot="5400000">
                  <a:off x="6731908" y="1458035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3" name="Rechteck 152">
                  <a:extLst>
                    <a:ext uri="{FF2B5EF4-FFF2-40B4-BE49-F238E27FC236}">
                      <a16:creationId xmlns:a16="http://schemas.microsoft.com/office/drawing/2014/main" id="{71997374-3CDF-6FE7-6E49-81E93B9858C4}"/>
                    </a:ext>
                  </a:extLst>
                </p:cNvPr>
                <p:cNvSpPr/>
                <p:nvPr/>
              </p:nvSpPr>
              <p:spPr>
                <a:xfrm rot="5400000">
                  <a:off x="4290630" y="1458367"/>
                  <a:ext cx="170071" cy="324000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45" name="Gruppieren 144">
                <a:extLst>
                  <a:ext uri="{FF2B5EF4-FFF2-40B4-BE49-F238E27FC236}">
                    <a16:creationId xmlns:a16="http://schemas.microsoft.com/office/drawing/2014/main" id="{F07FC8D9-8B3F-4D71-2F5B-5421DF4C98E1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149" name="Rechteck 148">
                  <a:extLst>
                    <a:ext uri="{FF2B5EF4-FFF2-40B4-BE49-F238E27FC236}">
                      <a16:creationId xmlns:a16="http://schemas.microsoft.com/office/drawing/2014/main" id="{66E301CB-7929-8394-4B69-AE29EEDBA1D8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0" name="Ellipse 149">
                  <a:extLst>
                    <a:ext uri="{FF2B5EF4-FFF2-40B4-BE49-F238E27FC236}">
                      <a16:creationId xmlns:a16="http://schemas.microsoft.com/office/drawing/2014/main" id="{C422D11E-01DB-8AC2-B06D-40BB3328EF6C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46" name="Gruppieren 145">
                <a:extLst>
                  <a:ext uri="{FF2B5EF4-FFF2-40B4-BE49-F238E27FC236}">
                    <a16:creationId xmlns:a16="http://schemas.microsoft.com/office/drawing/2014/main" id="{95C16FCC-5001-F476-4D6F-0C12A2D70D27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147" name="Rechteck 146">
                  <a:extLst>
                    <a:ext uri="{FF2B5EF4-FFF2-40B4-BE49-F238E27FC236}">
                      <a16:creationId xmlns:a16="http://schemas.microsoft.com/office/drawing/2014/main" id="{46A25A71-7356-860F-3AC9-8FC93EDDD973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8" name="Ellipse 147">
                  <a:extLst>
                    <a:ext uri="{FF2B5EF4-FFF2-40B4-BE49-F238E27FC236}">
                      <a16:creationId xmlns:a16="http://schemas.microsoft.com/office/drawing/2014/main" id="{154EDE7F-96D4-D036-1F4B-D24B695D1026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C6332EA7-FD93-2DD1-9986-EAB371799710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38BC1ED7-F6A8-7E3B-2EEC-D5D6D1204B16}"/>
              </a:ext>
            </a:extLst>
          </p:cNvPr>
          <p:cNvCxnSpPr>
            <a:cxnSpLocks/>
          </p:cNvCxnSpPr>
          <p:nvPr/>
        </p:nvCxnSpPr>
        <p:spPr>
          <a:xfrm>
            <a:off x="7769713" y="2388216"/>
            <a:ext cx="46419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98151FF0-04DB-1E61-1F30-0E285890D996}"/>
              </a:ext>
            </a:extLst>
          </p:cNvPr>
          <p:cNvCxnSpPr>
            <a:cxnSpLocks/>
          </p:cNvCxnSpPr>
          <p:nvPr/>
        </p:nvCxnSpPr>
        <p:spPr>
          <a:xfrm>
            <a:off x="8222795" y="2388216"/>
            <a:ext cx="301482" cy="424382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CB6E6DBE-8FAF-599E-7EB1-539AC2237475}"/>
              </a:ext>
            </a:extLst>
          </p:cNvPr>
          <p:cNvCxnSpPr>
            <a:cxnSpLocks/>
          </p:cNvCxnSpPr>
          <p:nvPr/>
        </p:nvCxnSpPr>
        <p:spPr>
          <a:xfrm>
            <a:off x="8522830" y="2796593"/>
            <a:ext cx="6016" cy="220052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hteck 156">
            <a:extLst>
              <a:ext uri="{FF2B5EF4-FFF2-40B4-BE49-F238E27FC236}">
                <a16:creationId xmlns:a16="http://schemas.microsoft.com/office/drawing/2014/main" id="{4E9257FF-B536-384E-FE2B-B69887C4AFE4}"/>
              </a:ext>
            </a:extLst>
          </p:cNvPr>
          <p:cNvSpPr/>
          <p:nvPr/>
        </p:nvSpPr>
        <p:spPr>
          <a:xfrm>
            <a:off x="8079396" y="3046033"/>
            <a:ext cx="441892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5A95A797-9110-D35C-D842-BEDBB29B00EE}"/>
              </a:ext>
            </a:extLst>
          </p:cNvPr>
          <p:cNvSpPr/>
          <p:nvPr/>
        </p:nvSpPr>
        <p:spPr>
          <a:xfrm>
            <a:off x="8076284" y="3832064"/>
            <a:ext cx="44654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DC8A8500-A3AB-CD2C-CEAD-4BB7ED16047F}"/>
              </a:ext>
            </a:extLst>
          </p:cNvPr>
          <p:cNvGrpSpPr/>
          <p:nvPr/>
        </p:nvGrpSpPr>
        <p:grpSpPr>
          <a:xfrm>
            <a:off x="6269056" y="2476174"/>
            <a:ext cx="697535" cy="127074"/>
            <a:chOff x="7588613" y="2300848"/>
            <a:chExt cx="1044672" cy="191499"/>
          </a:xfrm>
        </p:grpSpPr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40021EBF-7DA4-AD63-E6FB-492AF2DD2A75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62" name="Gruppieren 161">
                <a:extLst>
                  <a:ext uri="{FF2B5EF4-FFF2-40B4-BE49-F238E27FC236}">
                    <a16:creationId xmlns:a16="http://schemas.microsoft.com/office/drawing/2014/main" id="{4E7B07F6-8C6E-07C4-B357-024239A0FD30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70" name="Rechteck 169">
                  <a:extLst>
                    <a:ext uri="{FF2B5EF4-FFF2-40B4-BE49-F238E27FC236}">
                      <a16:creationId xmlns:a16="http://schemas.microsoft.com/office/drawing/2014/main" id="{B0661073-957F-A785-075E-742D20C57075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1" name="Rechteck 170">
                  <a:extLst>
                    <a:ext uri="{FF2B5EF4-FFF2-40B4-BE49-F238E27FC236}">
                      <a16:creationId xmlns:a16="http://schemas.microsoft.com/office/drawing/2014/main" id="{99177356-D3C6-9B25-C0C5-6CED0B00037D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E87FB9AD-BE91-3649-83EC-FF377375B8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1B7A028E-ED63-B8AB-A820-20937D5071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F652855E-457B-A8B8-440B-8DFFD9F8B9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EB94D8E-C629-B721-A5DB-7E8817130E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F0F7AB19-EE3E-1FB2-5B46-81F79C71D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6D8F94B3-0FAF-C146-0804-74D01F3DBB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1FAD4C6E-8F92-1B33-475E-1A4A00FF7E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22E4FFE9-7B93-F087-5A48-F24BF1CD97C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uppieren 171">
            <a:extLst>
              <a:ext uri="{FF2B5EF4-FFF2-40B4-BE49-F238E27FC236}">
                <a16:creationId xmlns:a16="http://schemas.microsoft.com/office/drawing/2014/main" id="{D6324586-7A53-FE82-9A7F-84907C88EE73}"/>
              </a:ext>
            </a:extLst>
          </p:cNvPr>
          <p:cNvGrpSpPr/>
          <p:nvPr/>
        </p:nvGrpSpPr>
        <p:grpSpPr>
          <a:xfrm rot="10800000">
            <a:off x="7331013" y="2467415"/>
            <a:ext cx="697535" cy="127074"/>
            <a:chOff x="7588613" y="2300848"/>
            <a:chExt cx="1044672" cy="191499"/>
          </a:xfrm>
        </p:grpSpPr>
        <p:grpSp>
          <p:nvGrpSpPr>
            <p:cNvPr id="173" name="Gruppieren 172">
              <a:extLst>
                <a:ext uri="{FF2B5EF4-FFF2-40B4-BE49-F238E27FC236}">
                  <a16:creationId xmlns:a16="http://schemas.microsoft.com/office/drawing/2014/main" id="{E283419A-EF71-A56D-7F39-DEF3A9B5376E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75" name="Gruppieren 174">
                <a:extLst>
                  <a:ext uri="{FF2B5EF4-FFF2-40B4-BE49-F238E27FC236}">
                    <a16:creationId xmlns:a16="http://schemas.microsoft.com/office/drawing/2014/main" id="{9055E0FD-A86F-C4A7-2DCB-DBDB448FCB30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83" name="Rechteck 182">
                  <a:extLst>
                    <a:ext uri="{FF2B5EF4-FFF2-40B4-BE49-F238E27FC236}">
                      <a16:creationId xmlns:a16="http://schemas.microsoft.com/office/drawing/2014/main" id="{EC299392-0E47-4D66-FBF9-43D079FD92C4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84" name="Rechteck 183">
                  <a:extLst>
                    <a:ext uri="{FF2B5EF4-FFF2-40B4-BE49-F238E27FC236}">
                      <a16:creationId xmlns:a16="http://schemas.microsoft.com/office/drawing/2014/main" id="{1B4C1086-084D-9917-8F7D-92FD40C7318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6887D8DD-6C97-0EE9-289C-4AD7D2ADC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A6BC957B-B895-8DD7-2FBE-0690467ECC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63694DD9-9AE1-14DC-20C0-5AFAF1FECA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400B5678-CB28-1045-B01D-3B4A3EF644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0C5E1BE7-4259-14A1-5220-0027F7EAC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356F2605-95AF-5FDF-A5B8-6C6D6DE74B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EFFA9631-2178-3807-E49B-76BF7F4AC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E29E760C-A96C-CD7E-6961-8B8A7764C65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C7763393-F914-A347-FD4A-72BA2D580937}"/>
              </a:ext>
            </a:extLst>
          </p:cNvPr>
          <p:cNvCxnSpPr>
            <a:cxnSpLocks/>
          </p:cNvCxnSpPr>
          <p:nvPr/>
        </p:nvCxnSpPr>
        <p:spPr>
          <a:xfrm flipH="1">
            <a:off x="7017774" y="2017239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" name="Rechteck 185">
            <a:extLst>
              <a:ext uri="{FF2B5EF4-FFF2-40B4-BE49-F238E27FC236}">
                <a16:creationId xmlns:a16="http://schemas.microsoft.com/office/drawing/2014/main" id="{1FB8EE1C-AE11-1A3E-9F00-328A0AA5835A}"/>
              </a:ext>
            </a:extLst>
          </p:cNvPr>
          <p:cNvSpPr/>
          <p:nvPr/>
        </p:nvSpPr>
        <p:spPr>
          <a:xfrm rot="5400000">
            <a:off x="7095169" y="4620496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Rechteck 186">
            <a:extLst>
              <a:ext uri="{FF2B5EF4-FFF2-40B4-BE49-F238E27FC236}">
                <a16:creationId xmlns:a16="http://schemas.microsoft.com/office/drawing/2014/main" id="{58E2C65D-9D17-005F-E392-1255D8EC5DBC}"/>
              </a:ext>
            </a:extLst>
          </p:cNvPr>
          <p:cNvSpPr/>
          <p:nvPr/>
        </p:nvSpPr>
        <p:spPr>
          <a:xfrm rot="5400000">
            <a:off x="7085430" y="4955777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E416A83F-CAB2-617B-BE50-77EAB9266135}"/>
              </a:ext>
            </a:extLst>
          </p:cNvPr>
          <p:cNvSpPr/>
          <p:nvPr/>
        </p:nvSpPr>
        <p:spPr>
          <a:xfrm rot="5400000">
            <a:off x="7096824" y="4874008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9" name="Gruppieren 188">
            <a:extLst>
              <a:ext uri="{FF2B5EF4-FFF2-40B4-BE49-F238E27FC236}">
                <a16:creationId xmlns:a16="http://schemas.microsoft.com/office/drawing/2014/main" id="{F5109F9E-F28A-4D39-9A7B-9F148345DE52}"/>
              </a:ext>
            </a:extLst>
          </p:cNvPr>
          <p:cNvGrpSpPr/>
          <p:nvPr/>
        </p:nvGrpSpPr>
        <p:grpSpPr>
          <a:xfrm>
            <a:off x="6272829" y="5745779"/>
            <a:ext cx="697535" cy="127074"/>
            <a:chOff x="7588613" y="2300848"/>
            <a:chExt cx="1044672" cy="191499"/>
          </a:xfrm>
        </p:grpSpPr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219914D2-593D-9243-EB95-C5CA25A71039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92" name="Gruppieren 191">
                <a:extLst>
                  <a:ext uri="{FF2B5EF4-FFF2-40B4-BE49-F238E27FC236}">
                    <a16:creationId xmlns:a16="http://schemas.microsoft.com/office/drawing/2014/main" id="{0B3579DD-3139-130C-1777-C7B0BD8A3FBB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200" name="Rechteck 199">
                  <a:extLst>
                    <a:ext uri="{FF2B5EF4-FFF2-40B4-BE49-F238E27FC236}">
                      <a16:creationId xmlns:a16="http://schemas.microsoft.com/office/drawing/2014/main" id="{AFA50BE2-B407-1E68-ACEB-EC3191B1A630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1" name="Rechteck 200">
                  <a:extLst>
                    <a:ext uri="{FF2B5EF4-FFF2-40B4-BE49-F238E27FC236}">
                      <a16:creationId xmlns:a16="http://schemas.microsoft.com/office/drawing/2014/main" id="{A43688D5-5A97-7E01-9E9A-D89D17A84B46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93" name="Gerader Verbinder 192">
                <a:extLst>
                  <a:ext uri="{FF2B5EF4-FFF2-40B4-BE49-F238E27FC236}">
                    <a16:creationId xmlns:a16="http://schemas.microsoft.com/office/drawing/2014/main" id="{6DA6EBE0-E6E0-73E9-D6BE-9A33708543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193">
                <a:extLst>
                  <a:ext uri="{FF2B5EF4-FFF2-40B4-BE49-F238E27FC236}">
                    <a16:creationId xmlns:a16="http://schemas.microsoft.com/office/drawing/2014/main" id="{BEFDC473-7617-137C-7A30-7FDC21D059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Gerader Verbinder 194">
                <a:extLst>
                  <a:ext uri="{FF2B5EF4-FFF2-40B4-BE49-F238E27FC236}">
                    <a16:creationId xmlns:a16="http://schemas.microsoft.com/office/drawing/2014/main" id="{47AB84E4-21E2-FAB8-C45D-3F477C0933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Gerader Verbinder 195">
                <a:extLst>
                  <a:ext uri="{FF2B5EF4-FFF2-40B4-BE49-F238E27FC236}">
                    <a16:creationId xmlns:a16="http://schemas.microsoft.com/office/drawing/2014/main" id="{27BDEA89-5D43-B9F5-19EF-321EC8A08C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Gerader Verbinder 196">
                <a:extLst>
                  <a:ext uri="{FF2B5EF4-FFF2-40B4-BE49-F238E27FC236}">
                    <a16:creationId xmlns:a16="http://schemas.microsoft.com/office/drawing/2014/main" id="{3A9616DD-9BEC-B27F-6875-870B24FEB7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Gerader Verbinder 197">
                <a:extLst>
                  <a:ext uri="{FF2B5EF4-FFF2-40B4-BE49-F238E27FC236}">
                    <a16:creationId xmlns:a16="http://schemas.microsoft.com/office/drawing/2014/main" id="{3D58FE0C-F132-E521-E4A7-BFBF91FCE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Gerader Verbinder 198">
                <a:extLst>
                  <a:ext uri="{FF2B5EF4-FFF2-40B4-BE49-F238E27FC236}">
                    <a16:creationId xmlns:a16="http://schemas.microsoft.com/office/drawing/2014/main" id="{ABFE1F2B-9F5E-6FB7-4BE8-8CFB3A370A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B7E42E10-45FA-A415-2ADB-8E68FD3C1F4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8AB9FB9-C356-C007-C70F-F351BE27445B}"/>
              </a:ext>
            </a:extLst>
          </p:cNvPr>
          <p:cNvGrpSpPr/>
          <p:nvPr/>
        </p:nvGrpSpPr>
        <p:grpSpPr>
          <a:xfrm rot="10800000">
            <a:off x="7365266" y="5752260"/>
            <a:ext cx="697535" cy="127074"/>
            <a:chOff x="7588613" y="2300848"/>
            <a:chExt cx="1044672" cy="191499"/>
          </a:xfrm>
        </p:grpSpPr>
        <p:grpSp>
          <p:nvGrpSpPr>
            <p:cNvPr id="203" name="Gruppieren 202">
              <a:extLst>
                <a:ext uri="{FF2B5EF4-FFF2-40B4-BE49-F238E27FC236}">
                  <a16:creationId xmlns:a16="http://schemas.microsoft.com/office/drawing/2014/main" id="{C5E611DC-D582-46D9-2C80-7EE6BD33FAC8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205" name="Gruppieren 204">
                <a:extLst>
                  <a:ext uri="{FF2B5EF4-FFF2-40B4-BE49-F238E27FC236}">
                    <a16:creationId xmlns:a16="http://schemas.microsoft.com/office/drawing/2014/main" id="{163F4660-DA6E-49EF-995C-629728D210C2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213" name="Rechteck 212">
                  <a:extLst>
                    <a:ext uri="{FF2B5EF4-FFF2-40B4-BE49-F238E27FC236}">
                      <a16:creationId xmlns:a16="http://schemas.microsoft.com/office/drawing/2014/main" id="{0E03123C-1F80-F9ED-FDEE-B2A889170CF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4" name="Rechteck 213">
                  <a:extLst>
                    <a:ext uri="{FF2B5EF4-FFF2-40B4-BE49-F238E27FC236}">
                      <a16:creationId xmlns:a16="http://schemas.microsoft.com/office/drawing/2014/main" id="{62904BE8-F27C-F7D8-B841-083672C0E7B1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206" name="Gerader Verbinder 205">
                <a:extLst>
                  <a:ext uri="{FF2B5EF4-FFF2-40B4-BE49-F238E27FC236}">
                    <a16:creationId xmlns:a16="http://schemas.microsoft.com/office/drawing/2014/main" id="{4AFDC5AF-637E-C607-AAEE-BE2CF31049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Gerader Verbinder 206">
                <a:extLst>
                  <a:ext uri="{FF2B5EF4-FFF2-40B4-BE49-F238E27FC236}">
                    <a16:creationId xmlns:a16="http://schemas.microsoft.com/office/drawing/2014/main" id="{C969F6D9-3A52-1848-A164-3D8F58B230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Gerader Verbinder 207">
                <a:extLst>
                  <a:ext uri="{FF2B5EF4-FFF2-40B4-BE49-F238E27FC236}">
                    <a16:creationId xmlns:a16="http://schemas.microsoft.com/office/drawing/2014/main" id="{25A77DD0-1D34-CD37-4B7C-33BD6D8A4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Gerader Verbinder 208">
                <a:extLst>
                  <a:ext uri="{FF2B5EF4-FFF2-40B4-BE49-F238E27FC236}">
                    <a16:creationId xmlns:a16="http://schemas.microsoft.com/office/drawing/2014/main" id="{4280E451-4AA6-52EB-7200-2ADB827A9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3E5130F2-212E-93BA-2041-0FEAECF83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Gerader Verbinder 210">
                <a:extLst>
                  <a:ext uri="{FF2B5EF4-FFF2-40B4-BE49-F238E27FC236}">
                    <a16:creationId xmlns:a16="http://schemas.microsoft.com/office/drawing/2014/main" id="{0EE62DD3-9418-7328-4D95-9335170FB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Gerader Verbinder 211">
                <a:extLst>
                  <a:ext uri="{FF2B5EF4-FFF2-40B4-BE49-F238E27FC236}">
                    <a16:creationId xmlns:a16="http://schemas.microsoft.com/office/drawing/2014/main" id="{60952C06-BB09-BDA7-793F-C8E4232E6F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4" name="Gerader Verbinder 203">
              <a:extLst>
                <a:ext uri="{FF2B5EF4-FFF2-40B4-BE49-F238E27FC236}">
                  <a16:creationId xmlns:a16="http://schemas.microsoft.com/office/drawing/2014/main" id="{5D6394C9-14C1-9911-5465-C348CA36D5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" name="Rechteck 214">
            <a:extLst>
              <a:ext uri="{FF2B5EF4-FFF2-40B4-BE49-F238E27FC236}">
                <a16:creationId xmlns:a16="http://schemas.microsoft.com/office/drawing/2014/main" id="{D8B13BA7-1C11-69F8-AAA1-BF268290631A}"/>
              </a:ext>
            </a:extLst>
          </p:cNvPr>
          <p:cNvSpPr/>
          <p:nvPr/>
        </p:nvSpPr>
        <p:spPr>
          <a:xfrm rot="16200000">
            <a:off x="7091854" y="5467778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16" name="Gruppieren 215">
            <a:extLst>
              <a:ext uri="{FF2B5EF4-FFF2-40B4-BE49-F238E27FC236}">
                <a16:creationId xmlns:a16="http://schemas.microsoft.com/office/drawing/2014/main" id="{D0A4E0D4-F995-E678-2A53-1AF1FCC3B11D}"/>
              </a:ext>
            </a:extLst>
          </p:cNvPr>
          <p:cNvGrpSpPr/>
          <p:nvPr/>
        </p:nvGrpSpPr>
        <p:grpSpPr>
          <a:xfrm rot="10800000">
            <a:off x="7517037" y="6033451"/>
            <a:ext cx="137779" cy="226944"/>
            <a:chOff x="2419090" y="1272878"/>
            <a:chExt cx="206347" cy="342001"/>
          </a:xfrm>
        </p:grpSpPr>
        <p:sp>
          <p:nvSpPr>
            <p:cNvPr id="217" name="Rechteck 216">
              <a:extLst>
                <a:ext uri="{FF2B5EF4-FFF2-40B4-BE49-F238E27FC236}">
                  <a16:creationId xmlns:a16="http://schemas.microsoft.com/office/drawing/2014/main" id="{E4F7BF24-8CD8-6790-C9FE-A0DEA17B223F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9E3B2834-9203-3CA5-B849-58B489A403F3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0A69E6CB-CD95-894E-EC0A-8917FFC3132D}"/>
              </a:ext>
            </a:extLst>
          </p:cNvPr>
          <p:cNvGrpSpPr/>
          <p:nvPr/>
        </p:nvGrpSpPr>
        <p:grpSpPr>
          <a:xfrm rot="10800000">
            <a:off x="6638779" y="6037474"/>
            <a:ext cx="137779" cy="226944"/>
            <a:chOff x="2419090" y="1272878"/>
            <a:chExt cx="206347" cy="342001"/>
          </a:xfrm>
        </p:grpSpPr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EE0092C5-C29D-478C-9B0C-9E13A260D043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F8672B0E-81D1-D4BC-247D-CA525738D3FE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22" name="Rechteck 221">
            <a:extLst>
              <a:ext uri="{FF2B5EF4-FFF2-40B4-BE49-F238E27FC236}">
                <a16:creationId xmlns:a16="http://schemas.microsoft.com/office/drawing/2014/main" id="{7351DFA2-7117-7E0E-7810-4812FB7B0052}"/>
              </a:ext>
            </a:extLst>
          </p:cNvPr>
          <p:cNvSpPr/>
          <p:nvPr/>
        </p:nvSpPr>
        <p:spPr>
          <a:xfrm rot="10800000">
            <a:off x="6990905" y="5761860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4" name="Grafik 223">
            <a:extLst>
              <a:ext uri="{FF2B5EF4-FFF2-40B4-BE49-F238E27FC236}">
                <a16:creationId xmlns:a16="http://schemas.microsoft.com/office/drawing/2014/main" id="{2D186B97-79E9-0481-B996-ED920A80BB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53" t="45250" r="41264"/>
          <a:stretch/>
        </p:blipFill>
        <p:spPr>
          <a:xfrm>
            <a:off x="5330382" y="2093771"/>
            <a:ext cx="873565" cy="2639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DF45047-75E6-3BD8-957D-C1CC662C9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89159">
            <a:off x="5201093" y="757345"/>
            <a:ext cx="728765" cy="905436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8BE2B33-1FC7-BAD0-1C0E-DAD478B9994F}"/>
              </a:ext>
            </a:extLst>
          </p:cNvPr>
          <p:cNvSpPr/>
          <p:nvPr/>
        </p:nvSpPr>
        <p:spPr>
          <a:xfrm>
            <a:off x="8847325" y="1757653"/>
            <a:ext cx="1386486" cy="76399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5F09736-320A-A79A-1D15-4E8548BD94DE}"/>
              </a:ext>
            </a:extLst>
          </p:cNvPr>
          <p:cNvSpPr/>
          <p:nvPr/>
        </p:nvSpPr>
        <p:spPr>
          <a:xfrm>
            <a:off x="8445362" y="2019647"/>
            <a:ext cx="1323333" cy="27473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87E294E-FF9F-443D-E168-D5988160FC90}"/>
              </a:ext>
            </a:extLst>
          </p:cNvPr>
          <p:cNvCxnSpPr>
            <a:cxnSpLocks/>
          </p:cNvCxnSpPr>
          <p:nvPr/>
        </p:nvCxnSpPr>
        <p:spPr>
          <a:xfrm flipH="1">
            <a:off x="8694544" y="2158436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3B0E1D2E-222F-DDC0-22B1-876C8AF293F9}"/>
              </a:ext>
            </a:extLst>
          </p:cNvPr>
          <p:cNvSpPr txBox="1"/>
          <p:nvPr/>
        </p:nvSpPr>
        <p:spPr>
          <a:xfrm>
            <a:off x="8811275" y="1437988"/>
            <a:ext cx="1316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Pneumatic</a:t>
            </a:r>
            <a:r>
              <a:rPr lang="de-DE" sz="1200" dirty="0"/>
              <a:t> Pusher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B256B6D-686F-2DB3-D1CA-7BF93442A5F1}"/>
              </a:ext>
            </a:extLst>
          </p:cNvPr>
          <p:cNvCxnSpPr>
            <a:cxnSpLocks/>
          </p:cNvCxnSpPr>
          <p:nvPr/>
        </p:nvCxnSpPr>
        <p:spPr>
          <a:xfrm flipH="1">
            <a:off x="8694544" y="2158436"/>
            <a:ext cx="32860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9DBA049B-03A5-70A6-D84D-7ED5B4A12878}"/>
              </a:ext>
            </a:extLst>
          </p:cNvPr>
          <p:cNvSpPr/>
          <p:nvPr/>
        </p:nvSpPr>
        <p:spPr>
          <a:xfrm>
            <a:off x="3789736" y="962526"/>
            <a:ext cx="646553" cy="52978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E503FD8-3818-B4FC-ADD0-4068CFE8C0B2}"/>
              </a:ext>
            </a:extLst>
          </p:cNvPr>
          <p:cNvSpPr/>
          <p:nvPr/>
        </p:nvSpPr>
        <p:spPr>
          <a:xfrm>
            <a:off x="4436289" y="2776069"/>
            <a:ext cx="1330875" cy="26571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lussdiagramm: Manuelle Eingabe 11">
            <a:extLst>
              <a:ext uri="{FF2B5EF4-FFF2-40B4-BE49-F238E27FC236}">
                <a16:creationId xmlns:a16="http://schemas.microsoft.com/office/drawing/2014/main" id="{070495B5-4A54-F720-A27F-6C7852FED787}"/>
              </a:ext>
            </a:extLst>
          </p:cNvPr>
          <p:cNvSpPr/>
          <p:nvPr/>
        </p:nvSpPr>
        <p:spPr>
          <a:xfrm rot="5400000">
            <a:off x="4486819" y="918013"/>
            <a:ext cx="805065" cy="894092"/>
          </a:xfrm>
          <a:prstGeom prst="flowChartManualInp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25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8ECA99DC-B61E-17BA-250A-8726221AEB73}"/>
              </a:ext>
            </a:extLst>
          </p:cNvPr>
          <p:cNvGrpSpPr/>
          <p:nvPr/>
        </p:nvGrpSpPr>
        <p:grpSpPr>
          <a:xfrm>
            <a:off x="750274" y="2321767"/>
            <a:ext cx="1846397" cy="113132"/>
            <a:chOff x="4213666" y="1534913"/>
            <a:chExt cx="2765278" cy="170489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4CE33F47-B07B-4F04-B8D5-571FD11A5873}"/>
                </a:ext>
              </a:extLst>
            </p:cNvPr>
            <p:cNvSpPr/>
            <p:nvPr/>
          </p:nvSpPr>
          <p:spPr>
            <a:xfrm rot="5400000">
              <a:off x="5505074" y="244336"/>
              <a:ext cx="170071" cy="2751225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0BB47DAE-7530-A34E-FCD2-D6B4556F647A}"/>
                </a:ext>
              </a:extLst>
            </p:cNvPr>
            <p:cNvSpPr/>
            <p:nvPr/>
          </p:nvSpPr>
          <p:spPr>
            <a:xfrm rot="5400000">
              <a:off x="6731908" y="1458035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65E9815D-49B8-FC9C-87CF-12BF8C1592A5}"/>
                </a:ext>
              </a:extLst>
            </p:cNvPr>
            <p:cNvSpPr/>
            <p:nvPr/>
          </p:nvSpPr>
          <p:spPr>
            <a:xfrm rot="5400000">
              <a:off x="4290630" y="1458367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sz="1400" b="1" dirty="0" err="1">
                <a:latin typeface="+mj-lt"/>
              </a:rPr>
              <a:t>Tinning</a:t>
            </a:r>
            <a:r>
              <a:rPr lang="de-DE" sz="1400" b="1" dirty="0">
                <a:latin typeface="+mj-lt"/>
              </a:rPr>
              <a:t> Unit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283BBD-FE8F-99FC-4ED0-95CA074024D7}"/>
              </a:ext>
            </a:extLst>
          </p:cNvPr>
          <p:cNvGrpSpPr/>
          <p:nvPr/>
        </p:nvGrpSpPr>
        <p:grpSpPr>
          <a:xfrm>
            <a:off x="12166902" y="-620727"/>
            <a:ext cx="3832612" cy="4018192"/>
            <a:chOff x="6579751" y="1758171"/>
            <a:chExt cx="3832612" cy="4018192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3470D90-1D7E-C385-843E-1F29FDFF8162}"/>
                </a:ext>
              </a:extLst>
            </p:cNvPr>
            <p:cNvSpPr/>
            <p:nvPr/>
          </p:nvSpPr>
          <p:spPr>
            <a:xfrm rot="16200000" flipH="1">
              <a:off x="7804509" y="538111"/>
              <a:ext cx="165953" cy="260922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Halbbogen 69">
              <a:extLst>
                <a:ext uri="{FF2B5EF4-FFF2-40B4-BE49-F238E27FC236}">
                  <a16:creationId xmlns:a16="http://schemas.microsoft.com/office/drawing/2014/main" id="{4A6DA58D-31D7-5846-3A3D-853EBFBB7CF3}"/>
                </a:ext>
              </a:extLst>
            </p:cNvPr>
            <p:cNvSpPr/>
            <p:nvPr/>
          </p:nvSpPr>
          <p:spPr>
            <a:xfrm rot="5400000" flipH="1">
              <a:off x="8268725" y="1474985"/>
              <a:ext cx="1846968" cy="2419762"/>
            </a:xfrm>
            <a:prstGeom prst="blockArc">
              <a:avLst>
                <a:gd name="adj1" fmla="val 16202951"/>
                <a:gd name="adj2" fmla="val 15005"/>
                <a:gd name="adj3" fmla="val 8556"/>
              </a:avLst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2ED3ED3D-EF1B-48BC-F032-5AF78CED7292}"/>
                </a:ext>
              </a:extLst>
            </p:cNvPr>
            <p:cNvSpPr/>
            <p:nvPr/>
          </p:nvSpPr>
          <p:spPr>
            <a:xfrm rot="16200000" flipH="1">
              <a:off x="8779979" y="4149457"/>
              <a:ext cx="3095235" cy="158577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053D468-CAC3-97CB-9FD2-454144BDA372}"/>
                </a:ext>
              </a:extLst>
            </p:cNvPr>
            <p:cNvSpPr/>
            <p:nvPr/>
          </p:nvSpPr>
          <p:spPr>
            <a:xfrm rot="5400000">
              <a:off x="6656715" y="1681207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6A3C8DF-86A6-20C5-7A55-F222F6CE566E}"/>
                </a:ext>
              </a:extLst>
            </p:cNvPr>
            <p:cNvSpPr/>
            <p:nvPr/>
          </p:nvSpPr>
          <p:spPr>
            <a:xfrm rot="10800000">
              <a:off x="10242292" y="5448820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1615370" y="2083999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1662788" y="1841688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1645662" y="2185832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750275" y="3069922"/>
            <a:ext cx="1842991" cy="26064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F6C4F21-B578-3012-358D-BF6D43C48FFA}"/>
              </a:ext>
            </a:extLst>
          </p:cNvPr>
          <p:cNvSpPr/>
          <p:nvPr/>
        </p:nvSpPr>
        <p:spPr>
          <a:xfrm rot="5400000">
            <a:off x="1634552" y="2041702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2C203A65-56F8-68AB-8255-F07CEE132225}"/>
              </a:ext>
            </a:extLst>
          </p:cNvPr>
          <p:cNvGrpSpPr/>
          <p:nvPr/>
        </p:nvGrpSpPr>
        <p:grpSpPr>
          <a:xfrm>
            <a:off x="1183849" y="2265122"/>
            <a:ext cx="137779" cy="226944"/>
            <a:chOff x="2419090" y="1272878"/>
            <a:chExt cx="206347" cy="342001"/>
          </a:xfrm>
        </p:grpSpPr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22A9C51C-40B2-0CA2-8E8B-9A8ACF4E5FB9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0DB4B3CE-7569-5F70-B4BA-B194B20CF3B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083CE299-95AE-D6F7-BB23-C8BB22E70D12}"/>
              </a:ext>
            </a:extLst>
          </p:cNvPr>
          <p:cNvGrpSpPr/>
          <p:nvPr/>
        </p:nvGrpSpPr>
        <p:grpSpPr>
          <a:xfrm>
            <a:off x="2059735" y="2261099"/>
            <a:ext cx="137779" cy="226944"/>
            <a:chOff x="2419090" y="1272878"/>
            <a:chExt cx="206347" cy="342001"/>
          </a:xfrm>
        </p:grpSpPr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822A892A-2BBB-91A6-33C9-60E7B93FF73A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2B83BDF2-A1C4-3FD0-6835-C4606D21EAB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3" name="Rechteck 32">
            <a:extLst>
              <a:ext uri="{FF2B5EF4-FFF2-40B4-BE49-F238E27FC236}">
                <a16:creationId xmlns:a16="http://schemas.microsoft.com/office/drawing/2014/main" id="{6241000C-4375-552C-C77C-D0E1AD8FE25C}"/>
              </a:ext>
            </a:extLst>
          </p:cNvPr>
          <p:cNvSpPr/>
          <p:nvPr/>
        </p:nvSpPr>
        <p:spPr>
          <a:xfrm>
            <a:off x="1495993" y="2612649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C2EDFC5-BD26-D23E-7981-2C5CED0FC5FA}"/>
              </a:ext>
            </a:extLst>
          </p:cNvPr>
          <p:cNvCxnSpPr>
            <a:cxnSpLocks/>
          </p:cNvCxnSpPr>
          <p:nvPr/>
        </p:nvCxnSpPr>
        <p:spPr>
          <a:xfrm>
            <a:off x="2286158" y="2559712"/>
            <a:ext cx="46419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4EB67-539F-5616-81E1-BEE86F93AFD8}"/>
              </a:ext>
            </a:extLst>
          </p:cNvPr>
          <p:cNvCxnSpPr>
            <a:cxnSpLocks/>
          </p:cNvCxnSpPr>
          <p:nvPr/>
        </p:nvCxnSpPr>
        <p:spPr>
          <a:xfrm>
            <a:off x="2742996" y="2579781"/>
            <a:ext cx="301482" cy="424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369E4F6-58C4-43C6-64D9-C9510EBF5A47}"/>
              </a:ext>
            </a:extLst>
          </p:cNvPr>
          <p:cNvCxnSpPr>
            <a:cxnSpLocks/>
          </p:cNvCxnSpPr>
          <p:nvPr/>
        </p:nvCxnSpPr>
        <p:spPr>
          <a:xfrm>
            <a:off x="3043003" y="2988174"/>
            <a:ext cx="6016" cy="220052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2599569" y="3237614"/>
            <a:ext cx="441892" cy="1510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47C33C-4339-D9E1-AD0A-234FAF1592CA}"/>
              </a:ext>
            </a:extLst>
          </p:cNvPr>
          <p:cNvSpPr/>
          <p:nvPr/>
        </p:nvSpPr>
        <p:spPr>
          <a:xfrm>
            <a:off x="2596457" y="4023645"/>
            <a:ext cx="446546" cy="1510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785501" y="2647670"/>
            <a:ext cx="697535" cy="127074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1847458" y="2638911"/>
            <a:ext cx="697535" cy="127074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hteck 86">
            <a:extLst>
              <a:ext uri="{FF2B5EF4-FFF2-40B4-BE49-F238E27FC236}">
                <a16:creationId xmlns:a16="http://schemas.microsoft.com/office/drawing/2014/main" id="{023C3ABA-6242-BFE2-4E16-9BB897445BC5}"/>
              </a:ext>
            </a:extLst>
          </p:cNvPr>
          <p:cNvSpPr/>
          <p:nvPr/>
        </p:nvSpPr>
        <p:spPr>
          <a:xfrm rot="5400000">
            <a:off x="1615342" y="4812077"/>
            <a:ext cx="112856" cy="1842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4AEA39-2D67-1DED-E729-E34FFB88A7BC}"/>
              </a:ext>
            </a:extLst>
          </p:cNvPr>
          <p:cNvSpPr/>
          <p:nvPr/>
        </p:nvSpPr>
        <p:spPr>
          <a:xfrm rot="5400000">
            <a:off x="1605603" y="5147358"/>
            <a:ext cx="120591" cy="140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3D083ACC-2F47-A5F2-F9BF-29115F4A6C97}"/>
              </a:ext>
            </a:extLst>
          </p:cNvPr>
          <p:cNvSpPr/>
          <p:nvPr/>
        </p:nvSpPr>
        <p:spPr>
          <a:xfrm rot="5400000">
            <a:off x="1616997" y="5065589"/>
            <a:ext cx="120591" cy="183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22F36A2-EF16-3B93-CFDF-FAF2D5F0DC99}"/>
              </a:ext>
            </a:extLst>
          </p:cNvPr>
          <p:cNvGrpSpPr/>
          <p:nvPr/>
        </p:nvGrpSpPr>
        <p:grpSpPr>
          <a:xfrm>
            <a:off x="793002" y="5937360"/>
            <a:ext cx="697535" cy="127074"/>
            <a:chOff x="7588613" y="2300848"/>
            <a:chExt cx="1044672" cy="191499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A9479E13-4DBC-37AD-EB5C-3F67940B0F50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9C6D5F97-60B1-FBA6-A7CF-BBC7D5FDF3F5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A0F61B71-D8A4-674F-AB7E-DD0A72FAD92F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" name="Rechteck 118">
                  <a:extLst>
                    <a:ext uri="{FF2B5EF4-FFF2-40B4-BE49-F238E27FC236}">
                      <a16:creationId xmlns:a16="http://schemas.microsoft.com/office/drawing/2014/main" id="{F4D1BA27-E7B0-0E96-F1B1-DE3B8FE45A6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5E800AF0-301B-BFE0-9A21-6D9874063D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652AE369-398C-8F1D-CA33-82B2018D0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70E4CA01-C258-9AFF-7FF4-F0D4D7A7BD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8DEEBDF1-C146-0962-22E0-04B1F45C7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AF115E3-0C44-928C-211B-61098F287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BC48626D-B48F-F5E0-E5BA-077276376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6C21E41-C34C-DBB9-DACA-382F95F62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DFC59D05-5836-4B95-52A2-479CA1A2CD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8953ADF6-B8F0-B7D3-1445-B09EA829049F}"/>
              </a:ext>
            </a:extLst>
          </p:cNvPr>
          <p:cNvGrpSpPr/>
          <p:nvPr/>
        </p:nvGrpSpPr>
        <p:grpSpPr>
          <a:xfrm rot="10800000">
            <a:off x="1885439" y="5943841"/>
            <a:ext cx="697535" cy="127074"/>
            <a:chOff x="7588613" y="2300848"/>
            <a:chExt cx="1044672" cy="191499"/>
          </a:xfrm>
        </p:grpSpPr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8911768C-4F22-851E-E2E9-4AAAF8B86784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FDAF7AEC-2F1E-55D6-D119-21487F5C172A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31" name="Rechteck 130">
                  <a:extLst>
                    <a:ext uri="{FF2B5EF4-FFF2-40B4-BE49-F238E27FC236}">
                      <a16:creationId xmlns:a16="http://schemas.microsoft.com/office/drawing/2014/main" id="{1728AD92-B425-DF0E-EA9A-F50922809F9A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2" name="Rechteck 131">
                  <a:extLst>
                    <a:ext uri="{FF2B5EF4-FFF2-40B4-BE49-F238E27FC236}">
                      <a16:creationId xmlns:a16="http://schemas.microsoft.com/office/drawing/2014/main" id="{9675D895-7652-5CED-A485-852D877AF1BE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797BBA53-7A78-85D7-6563-6499E9528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27AFE2A8-0988-4A2E-D43B-BB83C1FA65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B8AB47B-D6FF-4ABD-2174-F8D3E7E67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A436A84-BD59-CA77-5D4F-FB97B86A46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EA471172-8772-AAA9-3313-DA2E70F39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C7910386-33BE-D00B-396B-6523A12BA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9B185215-0DC4-B6B6-C249-D23D519C15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BEBA401A-4205-ADDC-6700-F84A2516A7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hteck 94">
            <a:extLst>
              <a:ext uri="{FF2B5EF4-FFF2-40B4-BE49-F238E27FC236}">
                <a16:creationId xmlns:a16="http://schemas.microsoft.com/office/drawing/2014/main" id="{7ED6B6A1-765D-19C8-B464-9AF186B285E7}"/>
              </a:ext>
            </a:extLst>
          </p:cNvPr>
          <p:cNvSpPr/>
          <p:nvPr/>
        </p:nvSpPr>
        <p:spPr>
          <a:xfrm rot="16200000">
            <a:off x="1612027" y="5659359"/>
            <a:ext cx="109888" cy="10160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5A9144F9-4139-4A15-0734-00908E3E6242}"/>
              </a:ext>
            </a:extLst>
          </p:cNvPr>
          <p:cNvGrpSpPr/>
          <p:nvPr/>
        </p:nvGrpSpPr>
        <p:grpSpPr>
          <a:xfrm rot="10800000">
            <a:off x="2037210" y="6225032"/>
            <a:ext cx="137779" cy="226944"/>
            <a:chOff x="2419090" y="1272878"/>
            <a:chExt cx="206347" cy="342001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5FF30683-DCFA-6612-6687-89104F7F08ED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EA7DD799-95C0-2ED2-3E33-2D71BF8858D1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59947A6-B810-C7DE-5BD3-1937C96D0954}"/>
              </a:ext>
            </a:extLst>
          </p:cNvPr>
          <p:cNvGrpSpPr/>
          <p:nvPr/>
        </p:nvGrpSpPr>
        <p:grpSpPr>
          <a:xfrm rot="10800000">
            <a:off x="1158952" y="6229055"/>
            <a:ext cx="137779" cy="226944"/>
            <a:chOff x="2419090" y="1272878"/>
            <a:chExt cx="206347" cy="342001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46195073-FDDC-9814-A115-62377B254298}"/>
                </a:ext>
              </a:extLst>
            </p:cNvPr>
            <p:cNvSpPr/>
            <p:nvPr/>
          </p:nvSpPr>
          <p:spPr>
            <a:xfrm rot="16200000">
              <a:off x="2351263" y="1340705"/>
              <a:ext cx="342001" cy="20634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81F285E-0624-6AAD-A2FA-D80E32E7B57D}"/>
                </a:ext>
              </a:extLst>
            </p:cNvPr>
            <p:cNvSpPr/>
            <p:nvPr/>
          </p:nvSpPr>
          <p:spPr>
            <a:xfrm rot="5400000">
              <a:off x="2447128" y="137347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68E2B52E-E331-EA59-3F9F-6ECF09E21294}"/>
              </a:ext>
            </a:extLst>
          </p:cNvPr>
          <p:cNvSpPr/>
          <p:nvPr/>
        </p:nvSpPr>
        <p:spPr>
          <a:xfrm rot="10800000">
            <a:off x="1511078" y="5953441"/>
            <a:ext cx="349396" cy="151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FBBA35F-D8D0-9B3E-9506-57EC2265C24A}"/>
              </a:ext>
            </a:extLst>
          </p:cNvPr>
          <p:cNvSpPr/>
          <p:nvPr/>
        </p:nvSpPr>
        <p:spPr>
          <a:xfrm rot="5400000">
            <a:off x="9330574" y="1354534"/>
            <a:ext cx="373560" cy="91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07E4BCF-1193-BDB4-682C-D8FB281B9882}"/>
              </a:ext>
            </a:extLst>
          </p:cNvPr>
          <p:cNvCxnSpPr>
            <a:cxnSpLocks/>
          </p:cNvCxnSpPr>
          <p:nvPr/>
        </p:nvCxnSpPr>
        <p:spPr>
          <a:xfrm flipH="1" flipV="1">
            <a:off x="8230103" y="984637"/>
            <a:ext cx="423623" cy="489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7E26CB55-6A18-661F-B1D7-1B73896D8053}"/>
              </a:ext>
            </a:extLst>
          </p:cNvPr>
          <p:cNvGrpSpPr/>
          <p:nvPr/>
        </p:nvGrpSpPr>
        <p:grpSpPr>
          <a:xfrm>
            <a:off x="3846991" y="1134461"/>
            <a:ext cx="708608" cy="2534141"/>
            <a:chOff x="3846991" y="1134461"/>
            <a:chExt cx="708608" cy="2534141"/>
          </a:xfrm>
        </p:grpSpPr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239748FE-C292-3199-352D-93AE4A0F5462}"/>
                </a:ext>
              </a:extLst>
            </p:cNvPr>
            <p:cNvGrpSpPr/>
            <p:nvPr/>
          </p:nvGrpSpPr>
          <p:grpSpPr>
            <a:xfrm rot="5400000">
              <a:off x="3055895" y="2496134"/>
              <a:ext cx="1846397" cy="113132"/>
              <a:chOff x="4213666" y="1534913"/>
              <a:chExt cx="2765278" cy="170489"/>
            </a:xfrm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53573954-C09A-D124-66B0-053700DCE8A4}"/>
                  </a:ext>
                </a:extLst>
              </p:cNvPr>
              <p:cNvSpPr/>
              <p:nvPr/>
            </p:nvSpPr>
            <p:spPr>
              <a:xfrm rot="5400000">
                <a:off x="5505074" y="244336"/>
                <a:ext cx="170071" cy="2751225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146C0775-7B82-C30A-5E24-8A290C81C4B6}"/>
                  </a:ext>
                </a:extLst>
              </p:cNvPr>
              <p:cNvSpPr/>
              <p:nvPr/>
            </p:nvSpPr>
            <p:spPr>
              <a:xfrm rot="5400000">
                <a:off x="6731908" y="1458035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056468D7-EF2C-8020-BE74-B46BF68F2869}"/>
                  </a:ext>
                </a:extLst>
              </p:cNvPr>
              <p:cNvSpPr/>
              <p:nvPr/>
            </p:nvSpPr>
            <p:spPr>
              <a:xfrm rot="5400000">
                <a:off x="4290630" y="1458367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52CE7228-BEF7-3195-3F61-C9E58E221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53" t="45250" r="41264"/>
            <a:stretch/>
          </p:blipFill>
          <p:spPr>
            <a:xfrm rot="5400000">
              <a:off x="3542171" y="1439281"/>
              <a:ext cx="873565" cy="263925"/>
            </a:xfrm>
            <a:prstGeom prst="rect">
              <a:avLst/>
            </a:prstGeom>
          </p:spPr>
        </p:pic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7FFC49BB-0F26-7E7C-72BF-38A42531C534}"/>
                </a:ext>
              </a:extLst>
            </p:cNvPr>
            <p:cNvGrpSpPr/>
            <p:nvPr/>
          </p:nvGrpSpPr>
          <p:grpSpPr>
            <a:xfrm>
              <a:off x="3846991" y="2253353"/>
              <a:ext cx="708608" cy="1415249"/>
              <a:chOff x="3593314" y="2280450"/>
              <a:chExt cx="708608" cy="1415249"/>
            </a:xfrm>
          </p:grpSpPr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26ED0686-04F5-DF4E-156B-4B71D1DEDCA4}"/>
                  </a:ext>
                </a:extLst>
              </p:cNvPr>
              <p:cNvSpPr/>
              <p:nvPr/>
            </p:nvSpPr>
            <p:spPr>
              <a:xfrm>
                <a:off x="3593314" y="2281184"/>
                <a:ext cx="449604" cy="25547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1BD6FB7E-C818-92DF-02B4-C4C43630BDA9}"/>
                  </a:ext>
                </a:extLst>
              </p:cNvPr>
              <p:cNvSpPr/>
              <p:nvPr/>
            </p:nvSpPr>
            <p:spPr>
              <a:xfrm rot="5400000">
                <a:off x="3466562" y="2860340"/>
                <a:ext cx="1415249" cy="25547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pic>
        <p:nvPicPr>
          <p:cNvPr id="39" name="Grafik 38">
            <a:extLst>
              <a:ext uri="{FF2B5EF4-FFF2-40B4-BE49-F238E27FC236}">
                <a16:creationId xmlns:a16="http://schemas.microsoft.com/office/drawing/2014/main" id="{9B2407EE-433C-44C6-42EE-24F9AB31C5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53" t="45250" r="41264"/>
          <a:stretch/>
        </p:blipFill>
        <p:spPr>
          <a:xfrm>
            <a:off x="270972" y="2288959"/>
            <a:ext cx="873565" cy="263925"/>
          </a:xfrm>
          <a:prstGeom prst="rect">
            <a:avLst/>
          </a:prstGeom>
        </p:spPr>
      </p:pic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34176563-172E-969F-90E4-AF07BE9BD443}"/>
              </a:ext>
            </a:extLst>
          </p:cNvPr>
          <p:cNvGrpSpPr/>
          <p:nvPr/>
        </p:nvGrpSpPr>
        <p:grpSpPr>
          <a:xfrm rot="16200000">
            <a:off x="1727777" y="1412867"/>
            <a:ext cx="708608" cy="1415249"/>
            <a:chOff x="3593314" y="2280450"/>
            <a:chExt cx="708608" cy="1415249"/>
          </a:xfrm>
        </p:grpSpPr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CF47D790-16B4-BE24-D2EE-AF253DB08ACA}"/>
                </a:ext>
              </a:extLst>
            </p:cNvPr>
            <p:cNvSpPr/>
            <p:nvPr/>
          </p:nvSpPr>
          <p:spPr>
            <a:xfrm>
              <a:off x="3593314" y="2281184"/>
              <a:ext cx="449604" cy="25547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B83B1B60-C8B5-6CB4-9AEB-5C01195A09F9}"/>
                </a:ext>
              </a:extLst>
            </p:cNvPr>
            <p:cNvSpPr/>
            <p:nvPr/>
          </p:nvSpPr>
          <p:spPr>
            <a:xfrm rot="5400000">
              <a:off x="3466562" y="2860340"/>
              <a:ext cx="1415249" cy="25547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5" name="Bogen 104">
            <a:extLst>
              <a:ext uri="{FF2B5EF4-FFF2-40B4-BE49-F238E27FC236}">
                <a16:creationId xmlns:a16="http://schemas.microsoft.com/office/drawing/2014/main" id="{FB023850-A7E4-1F01-AC7F-F7CC9E164AD7}"/>
              </a:ext>
            </a:extLst>
          </p:cNvPr>
          <p:cNvSpPr/>
          <p:nvPr/>
        </p:nvSpPr>
        <p:spPr>
          <a:xfrm rot="309227">
            <a:off x="1426588" y="2150151"/>
            <a:ext cx="2385109" cy="2435158"/>
          </a:xfrm>
          <a:prstGeom prst="arc">
            <a:avLst>
              <a:gd name="adj1" fmla="val 16200000"/>
              <a:gd name="adj2" fmla="val 20892577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B8F8BAA5-E49D-EFAA-9CEA-79119B0F184B}"/>
              </a:ext>
            </a:extLst>
          </p:cNvPr>
          <p:cNvSpPr txBox="1"/>
          <p:nvPr/>
        </p:nvSpPr>
        <p:spPr>
          <a:xfrm>
            <a:off x="9061521" y="1285932"/>
            <a:ext cx="102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Induction</a:t>
            </a:r>
            <a:r>
              <a:rPr lang="de-DE" sz="1200" dirty="0"/>
              <a:t> </a:t>
            </a:r>
            <a:r>
              <a:rPr lang="de-DE" sz="1200" dirty="0" err="1"/>
              <a:t>coil</a:t>
            </a:r>
            <a:endParaRPr lang="de-DE" sz="1200" dirty="0"/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32EE3035-E8E3-AE12-7CA5-94A0A35AAEF6}"/>
              </a:ext>
            </a:extLst>
          </p:cNvPr>
          <p:cNvSpPr txBox="1"/>
          <p:nvPr/>
        </p:nvSpPr>
        <p:spPr>
          <a:xfrm>
            <a:off x="8335391" y="30797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Automatical</a:t>
            </a:r>
            <a:r>
              <a:rPr lang="de-DE" sz="1200" dirty="0"/>
              <a:t> </a:t>
            </a:r>
          </a:p>
          <a:p>
            <a:r>
              <a:rPr lang="de-DE" sz="1200" dirty="0"/>
              <a:t>Tin </a:t>
            </a:r>
            <a:r>
              <a:rPr lang="de-DE" sz="1200" dirty="0" err="1"/>
              <a:t>feeder</a:t>
            </a:r>
            <a:endParaRPr lang="de-DE" sz="1200" dirty="0"/>
          </a:p>
          <a:p>
            <a:endParaRPr lang="de-DE" sz="12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F67AAFA-6AAD-D1DF-E056-8D674B0D57B2}"/>
              </a:ext>
            </a:extLst>
          </p:cNvPr>
          <p:cNvSpPr/>
          <p:nvPr/>
        </p:nvSpPr>
        <p:spPr>
          <a:xfrm>
            <a:off x="5489737" y="2699899"/>
            <a:ext cx="1466220" cy="9724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2268D58-6BC4-4DCF-C8F5-A0805469B543}"/>
              </a:ext>
            </a:extLst>
          </p:cNvPr>
          <p:cNvSpPr/>
          <p:nvPr/>
        </p:nvSpPr>
        <p:spPr>
          <a:xfrm>
            <a:off x="5134134" y="2324656"/>
            <a:ext cx="2278388" cy="3752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feil: nach links gekrümmt 19">
            <a:extLst>
              <a:ext uri="{FF2B5EF4-FFF2-40B4-BE49-F238E27FC236}">
                <a16:creationId xmlns:a16="http://schemas.microsoft.com/office/drawing/2014/main" id="{BE72BD9E-058F-B39F-5411-7493777930D3}"/>
              </a:ext>
            </a:extLst>
          </p:cNvPr>
          <p:cNvSpPr/>
          <p:nvPr/>
        </p:nvSpPr>
        <p:spPr>
          <a:xfrm>
            <a:off x="5826058" y="2978800"/>
            <a:ext cx="894540" cy="437558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EA521F6-A3A0-5CA2-228C-E1BB5A4AFB47}"/>
              </a:ext>
            </a:extLst>
          </p:cNvPr>
          <p:cNvGrpSpPr/>
          <p:nvPr/>
        </p:nvGrpSpPr>
        <p:grpSpPr>
          <a:xfrm flipH="1">
            <a:off x="8125439" y="1126149"/>
            <a:ext cx="737700" cy="2534141"/>
            <a:chOff x="3846991" y="1134461"/>
            <a:chExt cx="708608" cy="2534141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1D83888-CAB5-06BD-430F-C7E0864049BB}"/>
                </a:ext>
              </a:extLst>
            </p:cNvPr>
            <p:cNvGrpSpPr/>
            <p:nvPr/>
          </p:nvGrpSpPr>
          <p:grpSpPr>
            <a:xfrm rot="5400000">
              <a:off x="3055895" y="2496134"/>
              <a:ext cx="1846397" cy="113132"/>
              <a:chOff x="4213666" y="1534913"/>
              <a:chExt cx="2765278" cy="170489"/>
            </a:xfrm>
          </p:grpSpPr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619F54B7-9839-113B-57A9-E3E269E2177E}"/>
                  </a:ext>
                </a:extLst>
              </p:cNvPr>
              <p:cNvSpPr/>
              <p:nvPr/>
            </p:nvSpPr>
            <p:spPr>
              <a:xfrm rot="5400000">
                <a:off x="5505074" y="244336"/>
                <a:ext cx="170071" cy="2751225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2BB9BC91-0903-C4C9-7DDF-D1A2C584D20B}"/>
                  </a:ext>
                </a:extLst>
              </p:cNvPr>
              <p:cNvSpPr/>
              <p:nvPr/>
            </p:nvSpPr>
            <p:spPr>
              <a:xfrm rot="5400000">
                <a:off x="6731908" y="1458035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0B98AFC4-5DAF-F93D-5C8A-DA23D39CC059}"/>
                  </a:ext>
                </a:extLst>
              </p:cNvPr>
              <p:cNvSpPr/>
              <p:nvPr/>
            </p:nvSpPr>
            <p:spPr>
              <a:xfrm rot="5400000">
                <a:off x="4290630" y="1458367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C96BB72F-94B9-E09F-42C1-49366554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53" t="45250" r="41264"/>
            <a:stretch/>
          </p:blipFill>
          <p:spPr>
            <a:xfrm rot="5400000">
              <a:off x="3542171" y="1439281"/>
              <a:ext cx="873565" cy="263925"/>
            </a:xfrm>
            <a:prstGeom prst="rect">
              <a:avLst/>
            </a:prstGeom>
          </p:spPr>
        </p:pic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B330D7FE-1A8D-4FA9-E812-44B74ED79E68}"/>
                </a:ext>
              </a:extLst>
            </p:cNvPr>
            <p:cNvGrpSpPr/>
            <p:nvPr/>
          </p:nvGrpSpPr>
          <p:grpSpPr>
            <a:xfrm>
              <a:off x="3846991" y="2253353"/>
              <a:ext cx="708608" cy="1415249"/>
              <a:chOff x="3593314" y="2280450"/>
              <a:chExt cx="708608" cy="1415249"/>
            </a:xfrm>
          </p:grpSpPr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35977802-8BC2-7A13-A9E8-D9B6CD348A9F}"/>
                  </a:ext>
                </a:extLst>
              </p:cNvPr>
              <p:cNvSpPr/>
              <p:nvPr/>
            </p:nvSpPr>
            <p:spPr>
              <a:xfrm>
                <a:off x="3593314" y="2281184"/>
                <a:ext cx="449604" cy="25547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3ED04D39-18D8-7117-EDE7-EAA4838DC33C}"/>
                  </a:ext>
                </a:extLst>
              </p:cNvPr>
              <p:cNvSpPr/>
              <p:nvPr/>
            </p:nvSpPr>
            <p:spPr>
              <a:xfrm rot="5400000">
                <a:off x="3466562" y="2860340"/>
                <a:ext cx="1415249" cy="25547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55" name="Rechteck 54">
            <a:extLst>
              <a:ext uri="{FF2B5EF4-FFF2-40B4-BE49-F238E27FC236}">
                <a16:creationId xmlns:a16="http://schemas.microsoft.com/office/drawing/2014/main" id="{FE319482-A509-569F-EA79-61CEBDEFAEE6}"/>
              </a:ext>
            </a:extLst>
          </p:cNvPr>
          <p:cNvSpPr/>
          <p:nvPr/>
        </p:nvSpPr>
        <p:spPr>
          <a:xfrm>
            <a:off x="4917476" y="3672379"/>
            <a:ext cx="2709611" cy="276225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8F953A37-E4C1-D801-055A-A54B275969F7}"/>
              </a:ext>
            </a:extLst>
          </p:cNvPr>
          <p:cNvCxnSpPr>
            <a:cxnSpLocks/>
          </p:cNvCxnSpPr>
          <p:nvPr/>
        </p:nvCxnSpPr>
        <p:spPr>
          <a:xfrm flipH="1">
            <a:off x="9301489" y="1780304"/>
            <a:ext cx="50234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CA5EC026-5460-2C7C-68C5-DAE073C8AFED}"/>
              </a:ext>
            </a:extLst>
          </p:cNvPr>
          <p:cNvSpPr/>
          <p:nvPr/>
        </p:nvSpPr>
        <p:spPr>
          <a:xfrm rot="8372704">
            <a:off x="7944132" y="427430"/>
            <a:ext cx="373560" cy="91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F16DE373-7E79-2447-3178-E8712FD85963}"/>
              </a:ext>
            </a:extLst>
          </p:cNvPr>
          <p:cNvSpPr txBox="1"/>
          <p:nvPr/>
        </p:nvSpPr>
        <p:spPr>
          <a:xfrm>
            <a:off x="1459353" y="1013322"/>
            <a:ext cx="77207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1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4C41B097-4986-E59E-D77E-526F24EB1753}"/>
              </a:ext>
            </a:extLst>
          </p:cNvPr>
          <p:cNvSpPr txBox="1"/>
          <p:nvPr/>
        </p:nvSpPr>
        <p:spPr>
          <a:xfrm>
            <a:off x="4318161" y="1013322"/>
            <a:ext cx="77207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2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33EB1C8-FC56-6773-EF15-3091379509DC}"/>
              </a:ext>
            </a:extLst>
          </p:cNvPr>
          <p:cNvSpPr txBox="1"/>
          <p:nvPr/>
        </p:nvSpPr>
        <p:spPr>
          <a:xfrm>
            <a:off x="6818398" y="1022847"/>
            <a:ext cx="77207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169501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CC68B000-70E8-8E0B-BD07-1BDA4674E7BA}"/>
              </a:ext>
            </a:extLst>
          </p:cNvPr>
          <p:cNvGrpSpPr/>
          <p:nvPr/>
        </p:nvGrpSpPr>
        <p:grpSpPr>
          <a:xfrm>
            <a:off x="5264966" y="2153206"/>
            <a:ext cx="4421998" cy="4100276"/>
            <a:chOff x="5307077" y="2514389"/>
            <a:chExt cx="4421998" cy="4100276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8B283BBD-FE8F-99FC-4ED0-95CA074024D7}"/>
                </a:ext>
              </a:extLst>
            </p:cNvPr>
            <p:cNvGrpSpPr/>
            <p:nvPr/>
          </p:nvGrpSpPr>
          <p:grpSpPr>
            <a:xfrm>
              <a:off x="5987903" y="2592735"/>
              <a:ext cx="3741172" cy="4021930"/>
              <a:chOff x="6579751" y="1758171"/>
              <a:chExt cx="3741172" cy="4021930"/>
            </a:xfrm>
          </p:grpSpPr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C3470D90-1D7E-C385-843E-1F29FDFF8162}"/>
                  </a:ext>
                </a:extLst>
              </p:cNvPr>
              <p:cNvSpPr/>
              <p:nvPr/>
            </p:nvSpPr>
            <p:spPr>
              <a:xfrm rot="16200000" flipH="1">
                <a:off x="7954466" y="388154"/>
                <a:ext cx="165953" cy="2909135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Halbbogen 69">
                <a:extLst>
                  <a:ext uri="{FF2B5EF4-FFF2-40B4-BE49-F238E27FC236}">
                    <a16:creationId xmlns:a16="http://schemas.microsoft.com/office/drawing/2014/main" id="{4A6DA58D-31D7-5846-3A3D-853EBFBB7CF3}"/>
                  </a:ext>
                </a:extLst>
              </p:cNvPr>
              <p:cNvSpPr/>
              <p:nvPr/>
            </p:nvSpPr>
            <p:spPr>
              <a:xfrm rot="5400000" flipH="1">
                <a:off x="8567300" y="1861952"/>
                <a:ext cx="1846968" cy="1645828"/>
              </a:xfrm>
              <a:prstGeom prst="blockArc">
                <a:avLst>
                  <a:gd name="adj1" fmla="val 16202951"/>
                  <a:gd name="adj2" fmla="val 15508"/>
                  <a:gd name="adj3" fmla="val 10099"/>
                </a:avLst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2ED3ED3D-EF1B-48BC-F032-5AF78CED7292}"/>
                  </a:ext>
                </a:extLst>
              </p:cNvPr>
              <p:cNvSpPr/>
              <p:nvPr/>
            </p:nvSpPr>
            <p:spPr>
              <a:xfrm rot="16200000" flipH="1">
                <a:off x="8685612" y="4153195"/>
                <a:ext cx="3095235" cy="158577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C053D468-CAC3-97CB-9FD2-454144BDA372}"/>
                  </a:ext>
                </a:extLst>
              </p:cNvPr>
              <p:cNvSpPr/>
              <p:nvPr/>
            </p:nvSpPr>
            <p:spPr>
              <a:xfrm rot="5400000">
                <a:off x="6656715" y="1681207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26A3C8DF-86A6-20C5-7A55-F222F6CE566E}"/>
                  </a:ext>
                </a:extLst>
              </p:cNvPr>
              <p:cNvSpPr/>
              <p:nvPr/>
            </p:nvSpPr>
            <p:spPr>
              <a:xfrm rot="10800000">
                <a:off x="10150852" y="5448820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943D0974-3498-EFDA-9A7B-FA9FF38EA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3053" t="45250" r="41264"/>
            <a:stretch/>
          </p:blipFill>
          <p:spPr>
            <a:xfrm>
              <a:off x="5307077" y="2514389"/>
              <a:ext cx="1191688" cy="372986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dirty="0"/>
              <a:t>Change Unit </a:t>
            </a:r>
            <a:r>
              <a:rPr lang="de-DE" dirty="0" err="1"/>
              <a:t>from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Terminal 2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7135653" y="1894946"/>
            <a:ext cx="159491" cy="25141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7122178" y="1552360"/>
            <a:ext cx="170422" cy="25059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7176786" y="2028138"/>
            <a:ext cx="170422" cy="19178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5958324" y="3243049"/>
            <a:ext cx="2514148" cy="299481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6541916" y="2128382"/>
            <a:ext cx="1386045" cy="710229"/>
            <a:chOff x="7166893" y="1769006"/>
            <a:chExt cx="1521680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7166893" y="1769006"/>
              <a:ext cx="1521680" cy="517749"/>
              <a:chOff x="7181028" y="2441551"/>
              <a:chExt cx="1521680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6011464" y="2674695"/>
            <a:ext cx="951555" cy="179585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7460151" y="2662316"/>
            <a:ext cx="951555" cy="179585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hteck 95">
            <a:extLst>
              <a:ext uri="{FF2B5EF4-FFF2-40B4-BE49-F238E27FC236}">
                <a16:creationId xmlns:a16="http://schemas.microsoft.com/office/drawing/2014/main" id="{9DE84289-5BE0-153C-42F2-4A8FDE87EE5C}"/>
              </a:ext>
            </a:extLst>
          </p:cNvPr>
          <p:cNvSpPr/>
          <p:nvPr/>
        </p:nvSpPr>
        <p:spPr>
          <a:xfrm>
            <a:off x="59034" y="809055"/>
            <a:ext cx="8022551" cy="818641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D2E0082B-CDD0-AE11-AB87-B17489AD5C91}"/>
              </a:ext>
            </a:extLst>
          </p:cNvPr>
          <p:cNvGrpSpPr/>
          <p:nvPr/>
        </p:nvGrpSpPr>
        <p:grpSpPr>
          <a:xfrm>
            <a:off x="5710244" y="1649751"/>
            <a:ext cx="1486107" cy="772581"/>
            <a:chOff x="6611114" y="1535446"/>
            <a:chExt cx="1486107" cy="858309"/>
          </a:xfrm>
        </p:grpSpPr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918249B8-030E-E964-A343-0C605430144E}"/>
                </a:ext>
              </a:extLst>
            </p:cNvPr>
            <p:cNvSpPr/>
            <p:nvPr/>
          </p:nvSpPr>
          <p:spPr>
            <a:xfrm>
              <a:off x="6868546" y="1699850"/>
              <a:ext cx="244377" cy="693905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1CFB283A-27AA-32A9-5FC4-733879758EFE}"/>
                </a:ext>
              </a:extLst>
            </p:cNvPr>
            <p:cNvSpPr/>
            <p:nvPr/>
          </p:nvSpPr>
          <p:spPr>
            <a:xfrm>
              <a:off x="6611114" y="1535446"/>
              <a:ext cx="1486107" cy="21340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9" name="Rechteck 108">
            <a:extLst>
              <a:ext uri="{FF2B5EF4-FFF2-40B4-BE49-F238E27FC236}">
                <a16:creationId xmlns:a16="http://schemas.microsoft.com/office/drawing/2014/main" id="{9366A619-125B-9737-9305-164D5B4356C5}"/>
              </a:ext>
            </a:extLst>
          </p:cNvPr>
          <p:cNvSpPr/>
          <p:nvPr/>
        </p:nvSpPr>
        <p:spPr>
          <a:xfrm>
            <a:off x="8480000" y="3408350"/>
            <a:ext cx="602814" cy="110100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31BA0064-7260-E208-B21C-07AC7CC1F0BC}"/>
              </a:ext>
            </a:extLst>
          </p:cNvPr>
          <p:cNvGrpSpPr/>
          <p:nvPr/>
        </p:nvGrpSpPr>
        <p:grpSpPr>
          <a:xfrm>
            <a:off x="8554752" y="2424488"/>
            <a:ext cx="360000" cy="1374289"/>
            <a:chOff x="8596863" y="3086726"/>
            <a:chExt cx="360000" cy="1374289"/>
          </a:xfrm>
        </p:grpSpPr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CF7A14AE-2827-371B-7160-3BAB2BB71079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B10584B0-8E2A-F85D-B52F-B828909EC830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7FE7326C-65FA-EDAA-ED73-900FDE648D53}"/>
              </a:ext>
            </a:extLst>
          </p:cNvPr>
          <p:cNvGrpSpPr/>
          <p:nvPr/>
        </p:nvGrpSpPr>
        <p:grpSpPr>
          <a:xfrm rot="16200000">
            <a:off x="9081360" y="1348189"/>
            <a:ext cx="360000" cy="1374289"/>
            <a:chOff x="8596863" y="3086726"/>
            <a:chExt cx="360000" cy="1374289"/>
          </a:xfrm>
        </p:grpSpPr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FCED382D-592B-DA20-1835-F5B3C823CD5F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F0B4A3F4-CD3A-DDBE-6CB4-B8FF188D9FD9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16" name="Rechteck 115">
            <a:extLst>
              <a:ext uri="{FF2B5EF4-FFF2-40B4-BE49-F238E27FC236}">
                <a16:creationId xmlns:a16="http://schemas.microsoft.com/office/drawing/2014/main" id="{C9E1E758-40CB-C446-87AD-78A2CB4C448E}"/>
              </a:ext>
            </a:extLst>
          </p:cNvPr>
          <p:cNvSpPr/>
          <p:nvPr/>
        </p:nvSpPr>
        <p:spPr>
          <a:xfrm>
            <a:off x="9948505" y="1476689"/>
            <a:ext cx="1461346" cy="111930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CF764210-0F18-B913-35CD-4A93FD942502}"/>
              </a:ext>
            </a:extLst>
          </p:cNvPr>
          <p:cNvCxnSpPr>
            <a:cxnSpLocks/>
          </p:cNvCxnSpPr>
          <p:nvPr/>
        </p:nvCxnSpPr>
        <p:spPr>
          <a:xfrm flipV="1">
            <a:off x="8759580" y="3028082"/>
            <a:ext cx="7607" cy="45109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7F0E57C3-85DD-0646-B971-7EB0CE909E12}"/>
              </a:ext>
            </a:extLst>
          </p:cNvPr>
          <p:cNvCxnSpPr>
            <a:cxnSpLocks/>
          </p:cNvCxnSpPr>
          <p:nvPr/>
        </p:nvCxnSpPr>
        <p:spPr>
          <a:xfrm flipH="1">
            <a:off x="9221278" y="2018878"/>
            <a:ext cx="50234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32519430-FA60-448C-ACA8-62E8E7BEA8AC}"/>
              </a:ext>
            </a:extLst>
          </p:cNvPr>
          <p:cNvCxnSpPr>
            <a:cxnSpLocks/>
          </p:cNvCxnSpPr>
          <p:nvPr/>
        </p:nvCxnSpPr>
        <p:spPr>
          <a:xfrm flipH="1">
            <a:off x="5904022" y="1740110"/>
            <a:ext cx="1137903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B41DA55B-E959-2C7C-0B95-68069709E878}"/>
              </a:ext>
            </a:extLst>
          </p:cNvPr>
          <p:cNvSpPr/>
          <p:nvPr/>
        </p:nvSpPr>
        <p:spPr>
          <a:xfrm>
            <a:off x="234114" y="2534146"/>
            <a:ext cx="4878914" cy="3751345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613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293" y="165342"/>
            <a:ext cx="4656790" cy="265716"/>
          </a:xfrm>
        </p:spPr>
        <p:txBody>
          <a:bodyPr/>
          <a:lstStyle/>
          <a:p>
            <a:r>
              <a:rPr lang="de-DE" dirty="0"/>
              <a:t>Change Unit </a:t>
            </a:r>
            <a:r>
              <a:rPr lang="de-DE" dirty="0" err="1"/>
              <a:t>from</a:t>
            </a:r>
            <a:r>
              <a:rPr lang="de-DE" dirty="0"/>
              <a:t> Terminal 1 </a:t>
            </a:r>
            <a:r>
              <a:rPr lang="de-DE" dirty="0" err="1"/>
              <a:t>to</a:t>
            </a:r>
            <a:r>
              <a:rPr lang="de-DE" dirty="0"/>
              <a:t> Terminal 2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7502619" y="2093464"/>
            <a:ext cx="159491" cy="25141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7489144" y="1750878"/>
            <a:ext cx="170422" cy="25059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7543752" y="2226656"/>
            <a:ext cx="170422" cy="19178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6325290" y="3441567"/>
            <a:ext cx="2514148" cy="2820867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6378430" y="2873213"/>
            <a:ext cx="951555" cy="179585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7827117" y="2860834"/>
            <a:ext cx="951555" cy="179585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hteck 95">
            <a:extLst>
              <a:ext uri="{FF2B5EF4-FFF2-40B4-BE49-F238E27FC236}">
                <a16:creationId xmlns:a16="http://schemas.microsoft.com/office/drawing/2014/main" id="{9DE84289-5BE0-153C-42F2-4A8FDE87EE5C}"/>
              </a:ext>
            </a:extLst>
          </p:cNvPr>
          <p:cNvSpPr/>
          <p:nvPr/>
        </p:nvSpPr>
        <p:spPr>
          <a:xfrm>
            <a:off x="690704" y="993030"/>
            <a:ext cx="8022551" cy="818641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9B0EF369-A562-620A-5835-248D976FCE7E}"/>
              </a:ext>
            </a:extLst>
          </p:cNvPr>
          <p:cNvGrpSpPr/>
          <p:nvPr/>
        </p:nvGrpSpPr>
        <p:grpSpPr>
          <a:xfrm>
            <a:off x="324855" y="2312054"/>
            <a:ext cx="8473133" cy="372986"/>
            <a:chOff x="-313435" y="5634640"/>
            <a:chExt cx="9927732" cy="372986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A5853946-4EA3-EF3C-CDAF-4FBE8B32B6B8}"/>
                </a:ext>
              </a:extLst>
            </p:cNvPr>
            <p:cNvSpPr/>
            <p:nvPr/>
          </p:nvSpPr>
          <p:spPr>
            <a:xfrm rot="5400000">
              <a:off x="4903903" y="1194269"/>
              <a:ext cx="159490" cy="9253728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7" name="Grafik 106">
              <a:extLst>
                <a:ext uri="{FF2B5EF4-FFF2-40B4-BE49-F238E27FC236}">
                  <a16:creationId xmlns:a16="http://schemas.microsoft.com/office/drawing/2014/main" id="{07FF7560-4130-DBE1-45E1-D6F888C40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3053" t="45250" r="41264"/>
            <a:stretch/>
          </p:blipFill>
          <p:spPr>
            <a:xfrm>
              <a:off x="-313435" y="5634640"/>
              <a:ext cx="1191688" cy="372986"/>
            </a:xfrm>
            <a:prstGeom prst="rect">
              <a:avLst/>
            </a:prstGeom>
          </p:spPr>
        </p:pic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D415B984-7670-AE74-520E-5BA9FD1B5A13}"/>
                </a:ext>
              </a:extLst>
            </p:cNvPr>
            <p:cNvSpPr/>
            <p:nvPr/>
          </p:nvSpPr>
          <p:spPr>
            <a:xfrm rot="5400000">
              <a:off x="9367261" y="5658328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6908882" y="2326900"/>
            <a:ext cx="1386045" cy="710229"/>
            <a:chOff x="7166893" y="1769006"/>
            <a:chExt cx="1521680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7166893" y="1769006"/>
              <a:ext cx="1521680" cy="517749"/>
              <a:chOff x="7181028" y="2441551"/>
              <a:chExt cx="1521680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6D15D78A-C21A-DD7E-1B62-6B52DE536490}"/>
              </a:ext>
            </a:extLst>
          </p:cNvPr>
          <p:cNvSpPr/>
          <p:nvPr/>
        </p:nvSpPr>
        <p:spPr>
          <a:xfrm>
            <a:off x="8846966" y="3606868"/>
            <a:ext cx="602814" cy="110100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B0C42E2-2406-A405-3F99-C567D6510C9B}"/>
              </a:ext>
            </a:extLst>
          </p:cNvPr>
          <p:cNvGrpSpPr/>
          <p:nvPr/>
        </p:nvGrpSpPr>
        <p:grpSpPr>
          <a:xfrm>
            <a:off x="8921718" y="2623006"/>
            <a:ext cx="360000" cy="1374289"/>
            <a:chOff x="8596863" y="3086726"/>
            <a:chExt cx="360000" cy="1374289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46912CC4-11F1-0ABC-08C3-FA9876104BC0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85B5C9FE-B6D6-6819-3198-58A53DCF2279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F2E948D-3060-A736-24AB-2535F26AA67D}"/>
              </a:ext>
            </a:extLst>
          </p:cNvPr>
          <p:cNvGrpSpPr/>
          <p:nvPr/>
        </p:nvGrpSpPr>
        <p:grpSpPr>
          <a:xfrm rot="16200000">
            <a:off x="9448326" y="1546707"/>
            <a:ext cx="360000" cy="1374289"/>
            <a:chOff x="8596863" y="3086726"/>
            <a:chExt cx="360000" cy="1374289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0C1E955A-7638-77AD-3B92-26DAE4ABB962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66381A58-28E0-8348-0786-ECBDEE55332B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4F735920-C8A4-D61B-7B1B-BF6285562045}"/>
              </a:ext>
            </a:extLst>
          </p:cNvPr>
          <p:cNvSpPr/>
          <p:nvPr/>
        </p:nvSpPr>
        <p:spPr>
          <a:xfrm>
            <a:off x="10315471" y="1675207"/>
            <a:ext cx="1461346" cy="111930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B5F4D95-07BD-02C6-930E-366B6C241A03}"/>
              </a:ext>
            </a:extLst>
          </p:cNvPr>
          <p:cNvCxnSpPr>
            <a:cxnSpLocks/>
          </p:cNvCxnSpPr>
          <p:nvPr/>
        </p:nvCxnSpPr>
        <p:spPr>
          <a:xfrm flipV="1">
            <a:off x="9126546" y="3226600"/>
            <a:ext cx="7607" cy="45109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406FB2C-168E-A9FC-AE7E-A5452A878010}"/>
              </a:ext>
            </a:extLst>
          </p:cNvPr>
          <p:cNvCxnSpPr>
            <a:cxnSpLocks/>
          </p:cNvCxnSpPr>
          <p:nvPr/>
        </p:nvCxnSpPr>
        <p:spPr>
          <a:xfrm flipH="1">
            <a:off x="9588244" y="2217396"/>
            <a:ext cx="50234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D240A9E9-A13B-EB15-AA0F-2C0E748BA8AA}"/>
              </a:ext>
            </a:extLst>
          </p:cNvPr>
          <p:cNvCxnSpPr>
            <a:cxnSpLocks/>
          </p:cNvCxnSpPr>
          <p:nvPr/>
        </p:nvCxnSpPr>
        <p:spPr>
          <a:xfrm flipH="1">
            <a:off x="808651" y="1944644"/>
            <a:ext cx="1137903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D2E0082B-CDD0-AE11-AB87-B17489AD5C91}"/>
              </a:ext>
            </a:extLst>
          </p:cNvPr>
          <p:cNvGrpSpPr/>
          <p:nvPr/>
        </p:nvGrpSpPr>
        <p:grpSpPr>
          <a:xfrm>
            <a:off x="688569" y="1833726"/>
            <a:ext cx="1486107" cy="858309"/>
            <a:chOff x="6887339" y="1535446"/>
            <a:chExt cx="1486107" cy="858309"/>
          </a:xfrm>
        </p:grpSpPr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918249B8-030E-E964-A343-0C605430144E}"/>
                </a:ext>
              </a:extLst>
            </p:cNvPr>
            <p:cNvSpPr/>
            <p:nvPr/>
          </p:nvSpPr>
          <p:spPr>
            <a:xfrm>
              <a:off x="7085117" y="1699850"/>
              <a:ext cx="244377" cy="693905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1CFB283A-27AA-32A9-5FC4-733879758EFE}"/>
                </a:ext>
              </a:extLst>
            </p:cNvPr>
            <p:cNvSpPr/>
            <p:nvPr/>
          </p:nvSpPr>
          <p:spPr>
            <a:xfrm>
              <a:off x="6887339" y="1535446"/>
              <a:ext cx="1486107" cy="21340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CF7483D-1588-1190-8289-4344ABD6465C}"/>
              </a:ext>
            </a:extLst>
          </p:cNvPr>
          <p:cNvCxnSpPr>
            <a:cxnSpLocks/>
          </p:cNvCxnSpPr>
          <p:nvPr/>
        </p:nvCxnSpPr>
        <p:spPr>
          <a:xfrm flipH="1">
            <a:off x="886347" y="1944644"/>
            <a:ext cx="1137903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A85CF362-1DD0-B739-405D-C188A27599A6}"/>
              </a:ext>
            </a:extLst>
          </p:cNvPr>
          <p:cNvSpPr/>
          <p:nvPr/>
        </p:nvSpPr>
        <p:spPr>
          <a:xfrm>
            <a:off x="601080" y="2732665"/>
            <a:ext cx="4878914" cy="3529770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19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352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631DD802-4474-CC7E-299E-24A40C949E74}"/>
              </a:ext>
            </a:extLst>
          </p:cNvPr>
          <p:cNvGrpSpPr/>
          <p:nvPr/>
        </p:nvGrpSpPr>
        <p:grpSpPr>
          <a:xfrm>
            <a:off x="0" y="2480499"/>
            <a:ext cx="8473133" cy="372986"/>
            <a:chOff x="-313435" y="5634640"/>
            <a:chExt cx="9927732" cy="372986"/>
          </a:xfrm>
        </p:grpSpPr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9FEFE0F3-0D6C-7316-B222-56B35146FD84}"/>
                </a:ext>
              </a:extLst>
            </p:cNvPr>
            <p:cNvSpPr/>
            <p:nvPr/>
          </p:nvSpPr>
          <p:spPr>
            <a:xfrm rot="5400000">
              <a:off x="4903903" y="1194269"/>
              <a:ext cx="159490" cy="9253728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4" name="Grafik 113">
              <a:extLst>
                <a:ext uri="{FF2B5EF4-FFF2-40B4-BE49-F238E27FC236}">
                  <a16:creationId xmlns:a16="http://schemas.microsoft.com/office/drawing/2014/main" id="{44BA1413-DA81-FA2B-ADA2-D7067969C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3053" t="45250" r="41264"/>
            <a:stretch/>
          </p:blipFill>
          <p:spPr>
            <a:xfrm>
              <a:off x="-313435" y="5634640"/>
              <a:ext cx="1191688" cy="372986"/>
            </a:xfrm>
            <a:prstGeom prst="rect">
              <a:avLst/>
            </a:prstGeom>
          </p:spPr>
        </p:pic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922BFCE5-D959-42E4-9B78-86CDA912BE03}"/>
                </a:ext>
              </a:extLst>
            </p:cNvPr>
            <p:cNvSpPr/>
            <p:nvPr/>
          </p:nvSpPr>
          <p:spPr>
            <a:xfrm rot="5400000">
              <a:off x="9367261" y="5658328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r>
              <a:rPr lang="de-DE" dirty="0" err="1"/>
              <a:t>Turning</a:t>
            </a:r>
            <a:r>
              <a:rPr lang="de-DE" dirty="0"/>
              <a:t> Unit </a:t>
            </a:r>
            <a:r>
              <a:rPr lang="de-DE" dirty="0" err="1"/>
              <a:t>for</a:t>
            </a:r>
            <a:r>
              <a:rPr lang="de-DE" dirty="0"/>
              <a:t> Terminal 2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B5F5C76-4031-93FC-00DA-A81FF52E9599}"/>
              </a:ext>
            </a:extLst>
          </p:cNvPr>
          <p:cNvGrpSpPr/>
          <p:nvPr/>
        </p:nvGrpSpPr>
        <p:grpSpPr>
          <a:xfrm flipH="1">
            <a:off x="8323351" y="2063468"/>
            <a:ext cx="3300143" cy="1287174"/>
            <a:chOff x="2630882" y="1743464"/>
            <a:chExt cx="3917814" cy="1372569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54252E1A-FCB4-897F-3505-C05D9CF3D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0882" y="1960860"/>
              <a:ext cx="2576294" cy="985785"/>
            </a:xfrm>
            <a:prstGeom prst="rect">
              <a:avLst/>
            </a:prstGeom>
          </p:spPr>
        </p:pic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BAF62E9-708E-4677-97AB-598E89107F65}"/>
                </a:ext>
              </a:extLst>
            </p:cNvPr>
            <p:cNvSpPr/>
            <p:nvPr/>
          </p:nvSpPr>
          <p:spPr>
            <a:xfrm rot="16200000">
              <a:off x="5119900" y="2167290"/>
              <a:ext cx="992605" cy="4391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E6F0A242-6287-5DD7-7212-7F218E14DD4C}"/>
                </a:ext>
              </a:extLst>
            </p:cNvPr>
            <p:cNvSpPr/>
            <p:nvPr/>
          </p:nvSpPr>
          <p:spPr>
            <a:xfrm rot="16200000">
              <a:off x="6137986" y="2275882"/>
              <a:ext cx="95262" cy="67701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84F8A04D-86CC-9478-CFB3-D22C964A43CA}"/>
                </a:ext>
              </a:extLst>
            </p:cNvPr>
            <p:cNvSpPr/>
            <p:nvPr/>
          </p:nvSpPr>
          <p:spPr>
            <a:xfrm rot="16200000">
              <a:off x="6168566" y="1831397"/>
              <a:ext cx="58672" cy="70158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F1A7177E-9D7A-F397-17B9-69D60DD6545C}"/>
                </a:ext>
              </a:extLst>
            </p:cNvPr>
            <p:cNvSpPr/>
            <p:nvPr/>
          </p:nvSpPr>
          <p:spPr>
            <a:xfrm rot="16200000">
              <a:off x="4608037" y="2331836"/>
              <a:ext cx="1372569" cy="19582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7DB64FB-5696-20B5-75F0-8BD40D6827BF}"/>
              </a:ext>
            </a:extLst>
          </p:cNvPr>
          <p:cNvCxnSpPr>
            <a:cxnSpLocks/>
          </p:cNvCxnSpPr>
          <p:nvPr/>
        </p:nvCxnSpPr>
        <p:spPr>
          <a:xfrm>
            <a:off x="5710840" y="2931478"/>
            <a:ext cx="633245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B1F02AFE-B915-0D48-B26B-9797D2AEC7F7}"/>
              </a:ext>
            </a:extLst>
          </p:cNvPr>
          <p:cNvCxnSpPr>
            <a:cxnSpLocks/>
          </p:cNvCxnSpPr>
          <p:nvPr/>
        </p:nvCxnSpPr>
        <p:spPr>
          <a:xfrm flipH="1">
            <a:off x="5368589" y="2945320"/>
            <a:ext cx="328940" cy="722809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1D98B23-7954-52C4-A3E5-D42C1FDFBC72}"/>
              </a:ext>
            </a:extLst>
          </p:cNvPr>
          <p:cNvCxnSpPr>
            <a:cxnSpLocks/>
          </p:cNvCxnSpPr>
          <p:nvPr/>
        </p:nvCxnSpPr>
        <p:spPr>
          <a:xfrm>
            <a:off x="5369783" y="3663615"/>
            <a:ext cx="2898" cy="1738141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hteck 99">
            <a:extLst>
              <a:ext uri="{FF2B5EF4-FFF2-40B4-BE49-F238E27FC236}">
                <a16:creationId xmlns:a16="http://schemas.microsoft.com/office/drawing/2014/main" id="{0DF25F48-BCBA-305D-8FA4-AC493C62DCD9}"/>
              </a:ext>
            </a:extLst>
          </p:cNvPr>
          <p:cNvSpPr/>
          <p:nvPr/>
        </p:nvSpPr>
        <p:spPr>
          <a:xfrm>
            <a:off x="5402883" y="3983569"/>
            <a:ext cx="602814" cy="2134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D497108A-13C4-CBEC-D7A9-FA979C93CFB6}"/>
              </a:ext>
            </a:extLst>
          </p:cNvPr>
          <p:cNvSpPr/>
          <p:nvPr/>
        </p:nvSpPr>
        <p:spPr>
          <a:xfrm>
            <a:off x="5402883" y="5107647"/>
            <a:ext cx="609163" cy="2134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3" name="Pfeil: nach links gekrümmt 102">
            <a:extLst>
              <a:ext uri="{FF2B5EF4-FFF2-40B4-BE49-F238E27FC236}">
                <a16:creationId xmlns:a16="http://schemas.microsoft.com/office/drawing/2014/main" id="{CAEDA60F-1596-3F2B-7B22-E17A22998321}"/>
              </a:ext>
            </a:extLst>
          </p:cNvPr>
          <p:cNvSpPr/>
          <p:nvPr/>
        </p:nvSpPr>
        <p:spPr>
          <a:xfrm rot="16200000">
            <a:off x="10943658" y="2364823"/>
            <a:ext cx="1220302" cy="618370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BBEFAA3-C049-0BD1-CB1A-76A5AB84DFF6}"/>
              </a:ext>
            </a:extLst>
          </p:cNvPr>
          <p:cNvSpPr/>
          <p:nvPr/>
        </p:nvSpPr>
        <p:spPr>
          <a:xfrm rot="5400000">
            <a:off x="7177764" y="2261909"/>
            <a:ext cx="159491" cy="25141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8B17668-BE78-EA60-C992-163F1DE7EA8D}"/>
              </a:ext>
            </a:extLst>
          </p:cNvPr>
          <p:cNvSpPr/>
          <p:nvPr/>
        </p:nvSpPr>
        <p:spPr>
          <a:xfrm rot="5400000">
            <a:off x="7164289" y="1919323"/>
            <a:ext cx="170422" cy="25059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0AEB30E-C898-022E-E308-67A76FAF8459}"/>
              </a:ext>
            </a:extLst>
          </p:cNvPr>
          <p:cNvSpPr/>
          <p:nvPr/>
        </p:nvSpPr>
        <p:spPr>
          <a:xfrm rot="5400000">
            <a:off x="7218897" y="2395101"/>
            <a:ext cx="170422" cy="19178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D356FE9-8003-25F4-79FA-E3ACE63F8F17}"/>
              </a:ext>
            </a:extLst>
          </p:cNvPr>
          <p:cNvSpPr/>
          <p:nvPr/>
        </p:nvSpPr>
        <p:spPr>
          <a:xfrm>
            <a:off x="6000435" y="3610012"/>
            <a:ext cx="2514148" cy="2994819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23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AE9CE0F-15B8-C488-D970-C7C765D60DC8}"/>
              </a:ext>
            </a:extLst>
          </p:cNvPr>
          <p:cNvGrpSpPr/>
          <p:nvPr/>
        </p:nvGrpSpPr>
        <p:grpSpPr>
          <a:xfrm>
            <a:off x="6053575" y="3041658"/>
            <a:ext cx="951555" cy="179585"/>
            <a:chOff x="7588613" y="2300848"/>
            <a:chExt cx="1044672" cy="191499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7ABE9017-FCDC-EB01-412F-E8F3D2E5A58F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153596D3-C5BE-F764-CAD9-9CA467D20730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61" name="Rechteck 60">
                  <a:extLst>
                    <a:ext uri="{FF2B5EF4-FFF2-40B4-BE49-F238E27FC236}">
                      <a16:creationId xmlns:a16="http://schemas.microsoft.com/office/drawing/2014/main" id="{029F5106-BF75-7935-8653-B1CC9931E373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B55499CA-6C87-D913-A43B-624DB6997FCA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278BAF-35BF-CD5D-3AD3-F2B4126693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6E107DA0-0F0A-E6D2-1853-5E5251C357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8E93673-C414-6B72-8B3F-E54E040E4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091F487F-7351-8275-926F-7DEDC187CC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D04C695C-6068-64C6-3F06-3D094679DE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C0499977-67A3-846C-BBFE-27257880B1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4BDE797A-F303-83C6-E3EC-A9E66B4278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652C2A25-E83E-7B63-65C9-6E35E879B15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64C47845-55CD-14D3-54DB-0683D14CF688}"/>
              </a:ext>
            </a:extLst>
          </p:cNvPr>
          <p:cNvGrpSpPr/>
          <p:nvPr/>
        </p:nvGrpSpPr>
        <p:grpSpPr>
          <a:xfrm rot="10800000">
            <a:off x="7502262" y="3029279"/>
            <a:ext cx="951555" cy="179585"/>
            <a:chOff x="7588613" y="2300848"/>
            <a:chExt cx="1044672" cy="191499"/>
          </a:xfrm>
        </p:grpSpPr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F9FC57E3-5790-4161-7EFE-C9CC76DAD5F3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66" name="Gruppieren 65">
                <a:extLst>
                  <a:ext uri="{FF2B5EF4-FFF2-40B4-BE49-F238E27FC236}">
                    <a16:creationId xmlns:a16="http://schemas.microsoft.com/office/drawing/2014/main" id="{B36261B8-1DBB-6C88-B4D7-9124BE23F891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91" name="Rechteck 90">
                  <a:extLst>
                    <a:ext uri="{FF2B5EF4-FFF2-40B4-BE49-F238E27FC236}">
                      <a16:creationId xmlns:a16="http://schemas.microsoft.com/office/drawing/2014/main" id="{192BD7DB-66EB-0B05-B63B-80A64C72169E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2" name="Rechteck 91">
                  <a:extLst>
                    <a:ext uri="{FF2B5EF4-FFF2-40B4-BE49-F238E27FC236}">
                      <a16:creationId xmlns:a16="http://schemas.microsoft.com/office/drawing/2014/main" id="{6B66B89A-EE7A-B015-2DAD-08B2418EF60F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ABAFDB18-5B07-F6DF-9F36-3F2E8B92B5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DF7618DD-2B26-7A82-DC86-93ACFB5AE3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r Verbinder 85">
                <a:extLst>
                  <a:ext uri="{FF2B5EF4-FFF2-40B4-BE49-F238E27FC236}">
                    <a16:creationId xmlns:a16="http://schemas.microsoft.com/office/drawing/2014/main" id="{9ACC55F3-D6E0-4187-5FFD-595FB6D030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r Verbinder 86">
                <a:extLst>
                  <a:ext uri="{FF2B5EF4-FFF2-40B4-BE49-F238E27FC236}">
                    <a16:creationId xmlns:a16="http://schemas.microsoft.com/office/drawing/2014/main" id="{4B77F6B7-ADED-55EB-6D20-DCC15D777A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E8A371EB-1A7D-4FF8-97CD-1A2F7A578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B70E0D3B-D89B-01ED-3DCC-85CD967307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Gerader Verbinder 89">
                <a:extLst>
                  <a:ext uri="{FF2B5EF4-FFF2-40B4-BE49-F238E27FC236}">
                    <a16:creationId xmlns:a16="http://schemas.microsoft.com/office/drawing/2014/main" id="{BF8D2803-E86C-A7BC-71E5-457447A11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81A7D1CE-3B25-D02C-E2B0-F87E64254BD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7D00865-02D6-EBE1-73A4-2146F0BCD9BB}"/>
              </a:ext>
            </a:extLst>
          </p:cNvPr>
          <p:cNvGrpSpPr/>
          <p:nvPr/>
        </p:nvGrpSpPr>
        <p:grpSpPr>
          <a:xfrm>
            <a:off x="6584027" y="2495345"/>
            <a:ext cx="1386045" cy="710229"/>
            <a:chOff x="7166893" y="1769006"/>
            <a:chExt cx="1521680" cy="757348"/>
          </a:xfrm>
        </p:grpSpPr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F9F888FE-8F97-1240-F17F-04E501D13748}"/>
                </a:ext>
              </a:extLst>
            </p:cNvPr>
            <p:cNvGrpSpPr/>
            <p:nvPr/>
          </p:nvGrpSpPr>
          <p:grpSpPr>
            <a:xfrm>
              <a:off x="7166893" y="1769006"/>
              <a:ext cx="1521680" cy="517749"/>
              <a:chOff x="7181028" y="2441551"/>
              <a:chExt cx="1521680" cy="517749"/>
            </a:xfrm>
          </p:grpSpPr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16F41D7C-562F-CC53-9FA7-9A03D3DE8E97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98" name="Gruppieren 97">
                <a:extLst>
                  <a:ext uri="{FF2B5EF4-FFF2-40B4-BE49-F238E27FC236}">
                    <a16:creationId xmlns:a16="http://schemas.microsoft.com/office/drawing/2014/main" id="{50D4B396-4EA2-E829-D6D8-8393ECA47906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105" name="Rechteck 104">
                  <a:extLst>
                    <a:ext uri="{FF2B5EF4-FFF2-40B4-BE49-F238E27FC236}">
                      <a16:creationId xmlns:a16="http://schemas.microsoft.com/office/drawing/2014/main" id="{0BC8D74B-CD7C-0060-76A9-74EF53D8588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6" name="Ellipse 105">
                  <a:extLst>
                    <a:ext uri="{FF2B5EF4-FFF2-40B4-BE49-F238E27FC236}">
                      <a16:creationId xmlns:a16="http://schemas.microsoft.com/office/drawing/2014/main" id="{55B93E6D-F13B-FEC7-091F-27370CAC0E9F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99" name="Gruppieren 98">
                <a:extLst>
                  <a:ext uri="{FF2B5EF4-FFF2-40B4-BE49-F238E27FC236}">
                    <a16:creationId xmlns:a16="http://schemas.microsoft.com/office/drawing/2014/main" id="{96EB916C-EA39-9E9A-93CC-2E906912BC07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102" name="Rechteck 101">
                  <a:extLst>
                    <a:ext uri="{FF2B5EF4-FFF2-40B4-BE49-F238E27FC236}">
                      <a16:creationId xmlns:a16="http://schemas.microsoft.com/office/drawing/2014/main" id="{6899BC51-5D1D-0FDE-4E64-362AE2F06E33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4" name="Ellipse 103">
                  <a:extLst>
                    <a:ext uri="{FF2B5EF4-FFF2-40B4-BE49-F238E27FC236}">
                      <a16:creationId xmlns:a16="http://schemas.microsoft.com/office/drawing/2014/main" id="{A44235A0-C615-E27C-A5FC-17FD7A2DE082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51136EEB-2C57-C617-8590-E58B167115F5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16" name="Rechteck 115">
            <a:extLst>
              <a:ext uri="{FF2B5EF4-FFF2-40B4-BE49-F238E27FC236}">
                <a16:creationId xmlns:a16="http://schemas.microsoft.com/office/drawing/2014/main" id="{4E37A9DA-8B34-AF9C-245D-B851B1CB4F8C}"/>
              </a:ext>
            </a:extLst>
          </p:cNvPr>
          <p:cNvSpPr/>
          <p:nvPr/>
        </p:nvSpPr>
        <p:spPr>
          <a:xfrm>
            <a:off x="238125" y="2853484"/>
            <a:ext cx="4878914" cy="3751345"/>
          </a:xfrm>
          <a:prstGeom prst="rect">
            <a:avLst/>
          </a:prstGeom>
          <a:gradFill>
            <a:gsLst>
              <a:gs pos="0">
                <a:schemeClr val="dk1">
                  <a:tint val="100000"/>
                  <a:shade val="100000"/>
                  <a:satMod val="130000"/>
                </a:schemeClr>
              </a:gs>
              <a:gs pos="23000">
                <a:schemeClr val="dk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471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CC68B000-70E8-8E0B-BD07-1BDA4674E7BA}"/>
              </a:ext>
            </a:extLst>
          </p:cNvPr>
          <p:cNvGrpSpPr/>
          <p:nvPr/>
        </p:nvGrpSpPr>
        <p:grpSpPr>
          <a:xfrm>
            <a:off x="5307077" y="2515151"/>
            <a:ext cx="4123294" cy="4100276"/>
            <a:chOff x="5307077" y="2514389"/>
            <a:chExt cx="4123294" cy="4100276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8B283BBD-FE8F-99FC-4ED0-95CA074024D7}"/>
                </a:ext>
              </a:extLst>
            </p:cNvPr>
            <p:cNvGrpSpPr/>
            <p:nvPr/>
          </p:nvGrpSpPr>
          <p:grpSpPr>
            <a:xfrm>
              <a:off x="5987903" y="2592735"/>
              <a:ext cx="3442468" cy="4021930"/>
              <a:chOff x="6579751" y="1758171"/>
              <a:chExt cx="3442468" cy="4021930"/>
            </a:xfrm>
          </p:grpSpPr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C3470D90-1D7E-C385-843E-1F29FDFF8162}"/>
                  </a:ext>
                </a:extLst>
              </p:cNvPr>
              <p:cNvSpPr/>
              <p:nvPr/>
            </p:nvSpPr>
            <p:spPr>
              <a:xfrm rot="16200000" flipH="1">
                <a:off x="7804509" y="538111"/>
                <a:ext cx="165953" cy="260922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Halbbogen 69">
                <a:extLst>
                  <a:ext uri="{FF2B5EF4-FFF2-40B4-BE49-F238E27FC236}">
                    <a16:creationId xmlns:a16="http://schemas.microsoft.com/office/drawing/2014/main" id="{4A6DA58D-31D7-5846-3A3D-853EBFBB7CF3}"/>
                  </a:ext>
                </a:extLst>
              </p:cNvPr>
              <p:cNvSpPr/>
              <p:nvPr/>
            </p:nvSpPr>
            <p:spPr>
              <a:xfrm rot="5400000" flipH="1">
                <a:off x="8274692" y="1861952"/>
                <a:ext cx="1846968" cy="1645828"/>
              </a:xfrm>
              <a:prstGeom prst="blockArc">
                <a:avLst>
                  <a:gd name="adj1" fmla="val 16202951"/>
                  <a:gd name="adj2" fmla="val 15508"/>
                  <a:gd name="adj3" fmla="val 10099"/>
                </a:avLst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2ED3ED3D-EF1B-48BC-F032-5AF78CED7292}"/>
                  </a:ext>
                </a:extLst>
              </p:cNvPr>
              <p:cNvSpPr/>
              <p:nvPr/>
            </p:nvSpPr>
            <p:spPr>
              <a:xfrm rot="16200000" flipH="1">
                <a:off x="8386908" y="4153195"/>
                <a:ext cx="3095235" cy="158577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C053D468-CAC3-97CB-9FD2-454144BDA372}"/>
                  </a:ext>
                </a:extLst>
              </p:cNvPr>
              <p:cNvSpPr/>
              <p:nvPr/>
            </p:nvSpPr>
            <p:spPr>
              <a:xfrm rot="5400000">
                <a:off x="6656715" y="1681207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26A3C8DF-86A6-20C5-7A55-F222F6CE566E}"/>
                  </a:ext>
                </a:extLst>
              </p:cNvPr>
              <p:cNvSpPr/>
              <p:nvPr/>
            </p:nvSpPr>
            <p:spPr>
              <a:xfrm rot="10800000">
                <a:off x="9852148" y="5448820"/>
                <a:ext cx="170071" cy="324000"/>
              </a:xfrm>
              <a:prstGeom prst="rect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943D0974-3498-EFDA-9A7B-FA9FF38EA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3053" t="45250" r="41264"/>
            <a:stretch/>
          </p:blipFill>
          <p:spPr>
            <a:xfrm>
              <a:off x="5307077" y="2514389"/>
              <a:ext cx="1191688" cy="372986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703DE95-FB7E-022C-D2AB-41D002A4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3" y="95369"/>
            <a:ext cx="4656790" cy="26571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67EE6C6-D0D4-CF52-7D76-C210619700F9}"/>
              </a:ext>
            </a:extLst>
          </p:cNvPr>
          <p:cNvSpPr/>
          <p:nvPr/>
        </p:nvSpPr>
        <p:spPr>
          <a:xfrm rot="5400000">
            <a:off x="7177764" y="2261909"/>
            <a:ext cx="159491" cy="25141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C3153DC-2166-4100-7ACA-17C1882D465F}"/>
              </a:ext>
            </a:extLst>
          </p:cNvPr>
          <p:cNvSpPr/>
          <p:nvPr/>
        </p:nvSpPr>
        <p:spPr>
          <a:xfrm rot="5400000">
            <a:off x="7164289" y="1919323"/>
            <a:ext cx="170422" cy="25059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7F9ABB7-C4A5-32DA-3AEC-1EFF6BF7BAC8}"/>
              </a:ext>
            </a:extLst>
          </p:cNvPr>
          <p:cNvSpPr/>
          <p:nvPr/>
        </p:nvSpPr>
        <p:spPr>
          <a:xfrm rot="5400000">
            <a:off x="7218897" y="2395101"/>
            <a:ext cx="170422" cy="19178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1C7CF9-5062-AE98-F545-44C42C339999}"/>
              </a:ext>
            </a:extLst>
          </p:cNvPr>
          <p:cNvSpPr/>
          <p:nvPr/>
        </p:nvSpPr>
        <p:spPr>
          <a:xfrm>
            <a:off x="6000435" y="3610012"/>
            <a:ext cx="2514148" cy="299481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332A2367-E156-1599-A96F-0670EF5C79CD}"/>
              </a:ext>
            </a:extLst>
          </p:cNvPr>
          <p:cNvGrpSpPr/>
          <p:nvPr/>
        </p:nvGrpSpPr>
        <p:grpSpPr>
          <a:xfrm>
            <a:off x="6584027" y="2495345"/>
            <a:ext cx="1386045" cy="710229"/>
            <a:chOff x="7166893" y="1769006"/>
            <a:chExt cx="1521680" cy="757348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B90DBBD-B100-110F-3402-0DFF69704C70}"/>
                </a:ext>
              </a:extLst>
            </p:cNvPr>
            <p:cNvGrpSpPr/>
            <p:nvPr/>
          </p:nvGrpSpPr>
          <p:grpSpPr>
            <a:xfrm>
              <a:off x="7166893" y="1769006"/>
              <a:ext cx="1521680" cy="517749"/>
              <a:chOff x="7181028" y="2441551"/>
              <a:chExt cx="1521680" cy="517749"/>
            </a:xfrm>
          </p:grpSpPr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8F6C4F21-B578-3012-358D-BF6D43C48FFA}"/>
                  </a:ext>
                </a:extLst>
              </p:cNvPr>
              <p:cNvSpPr/>
              <p:nvPr/>
            </p:nvSpPr>
            <p:spPr>
              <a:xfrm rot="5400000">
                <a:off x="7859068" y="2115660"/>
                <a:ext cx="165600" cy="152167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2C203A65-56F8-68AB-8255-F07CEE132225}"/>
                  </a:ext>
                </a:extLst>
              </p:cNvPr>
              <p:cNvGrpSpPr/>
              <p:nvPr/>
            </p:nvGrpSpPr>
            <p:grpSpPr>
              <a:xfrm>
                <a:off x="7181028" y="2447614"/>
                <a:ext cx="206347" cy="342001"/>
                <a:chOff x="2419090" y="1272878"/>
                <a:chExt cx="206347" cy="342001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22A9C51C-40B2-0CA2-8E8B-9A8ACF4E5FB9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0DB4B3CE-7569-5F70-B4BA-B194B20CF3B1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083CE299-95AE-D6F7-BB23-C8BB22E70D12}"/>
                  </a:ext>
                </a:extLst>
              </p:cNvPr>
              <p:cNvGrpSpPr/>
              <p:nvPr/>
            </p:nvGrpSpPr>
            <p:grpSpPr>
              <a:xfrm>
                <a:off x="8496361" y="2441551"/>
                <a:ext cx="206347" cy="342001"/>
                <a:chOff x="2419090" y="1272878"/>
                <a:chExt cx="206347" cy="342001"/>
              </a:xfrm>
            </p:grpSpPr>
            <p:sp>
              <p:nvSpPr>
                <p:cNvPr id="59" name="Rechteck 58">
                  <a:extLst>
                    <a:ext uri="{FF2B5EF4-FFF2-40B4-BE49-F238E27FC236}">
                      <a16:creationId xmlns:a16="http://schemas.microsoft.com/office/drawing/2014/main" id="{822A892A-2BBB-91A6-33C9-60E7B93FF73A}"/>
                    </a:ext>
                  </a:extLst>
                </p:cNvPr>
                <p:cNvSpPr/>
                <p:nvPr/>
              </p:nvSpPr>
              <p:spPr>
                <a:xfrm rot="16200000">
                  <a:off x="2351263" y="1340705"/>
                  <a:ext cx="342001" cy="206347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2B83BDF2-A1C4-3FD0-6835-C4606D21EABD}"/>
                    </a:ext>
                  </a:extLst>
                </p:cNvPr>
                <p:cNvSpPr/>
                <p:nvPr/>
              </p:nvSpPr>
              <p:spPr>
                <a:xfrm rot="5400000">
                  <a:off x="2447128" y="1373479"/>
                  <a:ext cx="136800" cy="1368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241000C-4375-552C-C77C-D0E1AD8FE25C}"/>
                </a:ext>
              </a:extLst>
            </p:cNvPr>
            <p:cNvSpPr/>
            <p:nvPr/>
          </p:nvSpPr>
          <p:spPr>
            <a:xfrm>
              <a:off x="7637931" y="2298787"/>
              <a:ext cx="523277" cy="2275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" name="Rechteck 3">
            <a:extLst>
              <a:ext uri="{FF2B5EF4-FFF2-40B4-BE49-F238E27FC236}">
                <a16:creationId xmlns:a16="http://schemas.microsoft.com/office/drawing/2014/main" id="{02EB7787-9896-48F6-302C-B6C614D7ECFA}"/>
              </a:ext>
            </a:extLst>
          </p:cNvPr>
          <p:cNvSpPr/>
          <p:nvPr/>
        </p:nvSpPr>
        <p:spPr>
          <a:xfrm>
            <a:off x="8522111" y="3775313"/>
            <a:ext cx="602814" cy="110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4189B01-C236-9473-3F82-678F31081DAD}"/>
              </a:ext>
            </a:extLst>
          </p:cNvPr>
          <p:cNvGrpSpPr/>
          <p:nvPr/>
        </p:nvGrpSpPr>
        <p:grpSpPr>
          <a:xfrm>
            <a:off x="6053575" y="3041658"/>
            <a:ext cx="951555" cy="179585"/>
            <a:chOff x="7588613" y="2300848"/>
            <a:chExt cx="1044672" cy="1914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FD3F5D2-8A54-491B-F4DE-764D86702E07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7796F434-E985-843A-F657-302DFA71DC99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FC371904-7093-9E16-054C-BFB2E8A519D1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D0EE29C2-ADE3-53B4-FC3E-9212B69911A7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323836CB-4DC4-5835-5E32-26C3C4AF6B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B62344BC-380C-2206-48B2-CC87D3489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678389F-2351-0016-0332-FAC69279A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5D8B47B-FF7B-38BC-840C-15D0CFE123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13C9A0B-D0B4-CBB0-D7EC-053C45681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C6A41C2-E314-5B40-ADD5-5C6EBF00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D46BFDA-034C-32C8-9810-443B3DDA1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D9B37C17-8401-6643-F2BF-BC50A37FA00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C1F906-2E5A-800A-BF15-298BF30E4DC8}"/>
              </a:ext>
            </a:extLst>
          </p:cNvPr>
          <p:cNvGrpSpPr/>
          <p:nvPr/>
        </p:nvGrpSpPr>
        <p:grpSpPr>
          <a:xfrm rot="10800000">
            <a:off x="7502262" y="3029279"/>
            <a:ext cx="951555" cy="179585"/>
            <a:chOff x="7588613" y="2300848"/>
            <a:chExt cx="1044672" cy="191499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4526AD0A-E278-695D-720A-82B04C852312}"/>
                </a:ext>
              </a:extLst>
            </p:cNvPr>
            <p:cNvGrpSpPr/>
            <p:nvPr/>
          </p:nvGrpSpPr>
          <p:grpSpPr>
            <a:xfrm rot="10800000">
              <a:off x="7588613" y="2300848"/>
              <a:ext cx="1044672" cy="191499"/>
              <a:chOff x="1845763" y="2203033"/>
              <a:chExt cx="665026" cy="138770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CC42603C-7146-DD88-497F-15C343E4D90F}"/>
                  </a:ext>
                </a:extLst>
              </p:cNvPr>
              <p:cNvGrpSpPr/>
              <p:nvPr/>
            </p:nvGrpSpPr>
            <p:grpSpPr>
              <a:xfrm>
                <a:off x="2262811" y="2203034"/>
                <a:ext cx="247978" cy="138769"/>
                <a:chOff x="1809008" y="2120484"/>
                <a:chExt cx="247978" cy="138769"/>
              </a:xfrm>
            </p:grpSpPr>
            <p:sp>
              <p:nvSpPr>
                <p:cNvPr id="84" name="Rechteck 83">
                  <a:extLst>
                    <a:ext uri="{FF2B5EF4-FFF2-40B4-BE49-F238E27FC236}">
                      <a16:creationId xmlns:a16="http://schemas.microsoft.com/office/drawing/2014/main" id="{EC13ACF4-684C-4E58-E443-831A4A6D5BA7}"/>
                    </a:ext>
                  </a:extLst>
                </p:cNvPr>
                <p:cNvSpPr/>
                <p:nvPr/>
              </p:nvSpPr>
              <p:spPr>
                <a:xfrm>
                  <a:off x="1809008" y="2120484"/>
                  <a:ext cx="202260" cy="1365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Rechteck 84">
                  <a:extLst>
                    <a:ext uri="{FF2B5EF4-FFF2-40B4-BE49-F238E27FC236}">
                      <a16:creationId xmlns:a16="http://schemas.microsoft.com/office/drawing/2014/main" id="{4A05D7B6-E03D-629E-543D-DD0C80DA3695}"/>
                    </a:ext>
                  </a:extLst>
                </p:cNvPr>
                <p:cNvSpPr/>
                <p:nvPr/>
              </p:nvSpPr>
              <p:spPr>
                <a:xfrm>
                  <a:off x="2011267" y="2122453"/>
                  <a:ext cx="45719" cy="136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D14B0FAD-08DF-33FF-4EDC-83BBD426D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845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5A0E9E8-77AC-BB18-EAC3-DEA11E3B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8471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0FCDCBFA-0939-7020-23E7-4015C42A1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24113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5E312816-FDC9-B886-47E7-1A3C082C0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9739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D8390926-D227-85EC-D7A5-F19D30737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6366" y="2203033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C429EE1D-F5CC-06E2-D0CB-ED8545B48D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1992" y="2203033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53B9EB96-5C8F-15ED-39C2-DA80AC4E5C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5763" y="2203033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5C66C6-CEAA-7F97-AAFC-F4356F0049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006605" y="2303945"/>
              <a:ext cx="79843" cy="1884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42489A6B-5AD0-E8F7-1F2D-4CDD8C2FBEA2}"/>
              </a:ext>
            </a:extLst>
          </p:cNvPr>
          <p:cNvGrpSpPr/>
          <p:nvPr/>
        </p:nvGrpSpPr>
        <p:grpSpPr>
          <a:xfrm>
            <a:off x="6844882" y="2091310"/>
            <a:ext cx="596555" cy="265716"/>
            <a:chOff x="5351241" y="1231392"/>
            <a:chExt cx="596555" cy="265716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27FB007B-4594-4BAD-DA5B-CA5FE6B65158}"/>
                </a:ext>
              </a:extLst>
            </p:cNvPr>
            <p:cNvSpPr/>
            <p:nvPr/>
          </p:nvSpPr>
          <p:spPr>
            <a:xfrm>
              <a:off x="5358384" y="1231392"/>
              <a:ext cx="585216" cy="265716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lussdiagramm: Manuelle Verarbeitung 42">
              <a:extLst>
                <a:ext uri="{FF2B5EF4-FFF2-40B4-BE49-F238E27FC236}">
                  <a16:creationId xmlns:a16="http://schemas.microsoft.com/office/drawing/2014/main" id="{E8760EAE-B1AF-2347-B2F2-706B3837F32D}"/>
                </a:ext>
              </a:extLst>
            </p:cNvPr>
            <p:cNvSpPr/>
            <p:nvPr/>
          </p:nvSpPr>
          <p:spPr>
            <a:xfrm rot="16200000">
              <a:off x="5303874" y="1294736"/>
              <a:ext cx="229896" cy="135161"/>
            </a:xfrm>
            <a:prstGeom prst="flowChartManualOperati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Flussdiagramm: Manuelle Verarbeitung 54">
              <a:extLst>
                <a:ext uri="{FF2B5EF4-FFF2-40B4-BE49-F238E27FC236}">
                  <a16:creationId xmlns:a16="http://schemas.microsoft.com/office/drawing/2014/main" id="{F6F3D32E-96FA-0504-03E6-9650716B1744}"/>
                </a:ext>
              </a:extLst>
            </p:cNvPr>
            <p:cNvSpPr/>
            <p:nvPr/>
          </p:nvSpPr>
          <p:spPr>
            <a:xfrm rot="5400000">
              <a:off x="5765268" y="1294736"/>
              <a:ext cx="229896" cy="135161"/>
            </a:xfrm>
            <a:prstGeom prst="flowChartManualOperati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198949F7-13DC-7EE5-CA71-5B1700309F5E}"/>
              </a:ext>
            </a:extLst>
          </p:cNvPr>
          <p:cNvGrpSpPr/>
          <p:nvPr/>
        </p:nvGrpSpPr>
        <p:grpSpPr>
          <a:xfrm>
            <a:off x="8027571" y="2065789"/>
            <a:ext cx="487012" cy="265716"/>
            <a:chOff x="5351241" y="1231392"/>
            <a:chExt cx="604117" cy="265716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E359051E-6B41-D2C2-1532-548FE4C218FC}"/>
                </a:ext>
              </a:extLst>
            </p:cNvPr>
            <p:cNvSpPr/>
            <p:nvPr/>
          </p:nvSpPr>
          <p:spPr>
            <a:xfrm>
              <a:off x="5358384" y="1231392"/>
              <a:ext cx="585216" cy="265716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Flussdiagramm: Manuelle Verarbeitung 90">
              <a:extLst>
                <a:ext uri="{FF2B5EF4-FFF2-40B4-BE49-F238E27FC236}">
                  <a16:creationId xmlns:a16="http://schemas.microsoft.com/office/drawing/2014/main" id="{F2C6C859-4F8E-8CE1-FFCC-E2C16EAE1653}"/>
                </a:ext>
              </a:extLst>
            </p:cNvPr>
            <p:cNvSpPr/>
            <p:nvPr/>
          </p:nvSpPr>
          <p:spPr>
            <a:xfrm rot="16200000">
              <a:off x="5303874" y="1294736"/>
              <a:ext cx="229896" cy="135161"/>
            </a:xfrm>
            <a:prstGeom prst="flowChartManualOperati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Flussdiagramm: Manuelle Verarbeitung 92">
              <a:extLst>
                <a:ext uri="{FF2B5EF4-FFF2-40B4-BE49-F238E27FC236}">
                  <a16:creationId xmlns:a16="http://schemas.microsoft.com/office/drawing/2014/main" id="{ED6D8793-A233-0B74-5B7D-571F17FFD4E9}"/>
                </a:ext>
              </a:extLst>
            </p:cNvPr>
            <p:cNvSpPr/>
            <p:nvPr/>
          </p:nvSpPr>
          <p:spPr>
            <a:xfrm rot="5400000">
              <a:off x="5772830" y="1294736"/>
              <a:ext cx="229896" cy="135161"/>
            </a:xfrm>
            <a:prstGeom prst="flowChartManualOperati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B56F3CA-D615-A421-E635-EB15B8E92A5D}"/>
              </a:ext>
            </a:extLst>
          </p:cNvPr>
          <p:cNvGrpSpPr/>
          <p:nvPr/>
        </p:nvGrpSpPr>
        <p:grpSpPr>
          <a:xfrm>
            <a:off x="8596863" y="2791451"/>
            <a:ext cx="360000" cy="1374289"/>
            <a:chOff x="8596863" y="3086726"/>
            <a:chExt cx="360000" cy="1374289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47C33C-4339-D9E1-AD0A-234FAF1592CA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B9A92485-8C17-F2C5-B27D-301B32F324AA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6" name="Rechteck 95">
            <a:extLst>
              <a:ext uri="{FF2B5EF4-FFF2-40B4-BE49-F238E27FC236}">
                <a16:creationId xmlns:a16="http://schemas.microsoft.com/office/drawing/2014/main" id="{9DE84289-5BE0-153C-42F2-4A8FDE87EE5C}"/>
              </a:ext>
            </a:extLst>
          </p:cNvPr>
          <p:cNvSpPr/>
          <p:nvPr/>
        </p:nvSpPr>
        <p:spPr>
          <a:xfrm>
            <a:off x="6278651" y="837722"/>
            <a:ext cx="2325573" cy="10473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6F591A6-7985-38F6-5E9F-49BE84CE5B1B}"/>
              </a:ext>
            </a:extLst>
          </p:cNvPr>
          <p:cNvGrpSpPr/>
          <p:nvPr/>
        </p:nvGrpSpPr>
        <p:grpSpPr>
          <a:xfrm>
            <a:off x="0" y="7408752"/>
            <a:ext cx="9927732" cy="372986"/>
            <a:chOff x="-313435" y="5634640"/>
            <a:chExt cx="9927732" cy="372986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E66AE895-197A-F847-43F6-E51225EBD624}"/>
                </a:ext>
              </a:extLst>
            </p:cNvPr>
            <p:cNvSpPr/>
            <p:nvPr/>
          </p:nvSpPr>
          <p:spPr>
            <a:xfrm rot="5400000">
              <a:off x="4903903" y="1194269"/>
              <a:ext cx="159490" cy="9253728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EEA7435D-4A59-8294-6BE3-C064E38C2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rcRect l="3053" t="45250" r="41264"/>
            <a:stretch/>
          </p:blipFill>
          <p:spPr>
            <a:xfrm>
              <a:off x="-313435" y="5634640"/>
              <a:ext cx="1191688" cy="372986"/>
            </a:xfrm>
            <a:prstGeom prst="rect">
              <a:avLst/>
            </a:prstGeom>
          </p:spPr>
        </p:pic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49B965A2-5B42-AB8A-FD9B-DCF0F2FBD4A6}"/>
                </a:ext>
              </a:extLst>
            </p:cNvPr>
            <p:cNvSpPr/>
            <p:nvPr/>
          </p:nvSpPr>
          <p:spPr>
            <a:xfrm rot="5400000">
              <a:off x="9367261" y="5658328"/>
              <a:ext cx="170071" cy="3240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8D0928AA-F7AB-E7A9-76C0-916EA46C5973}"/>
              </a:ext>
            </a:extLst>
          </p:cNvPr>
          <p:cNvGrpSpPr/>
          <p:nvPr/>
        </p:nvGrpSpPr>
        <p:grpSpPr>
          <a:xfrm rot="16200000">
            <a:off x="9123471" y="1715152"/>
            <a:ext cx="360000" cy="1374289"/>
            <a:chOff x="8596863" y="3086726"/>
            <a:chExt cx="360000" cy="1374289"/>
          </a:xfrm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DBC4B9FE-AB49-8F7B-FC61-191BE9A882FD}"/>
                </a:ext>
              </a:extLst>
            </p:cNvPr>
            <p:cNvSpPr/>
            <p:nvPr/>
          </p:nvSpPr>
          <p:spPr>
            <a:xfrm rot="5400000">
              <a:off x="8196429" y="3769539"/>
              <a:ext cx="1193780" cy="1891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36FF3AEB-1827-E384-E3FD-763B9D9A8E8A}"/>
                </a:ext>
              </a:extLst>
            </p:cNvPr>
            <p:cNvSpPr/>
            <p:nvPr/>
          </p:nvSpPr>
          <p:spPr>
            <a:xfrm>
              <a:off x="8596863" y="3086726"/>
              <a:ext cx="360000" cy="36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9" name="Rechteck 98">
            <a:extLst>
              <a:ext uri="{FF2B5EF4-FFF2-40B4-BE49-F238E27FC236}">
                <a16:creationId xmlns:a16="http://schemas.microsoft.com/office/drawing/2014/main" id="{120D3AC9-8D6E-6BCC-70B5-EDF071241A9C}"/>
              </a:ext>
            </a:extLst>
          </p:cNvPr>
          <p:cNvSpPr/>
          <p:nvPr/>
        </p:nvSpPr>
        <p:spPr>
          <a:xfrm>
            <a:off x="9990616" y="1843652"/>
            <a:ext cx="1461346" cy="1119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E3256781-7670-DF1E-9089-5F81295D8C3D}"/>
              </a:ext>
            </a:extLst>
          </p:cNvPr>
          <p:cNvCxnSpPr>
            <a:cxnSpLocks/>
          </p:cNvCxnSpPr>
          <p:nvPr/>
        </p:nvCxnSpPr>
        <p:spPr>
          <a:xfrm flipV="1">
            <a:off x="8801691" y="3395045"/>
            <a:ext cx="7607" cy="45109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BC1B06AD-B3A8-F3AF-2F8F-6F70761A0ED3}"/>
              </a:ext>
            </a:extLst>
          </p:cNvPr>
          <p:cNvCxnSpPr>
            <a:cxnSpLocks/>
          </p:cNvCxnSpPr>
          <p:nvPr/>
        </p:nvCxnSpPr>
        <p:spPr>
          <a:xfrm flipH="1">
            <a:off x="9263389" y="2385841"/>
            <a:ext cx="50234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DE7EC852-E5A3-4FD8-4E6D-5BE89386F8B7}"/>
              </a:ext>
            </a:extLst>
          </p:cNvPr>
          <p:cNvCxnSpPr>
            <a:cxnSpLocks/>
          </p:cNvCxnSpPr>
          <p:nvPr/>
        </p:nvCxnSpPr>
        <p:spPr>
          <a:xfrm flipV="1">
            <a:off x="7711299" y="1154712"/>
            <a:ext cx="0" cy="56206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Pfeil: nach links gekrümmt 25">
            <a:extLst>
              <a:ext uri="{FF2B5EF4-FFF2-40B4-BE49-F238E27FC236}">
                <a16:creationId xmlns:a16="http://schemas.microsoft.com/office/drawing/2014/main" id="{F17DEB65-C4C6-116A-25D0-C650016C91F6}"/>
              </a:ext>
            </a:extLst>
          </p:cNvPr>
          <p:cNvSpPr/>
          <p:nvPr/>
        </p:nvSpPr>
        <p:spPr>
          <a:xfrm>
            <a:off x="7071735" y="2182700"/>
            <a:ext cx="178930" cy="104667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AFAA45A1-E188-D3C7-C791-CA3E0721B445}"/>
              </a:ext>
            </a:extLst>
          </p:cNvPr>
          <p:cNvSpPr/>
          <p:nvPr/>
        </p:nvSpPr>
        <p:spPr>
          <a:xfrm rot="5400000">
            <a:off x="6554435" y="1396061"/>
            <a:ext cx="1193780" cy="1891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3" name="Pfeil: nach links gekrümmt 102">
            <a:extLst>
              <a:ext uri="{FF2B5EF4-FFF2-40B4-BE49-F238E27FC236}">
                <a16:creationId xmlns:a16="http://schemas.microsoft.com/office/drawing/2014/main" id="{8B67AF56-A643-4E2B-16B0-7CF5E63017FB}"/>
              </a:ext>
            </a:extLst>
          </p:cNvPr>
          <p:cNvSpPr/>
          <p:nvPr/>
        </p:nvSpPr>
        <p:spPr>
          <a:xfrm>
            <a:off x="8182488" y="2174505"/>
            <a:ext cx="178930" cy="104667"/>
          </a:xfrm>
          <a:prstGeom prst="curvedLeftArrow">
            <a:avLst>
              <a:gd name="adj1" fmla="val 2609"/>
              <a:gd name="adj2" fmla="val 29910"/>
              <a:gd name="adj3" fmla="val 33341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98C52DDB-4044-5991-C6E3-0EFCA6BF5826}"/>
              </a:ext>
            </a:extLst>
          </p:cNvPr>
          <p:cNvSpPr/>
          <p:nvPr/>
        </p:nvSpPr>
        <p:spPr>
          <a:xfrm rot="5400000">
            <a:off x="7674353" y="1376282"/>
            <a:ext cx="1193780" cy="1891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C27B51E9-840A-1D15-2F17-C57718B819BB}"/>
              </a:ext>
            </a:extLst>
          </p:cNvPr>
          <p:cNvCxnSpPr>
            <a:cxnSpLocks/>
          </p:cNvCxnSpPr>
          <p:nvPr/>
        </p:nvCxnSpPr>
        <p:spPr>
          <a:xfrm>
            <a:off x="5663716" y="2950523"/>
            <a:ext cx="633245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D0F1A0BF-5BF5-E3C3-22F7-482C6A3D3CE4}"/>
              </a:ext>
            </a:extLst>
          </p:cNvPr>
          <p:cNvCxnSpPr>
            <a:cxnSpLocks/>
          </p:cNvCxnSpPr>
          <p:nvPr/>
        </p:nvCxnSpPr>
        <p:spPr>
          <a:xfrm flipH="1">
            <a:off x="5330990" y="2992940"/>
            <a:ext cx="328940" cy="722809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EFF1822D-BF5D-6685-958C-19FD85F5A24A}"/>
              </a:ext>
            </a:extLst>
          </p:cNvPr>
          <p:cNvCxnSpPr>
            <a:cxnSpLocks/>
          </p:cNvCxnSpPr>
          <p:nvPr/>
        </p:nvCxnSpPr>
        <p:spPr>
          <a:xfrm>
            <a:off x="5322659" y="3701710"/>
            <a:ext cx="2898" cy="1738141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hteck 107">
            <a:extLst>
              <a:ext uri="{FF2B5EF4-FFF2-40B4-BE49-F238E27FC236}">
                <a16:creationId xmlns:a16="http://schemas.microsoft.com/office/drawing/2014/main" id="{ABB05B1E-632B-7CB5-AA20-960329F557F7}"/>
              </a:ext>
            </a:extLst>
          </p:cNvPr>
          <p:cNvSpPr/>
          <p:nvPr/>
        </p:nvSpPr>
        <p:spPr>
          <a:xfrm>
            <a:off x="5365284" y="4021664"/>
            <a:ext cx="602814" cy="2134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5433CE1A-B3DB-6BCD-5C8D-07E6C3CCE7A0}"/>
              </a:ext>
            </a:extLst>
          </p:cNvPr>
          <p:cNvSpPr/>
          <p:nvPr/>
        </p:nvSpPr>
        <p:spPr>
          <a:xfrm>
            <a:off x="5365284" y="5145742"/>
            <a:ext cx="609163" cy="2134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36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549" y="874403"/>
            <a:ext cx="8048481" cy="53498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74594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1:</a:t>
            </a:r>
          </a:p>
          <a:p>
            <a:r>
              <a:rPr lang="de-DE" b="1" dirty="0"/>
              <a:t>„Vollautomatisiert“</a:t>
            </a:r>
          </a:p>
          <a:p>
            <a:r>
              <a:rPr lang="de-DE" sz="1400" i="1" dirty="0"/>
              <a:t>Vorgaben laut Lastenheft</a:t>
            </a:r>
          </a:p>
          <a:p>
            <a:endParaRPr lang="de-DE" sz="1400" i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8: Automatisch</a:t>
            </a:r>
          </a:p>
        </p:txBody>
      </p: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2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8084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2:</a:t>
            </a:r>
          </a:p>
          <a:p>
            <a:r>
              <a:rPr lang="de-DE" b="1" dirty="0"/>
              <a:t>„Teilautomatisiert“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Automatisch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50E5D-8209-FC5D-739B-38D7BF8F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09" y="754087"/>
            <a:ext cx="8138812" cy="5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7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3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3270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3: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Handzuführungen“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916E8-80DF-8075-8E5B-756530D5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33" y="686786"/>
            <a:ext cx="7948891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11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4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7627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Variante 4: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kpl. manuellen Bauteilhandling“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  <a:br>
              <a:rPr lang="de-DE" b="1" dirty="0"/>
            </a:br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  <a:p>
            <a:endParaRPr lang="de-DE" b="1" dirty="0"/>
          </a:p>
          <a:p>
            <a:r>
              <a:rPr lang="de-DE" b="1" dirty="0"/>
              <a:t>Manuelles Verschieben Werkstückträger</a:t>
            </a:r>
          </a:p>
          <a:p>
            <a:endParaRPr lang="de-DE" b="1" dirty="0"/>
          </a:p>
          <a:p>
            <a:r>
              <a:rPr lang="de-DE" b="1" dirty="0"/>
              <a:t>Manuelle Rückführung leerer Werkstückträger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9BE739-1082-1875-1D9A-4A9F1B7C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07" y="655811"/>
            <a:ext cx="7762787" cy="54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07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2710CF3-13A0-BAC4-307D-1F9FAE6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Richtpreise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C62C39-D6FE-D60B-12E1-5EA4211584E2}"/>
              </a:ext>
            </a:extLst>
          </p:cNvPr>
          <p:cNvSpPr txBox="1"/>
          <p:nvPr/>
        </p:nvSpPr>
        <p:spPr>
          <a:xfrm>
            <a:off x="538336" y="844762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Richtpreis je nach Ausbauvariante</a:t>
            </a:r>
          </a:p>
          <a:p>
            <a:endParaRPr lang="de-DE" b="1" dirty="0"/>
          </a:p>
          <a:p>
            <a:r>
              <a:rPr lang="de-DE" b="1" dirty="0"/>
              <a:t>Variante 1 „Vollautomatisiert“:		 		ca. 1.250.000 €</a:t>
            </a:r>
          </a:p>
          <a:p>
            <a:r>
              <a:rPr lang="de-DE" b="1" dirty="0"/>
              <a:t>Variante 2 „Teilautomatisiert“:	 			ca. 1.130.000 €</a:t>
            </a:r>
          </a:p>
          <a:p>
            <a:r>
              <a:rPr lang="de-DE" b="1" dirty="0"/>
              <a:t>Variante 3 „Teilautomatisiert mit Handzuführung“:		ca. 1.025.000 €</a:t>
            </a:r>
          </a:p>
          <a:p>
            <a:r>
              <a:rPr lang="de-DE" b="1" dirty="0"/>
              <a:t>Variante 4 „Teilautomatisiert mit kpl. manuellen Bauteilhandling: 	ca.    895.000 €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15E5ED-F7DC-42D6-E9B6-1C349FF5CBA9}"/>
              </a:ext>
            </a:extLst>
          </p:cNvPr>
          <p:cNvSpPr txBox="1"/>
          <p:nvPr/>
        </p:nvSpPr>
        <p:spPr>
          <a:xfrm>
            <a:off x="538336" y="5816795"/>
            <a:ext cx="7457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Hinweis:</a:t>
            </a:r>
          </a:p>
          <a:p>
            <a:r>
              <a:rPr lang="de-DE" sz="1200" i="1" dirty="0"/>
              <a:t>Aktuell noch geschätzte Preise, da die Abklärungen mit den Prozessen Abisolieren, Crimpen, Biegen, Löten und Prüfen</a:t>
            </a:r>
          </a:p>
          <a:p>
            <a:r>
              <a:rPr lang="de-DE" sz="1200" i="1" dirty="0"/>
              <a:t>noch nicht abgeschlossen ist. </a:t>
            </a:r>
          </a:p>
          <a:p>
            <a:r>
              <a:rPr lang="de-DE" sz="1200" i="1" dirty="0"/>
              <a:t>Eine Technische Durchsprache der einzelnen Prozesse fand noch nicht statt.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D08746-8BEC-8496-133E-4C2687E0EE5B}"/>
              </a:ext>
            </a:extLst>
          </p:cNvPr>
          <p:cNvSpPr txBox="1"/>
          <p:nvPr/>
        </p:nvSpPr>
        <p:spPr>
          <a:xfrm>
            <a:off x="538336" y="2858529"/>
            <a:ext cx="73118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u="sng" dirty="0"/>
              <a:t>Der Richtpreis beinhaltet: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Mechanischen Konstruktion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Hardwareplanung und der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Beschaffung der Kauf- und Fertigungsteile (Mechanisch und Elektrisch)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Montage mit elektrischer, pneumatischer Installation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Endmontage und Inbetriebnahme sowie Vorabnahme der Anlage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Demontage und Verladen auf LKW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Wiederaufbau und Inbetriebnahme in Ihrem Werk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Schulung/Einweisung Ihrer Mitarbeiter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Erstellung der Dokumentationsunterlagen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Projektmanagement</a:t>
            </a:r>
          </a:p>
        </p:txBody>
      </p:sp>
    </p:spTree>
    <p:extLst>
      <p:ext uri="{BB962C8B-B14F-4D97-AF65-F5344CB8AC3E}">
        <p14:creationId xmlns:p14="http://schemas.microsoft.com/office/powerpoint/2010/main" val="838176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1455</Words>
  <Application>Microsoft Office PowerPoint</Application>
  <PresentationFormat>Breitbild</PresentationFormat>
  <Paragraphs>466</Paragraphs>
  <Slides>32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8" baseType="lpstr">
      <vt:lpstr>Arial</vt:lpstr>
      <vt:lpstr>Calibri</vt:lpstr>
      <vt:lpstr>Gilroy ExtraBold</vt:lpstr>
      <vt:lpstr>Gilroy Light</vt:lpstr>
      <vt:lpstr>Wingdings</vt:lpstr>
      <vt:lpstr>Office-Design</vt:lpstr>
      <vt:lpstr>PowerPoint-Präsentation</vt:lpstr>
      <vt:lpstr>PowerPoint-Präsentation</vt:lpstr>
      <vt:lpstr>Basics</vt:lpstr>
      <vt:lpstr>Basics</vt:lpstr>
      <vt:lpstr>PowerPoint-Präsentation</vt:lpstr>
      <vt:lpstr>Aufgabenbeschreibung</vt:lpstr>
      <vt:lpstr>Aufgabenbeschreibung</vt:lpstr>
      <vt:lpstr>Aufgabenbeschreibung</vt:lpstr>
      <vt:lpstr>PowerPoint-Präsentation</vt:lpstr>
      <vt:lpstr>Insert Cable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Stripping Unit</vt:lpstr>
      <vt:lpstr>Crimping Unit</vt:lpstr>
      <vt:lpstr>Bending Unit</vt:lpstr>
      <vt:lpstr>Tinning Unit</vt:lpstr>
      <vt:lpstr>Visual Inspection Terminal</vt:lpstr>
      <vt:lpstr>Tinning Unit</vt:lpstr>
      <vt:lpstr>Change Unit from Terminal 1 to Terminal 2</vt:lpstr>
      <vt:lpstr>Change Unit from Terminal 1 to Terminal 2</vt:lpstr>
      <vt:lpstr>Turning Unit for Terminal 2</vt:lpstr>
      <vt:lpstr>PowerPoint-Präsentation</vt:lpstr>
      <vt:lpstr>Variante 1 </vt:lpstr>
      <vt:lpstr>Variante 2 </vt:lpstr>
      <vt:lpstr>Variante 3 </vt:lpstr>
      <vt:lpstr>Variante 4 </vt:lpstr>
      <vt:lpstr>Richtpreise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Schötz Florian</cp:lastModifiedBy>
  <cp:revision>157</cp:revision>
  <cp:lastPrinted>2025-05-22T13:30:21Z</cp:lastPrinted>
  <dcterms:created xsi:type="dcterms:W3CDTF">2024-09-30T08:13:36Z</dcterms:created>
  <dcterms:modified xsi:type="dcterms:W3CDTF">2025-06-03T14:38:45Z</dcterms:modified>
</cp:coreProperties>
</file>