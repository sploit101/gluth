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37"/>
  </p:notesMasterIdLst>
  <p:sldIdLst>
    <p:sldId id="256" r:id="rId2"/>
    <p:sldId id="1110" r:id="rId3"/>
    <p:sldId id="1199" r:id="rId4"/>
    <p:sldId id="1296" r:id="rId5"/>
    <p:sldId id="1295" r:id="rId6"/>
    <p:sldId id="1193" r:id="rId7"/>
    <p:sldId id="1207" r:id="rId8"/>
    <p:sldId id="1194" r:id="rId9"/>
    <p:sldId id="1201" r:id="rId10"/>
    <p:sldId id="1205" r:id="rId11"/>
    <p:sldId id="1208" r:id="rId12"/>
    <p:sldId id="1206" r:id="rId13"/>
    <p:sldId id="1204" r:id="rId14"/>
    <p:sldId id="1202" r:id="rId15"/>
    <p:sldId id="1203" r:id="rId16"/>
    <p:sldId id="1209" r:id="rId17"/>
    <p:sldId id="1298" r:id="rId18"/>
    <p:sldId id="1210" r:id="rId19"/>
    <p:sldId id="1219" r:id="rId20"/>
    <p:sldId id="1220" r:id="rId21"/>
    <p:sldId id="1299" r:id="rId22"/>
    <p:sldId id="1300" r:id="rId23"/>
    <p:sldId id="1216" r:id="rId24"/>
    <p:sldId id="1215" r:id="rId25"/>
    <p:sldId id="1214" r:id="rId26"/>
    <p:sldId id="1213" r:id="rId27"/>
    <p:sldId id="1211" r:id="rId28"/>
    <p:sldId id="1212" r:id="rId29"/>
    <p:sldId id="1217" r:id="rId30"/>
    <p:sldId id="1196" r:id="rId31"/>
    <p:sldId id="1195" r:id="rId32"/>
    <p:sldId id="1200" r:id="rId33"/>
    <p:sldId id="1197" r:id="rId34"/>
    <p:sldId id="1198" r:id="rId35"/>
    <p:sldId id="1183" r:id="rId36"/>
  </p:sldIdLst>
  <p:sldSz cx="12192000" cy="6858000"/>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D2C3"/>
    <a:srgbClr val="4F81BD"/>
    <a:srgbClr val="FF6600"/>
    <a:srgbClr val="64CF95"/>
    <a:srgbClr val="009900"/>
    <a:srgbClr val="16B75F"/>
    <a:srgbClr val="FF7C80"/>
    <a:srgbClr val="CDC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59" autoAdjust="0"/>
    <p:restoredTop sz="92597" autoAdjust="0"/>
  </p:normalViewPr>
  <p:slideViewPr>
    <p:cSldViewPr snapToGrid="0">
      <p:cViewPr>
        <p:scale>
          <a:sx n="75" d="100"/>
          <a:sy n="75" d="100"/>
        </p:scale>
        <p:origin x="690" y="1932"/>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60" d="100"/>
          <a:sy n="60" d="100"/>
        </p:scale>
        <p:origin x="327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BB9D02-9FFC-4758-9EDA-EB9E451655DE}" type="datetimeFigureOut">
              <a:rPr lang="de-DE" smtClean="0"/>
              <a:t>17.06.2025</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EED572-F9A9-4535-91E4-E5029B1F52C2}" type="slidenum">
              <a:rPr lang="de-DE" smtClean="0"/>
              <a:t>‹Nr.›</a:t>
            </a:fld>
            <a:endParaRPr lang="de-DE"/>
          </a:p>
        </p:txBody>
      </p:sp>
    </p:spTree>
    <p:extLst>
      <p:ext uri="{BB962C8B-B14F-4D97-AF65-F5344CB8AC3E}">
        <p14:creationId xmlns:p14="http://schemas.microsoft.com/office/powerpoint/2010/main" val="1941002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sz="1000"/>
          </a:p>
        </p:txBody>
      </p:sp>
      <p:sp>
        <p:nvSpPr>
          <p:cNvPr id="4" name="Foliennummernplatzhalter 3"/>
          <p:cNvSpPr>
            <a:spLocks noGrp="1"/>
          </p:cNvSpPr>
          <p:nvPr>
            <p:ph type="sldNum" sz="quarter" idx="5"/>
          </p:nvPr>
        </p:nvSpPr>
        <p:spPr/>
        <p:txBody>
          <a:bodyPr/>
          <a:lstStyle/>
          <a:p>
            <a:fld id="{F3EED572-F9A9-4535-91E4-E5029B1F52C2}" type="slidenum">
              <a:rPr lang="de-DE" smtClean="0"/>
              <a:t>1</a:t>
            </a:fld>
            <a:endParaRPr lang="de-DE"/>
          </a:p>
        </p:txBody>
      </p:sp>
    </p:spTree>
    <p:extLst>
      <p:ext uri="{BB962C8B-B14F-4D97-AF65-F5344CB8AC3E}">
        <p14:creationId xmlns:p14="http://schemas.microsoft.com/office/powerpoint/2010/main" val="3427094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2</a:t>
            </a:fld>
            <a:endParaRPr lang="de-DE"/>
          </a:p>
        </p:txBody>
      </p:sp>
    </p:spTree>
    <p:extLst>
      <p:ext uri="{BB962C8B-B14F-4D97-AF65-F5344CB8AC3E}">
        <p14:creationId xmlns:p14="http://schemas.microsoft.com/office/powerpoint/2010/main" val="1260024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3</a:t>
            </a:fld>
            <a:endParaRPr lang="de-DE"/>
          </a:p>
        </p:txBody>
      </p:sp>
    </p:spTree>
    <p:extLst>
      <p:ext uri="{BB962C8B-B14F-4D97-AF65-F5344CB8AC3E}">
        <p14:creationId xmlns:p14="http://schemas.microsoft.com/office/powerpoint/2010/main" val="110314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4</a:t>
            </a:fld>
            <a:endParaRPr lang="de-DE"/>
          </a:p>
        </p:txBody>
      </p:sp>
    </p:spTree>
    <p:extLst>
      <p:ext uri="{BB962C8B-B14F-4D97-AF65-F5344CB8AC3E}">
        <p14:creationId xmlns:p14="http://schemas.microsoft.com/office/powerpoint/2010/main" val="140482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90EEB2CB-37F8-584A-889E-895630C53A95}" type="slidenum">
              <a:rPr lang="de-DE" smtClean="0"/>
              <a:pPr/>
              <a:t>35</a:t>
            </a:fld>
            <a:endParaRPr lang="de-DE"/>
          </a:p>
        </p:txBody>
      </p:sp>
    </p:spTree>
    <p:extLst>
      <p:ext uri="{BB962C8B-B14F-4D97-AF65-F5344CB8AC3E}">
        <p14:creationId xmlns:p14="http://schemas.microsoft.com/office/powerpoint/2010/main" val="3270033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feld 9"/>
          <p:cNvSpPr txBox="1"/>
          <p:nvPr userDrawn="1"/>
        </p:nvSpPr>
        <p:spPr>
          <a:xfrm>
            <a:off x="10653604" y="36763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91519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C58B094-7CBF-54A5-9666-8866CAB58CEC}"/>
              </a:ext>
            </a:extLst>
          </p:cNvPr>
          <p:cNvPicPr>
            <a:picLocks noChangeAspect="1"/>
          </p:cNvPicPr>
          <p:nvPr userDrawn="1"/>
        </p:nvPicPr>
        <p:blipFill>
          <a:blip r:embed="rId2"/>
          <a:stretch>
            <a:fillRect/>
          </a:stretch>
        </p:blipFill>
        <p:spPr>
          <a:xfrm>
            <a:off x="15240" y="0"/>
            <a:ext cx="12161520" cy="6858000"/>
          </a:xfrm>
          <a:prstGeom prst="rect">
            <a:avLst/>
          </a:prstGeom>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4" name="01">
            <a:extLst>
              <a:ext uri="{FF2B5EF4-FFF2-40B4-BE49-F238E27FC236}">
                <a16:creationId xmlns:a16="http://schemas.microsoft.com/office/drawing/2014/main" id="{E9EA7661-F82F-9971-5416-981AA6F8B8B4}"/>
              </a:ext>
            </a:extLst>
          </p:cNvPr>
          <p:cNvSpPr>
            <a:spLocks noChangeAspect="1"/>
          </p:cNvSpPr>
          <p:nvPr userDrawn="1"/>
        </p:nvSpPr>
        <p:spPr>
          <a:xfrm>
            <a:off x="10701770" y="0"/>
            <a:ext cx="273668" cy="360000"/>
          </a:xfrm>
          <a:prstGeom prst="rect">
            <a:avLst/>
          </a:prstGeom>
          <a:solidFill>
            <a:srgbClr val="2C3F48"/>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endParaRPr sz="633" dirty="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bg1"/>
                </a:solidFill>
                <a:latin typeface="Gilroy ExtraBold"/>
              </a:rPr>
              <a:t>‹Nr.›</a:t>
            </a:fld>
            <a:endParaRPr lang="de-DE" sz="1000">
              <a:solidFill>
                <a:schemeClr val="bg1"/>
              </a:solidFill>
              <a:latin typeface="Gilroy ExtraBold"/>
            </a:endParaRPr>
          </a:p>
        </p:txBody>
      </p:sp>
      <p:sp>
        <p:nvSpPr>
          <p:cNvPr id="2" name="Projektbezeichnung | Titel">
            <a:extLst>
              <a:ext uri="{FF2B5EF4-FFF2-40B4-BE49-F238E27FC236}">
                <a16:creationId xmlns:a16="http://schemas.microsoft.com/office/drawing/2014/main" id="{7EB79AE8-0D8C-C49B-AFA0-2C9B5F4077EF}"/>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Gilroy ExtraBold"/>
                <a:ea typeface="Gilroy ExtraBold"/>
                <a:cs typeface="Gilroy ExtraBold"/>
                <a:sym typeface="Gilroy ExtraBold"/>
              </a:rPr>
              <a:t>A07616000_A</a:t>
            </a:r>
            <a:endParaRPr sz="1000" dirty="0">
              <a:solidFill>
                <a:schemeClr val="bg1"/>
              </a:solidFill>
              <a:latin typeface="Gilroy ExtraBold"/>
              <a:ea typeface="Gilroy ExtraBold"/>
              <a:cs typeface="Gilroy ExtraBold"/>
              <a:sym typeface="Gilroy ExtraBold"/>
            </a:endParaRPr>
          </a:p>
        </p:txBody>
      </p:sp>
    </p:spTree>
    <p:extLst>
      <p:ext uri="{BB962C8B-B14F-4D97-AF65-F5344CB8AC3E}">
        <p14:creationId xmlns:p14="http://schemas.microsoft.com/office/powerpoint/2010/main" val="2954211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8"/>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rPr>
              <a:t>A07616000_A</a:t>
            </a:r>
            <a:r>
              <a:rPr sz="1000" dirty="0">
                <a:solidFill>
                  <a:srgbClr val="2C3F48"/>
                </a:solidFill>
              </a:rPr>
              <a:t> | </a:t>
            </a:r>
            <a:fld id="{3C0A5C85-D6AC-4518-BE8C-D4372821F754}" type="datetime1">
              <a:rPr lang="de-DE" sz="1000" smtClean="0">
                <a:solidFill>
                  <a:srgbClr val="4DB8A0"/>
                </a:solidFill>
                <a:latin typeface="Gilroy ExtraBold"/>
                <a:ea typeface="Gilroy ExtraBold"/>
                <a:cs typeface="Gilroy ExtraBold"/>
                <a:sym typeface="Gilroy ExtraBold"/>
              </a:rPr>
              <a:t>17.06.2025</a:t>
            </a:fld>
            <a:endParaRPr sz="1000" dirty="0">
              <a:solidFill>
                <a:srgbClr val="4DB8A0"/>
              </a:solidFill>
              <a:latin typeface="Gilroy ExtraBold"/>
              <a:ea typeface="Gilroy ExtraBold"/>
              <a:cs typeface="Gilroy ExtraBold"/>
              <a:sym typeface="Gilroy ExtraBold"/>
            </a:endParaRP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tx1"/>
                </a:solidFill>
                <a:latin typeface="Gilroy ExtraBold"/>
              </a:rPr>
              <a:t>‹Nr.›</a:t>
            </a:fld>
            <a:endParaRPr lang="de-DE" sz="1000">
              <a:solidFill>
                <a:schemeClr val="tx1"/>
              </a:solidFill>
              <a:latin typeface="Gilroy ExtraBold"/>
            </a:endParaRPr>
          </a:p>
        </p:txBody>
      </p:sp>
      <p:sp>
        <p:nvSpPr>
          <p:cNvPr id="2" name="Titel 1">
            <a:extLst>
              <a:ext uri="{FF2B5EF4-FFF2-40B4-BE49-F238E27FC236}">
                <a16:creationId xmlns:a16="http://schemas.microsoft.com/office/drawing/2014/main" id="{BB7EDDE7-1837-9DEF-31C0-853111381097}"/>
              </a:ext>
            </a:extLst>
          </p:cNvPr>
          <p:cNvSpPr>
            <a:spLocks noGrp="1"/>
          </p:cNvSpPr>
          <p:nvPr>
            <p:ph type="title" hasCustomPrompt="1"/>
          </p:nvPr>
        </p:nvSpPr>
        <p:spPr>
          <a:xfrm>
            <a:off x="3500524" y="161538"/>
            <a:ext cx="4656790" cy="265716"/>
          </a:xfrm>
          <a:prstGeom prst="rect">
            <a:avLst/>
          </a:prstGeom>
        </p:spPr>
        <p:txBody>
          <a:bodyPr anchor="t"/>
          <a:lstStyle>
            <a:lvl1pPr algn="ctr">
              <a:defRPr lang="de-DE" sz="1000" kern="1200" dirty="0">
                <a:solidFill>
                  <a:srgbClr val="2C3F48"/>
                </a:solidFill>
                <a:latin typeface="Gilroy Light"/>
                <a:ea typeface="Gilroy Light"/>
                <a:cs typeface="Gilroy Light"/>
              </a:defRPr>
            </a:lvl1pPr>
          </a:lstStyle>
          <a:p>
            <a:r>
              <a:rPr lang="de-DE" dirty="0"/>
              <a:t>Folientitel</a:t>
            </a:r>
          </a:p>
        </p:txBody>
      </p:sp>
    </p:spTree>
    <p:extLst>
      <p:ext uri="{BB962C8B-B14F-4D97-AF65-F5344CB8AC3E}">
        <p14:creationId xmlns:p14="http://schemas.microsoft.com/office/powerpoint/2010/main" val="1181577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nke">
    <p:bg>
      <p:bgPr>
        <a:solidFill>
          <a:schemeClr val="bg1"/>
        </a:solidFill>
        <a:effectLst/>
      </p:bgPr>
    </p:bg>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3" name="Grafik 2">
            <a:extLst>
              <a:ext uri="{FF2B5EF4-FFF2-40B4-BE49-F238E27FC236}">
                <a16:creationId xmlns:a16="http://schemas.microsoft.com/office/drawing/2014/main" id="{9CF6A121-117E-2360-103B-99EDB01E807A}"/>
              </a:ext>
            </a:extLst>
          </p:cNvPr>
          <p:cNvPicPr>
            <a:picLocks noChangeAspect="1"/>
          </p:cNvPicPr>
          <p:nvPr userDrawn="1"/>
        </p:nvPicPr>
        <p:blipFill>
          <a:blip r:embed="rId2"/>
          <a:stretch>
            <a:fillRect/>
          </a:stretch>
        </p:blipFill>
        <p:spPr>
          <a:xfrm>
            <a:off x="0" y="18994"/>
            <a:ext cx="12192000" cy="6820012"/>
          </a:xfrm>
          <a:prstGeom prst="rect">
            <a:avLst/>
          </a:prstGeom>
        </p:spPr>
      </p:pic>
    </p:spTree>
    <p:extLst>
      <p:ext uri="{BB962C8B-B14F-4D97-AF65-F5344CB8AC3E}">
        <p14:creationId xmlns:p14="http://schemas.microsoft.com/office/powerpoint/2010/main" val="19754858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7"/>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mj-lt"/>
              </a:rPr>
              <a:t>A07643000_B – Angebot </a:t>
            </a:r>
            <a:r>
              <a:rPr sz="1000" dirty="0">
                <a:solidFill>
                  <a:srgbClr val="2C3F48"/>
                </a:solidFill>
                <a:latin typeface="+mj-lt"/>
              </a:rPr>
              <a:t>| </a:t>
            </a:r>
            <a:r>
              <a:rPr lang="de-DE" sz="1000" dirty="0">
                <a:solidFill>
                  <a:srgbClr val="4DB8A0"/>
                </a:solidFill>
                <a:latin typeface="+mj-lt"/>
                <a:sym typeface="Gilroy ExtraBold"/>
              </a:rPr>
              <a:t>08.04.2025</a:t>
            </a:r>
            <a:endParaRPr sz="1000" dirty="0">
              <a:solidFill>
                <a:srgbClr val="4DB8A0"/>
              </a:solidFill>
              <a:latin typeface="+mj-lt"/>
              <a:ea typeface="Gilroy ExtraBold"/>
              <a:cs typeface="Gilroy ExtraBold"/>
              <a:sym typeface="Gilroy ExtraBold"/>
            </a:endParaRPr>
          </a:p>
        </p:txBody>
      </p:sp>
      <p:sp>
        <p:nvSpPr>
          <p:cNvPr id="4" name="Textfeld 3">
            <a:extLst>
              <a:ext uri="{FF2B5EF4-FFF2-40B4-BE49-F238E27FC236}">
                <a16:creationId xmlns:a16="http://schemas.microsoft.com/office/drawing/2014/main" id="{11647A44-1BE1-D8C4-64E2-48910E5FC2F7}"/>
              </a:ext>
            </a:extLst>
          </p:cNvPr>
          <p:cNvSpPr txBox="1"/>
          <p:nvPr userDrawn="1"/>
        </p:nvSpPr>
        <p:spPr>
          <a:xfrm>
            <a:off x="10710154" y="-2557"/>
            <a:ext cx="273668" cy="3441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18000" tIns="18000" rIns="18000" bIns="18000" rtlCol="0" anchor="ctr" anchorCtr="0">
            <a:spAutoFit/>
          </a:bodyPr>
          <a:lstStyle/>
          <a:p>
            <a:pPr algn="ctr"/>
            <a:fld id="{A92209CA-EFDE-4AB8-9222-590C7472CDAB}" type="slidenum">
              <a:rPr lang="de-DE" sz="1000" smtClean="0">
                <a:solidFill>
                  <a:schemeClr val="bg1"/>
                </a:solidFill>
                <a:latin typeface="+mj-lt"/>
              </a:rPr>
              <a:pPr algn="ctr"/>
              <a:t>‹Nr.›</a:t>
            </a:fld>
            <a:endParaRPr lang="de-DE" sz="1000" dirty="0">
              <a:solidFill>
                <a:schemeClr val="bg1"/>
              </a:solidFill>
              <a:latin typeface="+mj-lt"/>
            </a:endParaRPr>
          </a:p>
        </p:txBody>
      </p:sp>
    </p:spTree>
    <p:extLst>
      <p:ext uri="{BB962C8B-B14F-4D97-AF65-F5344CB8AC3E}">
        <p14:creationId xmlns:p14="http://schemas.microsoft.com/office/powerpoint/2010/main" val="682063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548960"/>
      </p:ext>
    </p:extLst>
  </p:cSld>
  <p:clrMap bg1="lt1" tx1="dk1" bg2="lt2" tx2="dk2" accent1="accent1" accent2="accent2" accent3="accent3" accent4="accent4" accent5="accent5" accent6="accent6" hlink="hlink" folHlink="folHlink"/>
  <p:sldLayoutIdLst>
    <p:sldLayoutId id="2147483654" r:id="rId1"/>
    <p:sldLayoutId id="2147483657" r:id="rId2"/>
    <p:sldLayoutId id="2147483656" r:id="rId3"/>
    <p:sldLayoutId id="2147483658" r:id="rId4"/>
    <p:sldLayoutId id="2147483659"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1.wdp"/><Relationship Id="rId7"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3.png"/><Relationship Id="rId5" Type="http://schemas.microsoft.com/office/2007/relationships/hdphoto" Target="../media/hdphoto2.wdp"/><Relationship Id="rId4" Type="http://schemas.openxmlformats.org/officeDocument/2006/relationships/image" Target="../media/image22.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1.wdp"/><Relationship Id="rId7"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3.png"/><Relationship Id="rId5" Type="http://schemas.microsoft.com/office/2007/relationships/hdphoto" Target="../media/hdphoto2.wdp"/><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microsoft.com/office/2007/relationships/hdphoto" Target="../media/hdphoto5.wdp"/><Relationship Id="rId3" Type="http://schemas.microsoft.com/office/2007/relationships/hdphoto" Target="../media/hdphoto4.wdp"/><Relationship Id="rId7" Type="http://schemas.openxmlformats.org/officeDocument/2006/relationships/image" Target="../media/image33.png"/><Relationship Id="rId12" Type="http://schemas.microsoft.com/office/2007/relationships/hdphoto" Target="../media/hdphoto2.wdp"/><Relationship Id="rId2"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32.png"/><Relationship Id="rId11" Type="http://schemas.openxmlformats.org/officeDocument/2006/relationships/image" Target="../media/image22.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23.png"/><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microsoft.com/office/2007/relationships/hdphoto" Target="../media/hdphoto4.wdp"/><Relationship Id="rId7" Type="http://schemas.microsoft.com/office/2007/relationships/hdphoto" Target="../media/hdphoto5.wdp"/><Relationship Id="rId2"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33.png"/><Relationship Id="rId11" Type="http://schemas.microsoft.com/office/2007/relationships/hdphoto" Target="../media/hdphoto2.wdp"/><Relationship Id="rId5" Type="http://schemas.openxmlformats.org/officeDocument/2006/relationships/image" Target="../media/image32.png"/><Relationship Id="rId10" Type="http://schemas.openxmlformats.org/officeDocument/2006/relationships/image" Target="../media/image22.png"/><Relationship Id="rId4" Type="http://schemas.openxmlformats.org/officeDocument/2006/relationships/image" Target="../media/image31.png"/><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rzlich Willkommen…">
            <a:extLst>
              <a:ext uri="{FF2B5EF4-FFF2-40B4-BE49-F238E27FC236}">
                <a16:creationId xmlns:a16="http://schemas.microsoft.com/office/drawing/2014/main" id="{31991B22-ADE8-1F96-4A16-CC0F3362E09B}"/>
              </a:ext>
            </a:extLst>
          </p:cNvPr>
          <p:cNvSpPr txBox="1"/>
          <p:nvPr/>
        </p:nvSpPr>
        <p:spPr>
          <a:xfrm>
            <a:off x="569950" y="749685"/>
            <a:ext cx="6875456" cy="9158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r>
              <a:rPr lang="de-DE" sz="2800" dirty="0" err="1"/>
              <a:t>Our</a:t>
            </a:r>
            <a:r>
              <a:rPr lang="de-DE" sz="2800" dirty="0"/>
              <a:t> </a:t>
            </a:r>
            <a:r>
              <a:rPr lang="de-DE" sz="2800" dirty="0" err="1"/>
              <a:t>guide</a:t>
            </a:r>
            <a:r>
              <a:rPr lang="de-DE" sz="2800" dirty="0"/>
              <a:t> </a:t>
            </a:r>
            <a:r>
              <a:rPr lang="de-DE" sz="2800" dirty="0" err="1"/>
              <a:t>price</a:t>
            </a:r>
            <a:r>
              <a:rPr lang="de-DE" sz="2800" dirty="0"/>
              <a:t> </a:t>
            </a:r>
            <a:r>
              <a:rPr lang="de-DE" sz="2800" dirty="0" err="1"/>
              <a:t>offer</a:t>
            </a:r>
            <a:r>
              <a:rPr lang="de-DE" sz="2800" dirty="0"/>
              <a:t>: </a:t>
            </a:r>
            <a:r>
              <a:rPr lang="de-DE" sz="2000" dirty="0"/>
              <a:t>A07616000_A</a:t>
            </a:r>
          </a:p>
          <a:p>
            <a:pPr algn="l">
              <a:defRPr sz="7000">
                <a:solidFill>
                  <a:srgbClr val="FFFFFF"/>
                </a:solidFill>
                <a:latin typeface="Gilroy ExtraBold"/>
                <a:ea typeface="Gilroy ExtraBold"/>
                <a:cs typeface="Gilroy ExtraBold"/>
                <a:sym typeface="Gilroy ExtraBold"/>
              </a:defRPr>
            </a:pPr>
            <a:r>
              <a:rPr lang="de-DE" sz="2800" b="1" dirty="0" err="1">
                <a:solidFill>
                  <a:srgbClr val="8ED2C3"/>
                </a:solidFill>
                <a:latin typeface="Calibri" panose="020F0502020204030204" pitchFamily="34" charset="0"/>
              </a:rPr>
              <a:t>Automatic</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production</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line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for</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wire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processing</a:t>
            </a:r>
            <a:endParaRPr sz="2800" b="1" dirty="0">
              <a:solidFill>
                <a:srgbClr val="8ED2C3"/>
              </a:solidFill>
              <a:latin typeface="Calibri" panose="020F0502020204030204" pitchFamily="34" charset="0"/>
            </a:endParaRPr>
          </a:p>
        </p:txBody>
      </p:sp>
      <p:pic>
        <p:nvPicPr>
          <p:cNvPr id="4" name="Grafik 3">
            <a:extLst>
              <a:ext uri="{FF2B5EF4-FFF2-40B4-BE49-F238E27FC236}">
                <a16:creationId xmlns:a16="http://schemas.microsoft.com/office/drawing/2014/main" id="{8EDE69DE-B997-DB3A-3B0C-1CA79381F7BE}"/>
              </a:ext>
            </a:extLst>
          </p:cNvPr>
          <p:cNvPicPr>
            <a:picLocks noChangeAspect="1"/>
          </p:cNvPicPr>
          <p:nvPr/>
        </p:nvPicPr>
        <p:blipFill>
          <a:blip r:embed="rId3"/>
          <a:stretch>
            <a:fillRect/>
          </a:stretch>
        </p:blipFill>
        <p:spPr>
          <a:xfrm>
            <a:off x="5575821" y="4702275"/>
            <a:ext cx="2027414" cy="859264"/>
          </a:xfrm>
          <a:prstGeom prst="rect">
            <a:avLst/>
          </a:prstGeom>
        </p:spPr>
      </p:pic>
      <p:sp>
        <p:nvSpPr>
          <p:cNvPr id="3" name="Textfeld 2">
            <a:extLst>
              <a:ext uri="{FF2B5EF4-FFF2-40B4-BE49-F238E27FC236}">
                <a16:creationId xmlns:a16="http://schemas.microsoft.com/office/drawing/2014/main" id="{2E2CE726-E39A-5B62-2050-009A0C486E8B}"/>
              </a:ext>
            </a:extLst>
          </p:cNvPr>
          <p:cNvSpPr txBox="1"/>
          <p:nvPr/>
        </p:nvSpPr>
        <p:spPr>
          <a:xfrm>
            <a:off x="519150" y="2978234"/>
            <a:ext cx="2062219"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055" b="1" dirty="0">
                <a:solidFill>
                  <a:srgbClr val="FFFFFF"/>
                </a:solidFill>
                <a:latin typeface="Gilroy Light" pitchFamily="2" charset="77"/>
              </a:rPr>
              <a:t>Florian Schötz</a:t>
            </a:r>
          </a:p>
          <a:p>
            <a:pPr algn="l">
              <a:lnSpc>
                <a:spcPts val="1582"/>
              </a:lnSpc>
            </a:pPr>
            <a:r>
              <a:rPr lang="de-DE" sz="1055" dirty="0">
                <a:solidFill>
                  <a:srgbClr val="FFFFFF"/>
                </a:solidFill>
                <a:latin typeface="Gilroy Light" pitchFamily="2" charset="77"/>
              </a:rPr>
              <a:t>Technical </a:t>
            </a:r>
            <a:r>
              <a:rPr lang="de-DE" sz="1055" dirty="0" err="1">
                <a:solidFill>
                  <a:srgbClr val="FFFFFF"/>
                </a:solidFill>
                <a:latin typeface="Gilroy Light" pitchFamily="2" charset="77"/>
              </a:rPr>
              <a:t>sales</a:t>
            </a:r>
            <a:br>
              <a:rPr lang="de-DE" sz="1055" dirty="0">
                <a:solidFill>
                  <a:srgbClr val="FFFFFF"/>
                </a:solidFill>
                <a:latin typeface="Gilroy Light" pitchFamily="2" charset="77"/>
              </a:rPr>
            </a:br>
            <a:r>
              <a:rPr lang="de-DE" sz="1055" dirty="0">
                <a:solidFill>
                  <a:srgbClr val="FFFFFF"/>
                </a:solidFill>
                <a:latin typeface="Gilroy Light" pitchFamily="2" charset="77"/>
              </a:rPr>
              <a:t>E-Mail: schoetz.florian@gluth.eu </a:t>
            </a:r>
          </a:p>
          <a:p>
            <a:pPr algn="l">
              <a:lnSpc>
                <a:spcPts val="1582"/>
              </a:lnSpc>
            </a:pPr>
            <a:r>
              <a:rPr lang="de-DE" sz="1055" dirty="0">
                <a:solidFill>
                  <a:srgbClr val="FFFFFF"/>
                </a:solidFill>
                <a:latin typeface="Gilroy Light" pitchFamily="2" charset="77"/>
              </a:rPr>
              <a:t>Tel      : +49 9421 / 544-965</a:t>
            </a:r>
          </a:p>
          <a:p>
            <a:pPr algn="l">
              <a:lnSpc>
                <a:spcPts val="1582"/>
              </a:lnSpc>
            </a:pPr>
            <a:r>
              <a:rPr lang="de-DE" sz="1055" dirty="0">
                <a:solidFill>
                  <a:srgbClr val="FFFFFF"/>
                </a:solidFill>
                <a:latin typeface="Gilroy Light" pitchFamily="2" charset="77"/>
              </a:rPr>
              <a:t>Mobil : +49 151 / 20832983  	</a:t>
            </a:r>
          </a:p>
        </p:txBody>
      </p:sp>
      <p:sp>
        <p:nvSpPr>
          <p:cNvPr id="6" name="Textfeld 5">
            <a:extLst>
              <a:ext uri="{FF2B5EF4-FFF2-40B4-BE49-F238E27FC236}">
                <a16:creationId xmlns:a16="http://schemas.microsoft.com/office/drawing/2014/main" id="{8780E428-333A-7D4B-0846-7661E8B7BE24}"/>
              </a:ext>
            </a:extLst>
          </p:cNvPr>
          <p:cNvSpPr txBox="1"/>
          <p:nvPr/>
        </p:nvSpPr>
        <p:spPr>
          <a:xfrm>
            <a:off x="500987" y="261525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Gluth:</a:t>
            </a:r>
            <a:endParaRPr lang="de-DE" sz="1400" dirty="0">
              <a:solidFill>
                <a:srgbClr val="FFFFFF"/>
              </a:solidFill>
              <a:latin typeface="Gilroy Light" pitchFamily="2" charset="77"/>
            </a:endParaRPr>
          </a:p>
        </p:txBody>
      </p:sp>
      <p:sp>
        <p:nvSpPr>
          <p:cNvPr id="7" name="Textfeld 6">
            <a:extLst>
              <a:ext uri="{FF2B5EF4-FFF2-40B4-BE49-F238E27FC236}">
                <a16:creationId xmlns:a16="http://schemas.microsoft.com/office/drawing/2014/main" id="{F579452B-B259-2EBE-EFFE-65181C573B7B}"/>
              </a:ext>
            </a:extLst>
          </p:cNvPr>
          <p:cNvSpPr txBox="1"/>
          <p:nvPr/>
        </p:nvSpPr>
        <p:spPr>
          <a:xfrm>
            <a:off x="5020256" y="262160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Dräxlmaier:</a:t>
            </a:r>
            <a:endParaRPr lang="de-DE" sz="1400" dirty="0">
              <a:solidFill>
                <a:srgbClr val="FFFFFF"/>
              </a:solidFill>
              <a:latin typeface="Gilroy Light" pitchFamily="2" charset="77"/>
            </a:endParaRPr>
          </a:p>
        </p:txBody>
      </p:sp>
      <p:sp>
        <p:nvSpPr>
          <p:cNvPr id="8" name="Textfeld 7">
            <a:extLst>
              <a:ext uri="{FF2B5EF4-FFF2-40B4-BE49-F238E27FC236}">
                <a16:creationId xmlns:a16="http://schemas.microsoft.com/office/drawing/2014/main" id="{2B288582-564D-D396-BA47-547C5A2271D6}"/>
              </a:ext>
            </a:extLst>
          </p:cNvPr>
          <p:cNvSpPr txBox="1"/>
          <p:nvPr/>
        </p:nvSpPr>
        <p:spPr>
          <a:xfrm>
            <a:off x="5039054" y="2986605"/>
            <a:ext cx="2652171"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Thomas </a:t>
            </a:r>
            <a:r>
              <a:rPr lang="de-DE" dirty="0" err="1"/>
              <a:t>Eglseder</a:t>
            </a:r>
            <a:endParaRPr lang="de-DE" dirty="0"/>
          </a:p>
          <a:p>
            <a:r>
              <a:rPr lang="de-DE" dirty="0" err="1"/>
              <a:t>Purchase</a:t>
            </a:r>
            <a:endParaRPr lang="de-DE" dirty="0"/>
          </a:p>
          <a:p>
            <a:r>
              <a:rPr lang="de-DE" dirty="0"/>
              <a:t>E-Mail:  Thomas.eglseder@draexlmaier.com </a:t>
            </a:r>
            <a:br>
              <a:rPr lang="de-DE" dirty="0"/>
            </a:br>
            <a:r>
              <a:rPr lang="de-DE" dirty="0"/>
              <a:t>Tel      : +49 8741 / 47 3574</a:t>
            </a:r>
          </a:p>
          <a:p>
            <a:r>
              <a:rPr lang="de-DE" dirty="0"/>
              <a:t>Mobil : +49 152 / 2800 4115	</a:t>
            </a:r>
          </a:p>
        </p:txBody>
      </p:sp>
      <p:sp>
        <p:nvSpPr>
          <p:cNvPr id="9" name="Rechteck 8">
            <a:extLst>
              <a:ext uri="{FF2B5EF4-FFF2-40B4-BE49-F238E27FC236}">
                <a16:creationId xmlns:a16="http://schemas.microsoft.com/office/drawing/2014/main" id="{42FD4F6A-34E6-C771-E9F0-56937E415118}"/>
              </a:ext>
            </a:extLst>
          </p:cNvPr>
          <p:cNvSpPr>
            <a:spLocks noChangeArrowheads="1"/>
          </p:cNvSpPr>
          <p:nvPr/>
        </p:nvSpPr>
        <p:spPr bwMode="auto">
          <a:xfrm>
            <a:off x="2596948" y="2976959"/>
            <a:ext cx="2592388"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1582"/>
              </a:lnSpc>
            </a:pPr>
            <a:r>
              <a:rPr lang="de-DE" altLang="de-DE" sz="1055" dirty="0">
                <a:solidFill>
                  <a:srgbClr val="FFFFFF"/>
                </a:solidFill>
                <a:latin typeface="Gilroy Light" pitchFamily="2" charset="77"/>
              </a:rPr>
              <a:t>Radlbeck Ulrich</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Technical </a:t>
            </a:r>
            <a:r>
              <a:rPr lang="de-DE" altLang="de-DE" sz="1055" dirty="0" err="1">
                <a:solidFill>
                  <a:srgbClr val="FFFFFF"/>
                </a:solidFill>
                <a:latin typeface="Gilroy Light" pitchFamily="2" charset="77"/>
              </a:rPr>
              <a:t>sales</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E-Mail: radlbeck.ulrich@gluth.eu</a:t>
            </a:r>
          </a:p>
          <a:p>
            <a:pPr>
              <a:lnSpc>
                <a:spcPts val="1582"/>
              </a:lnSpc>
            </a:pPr>
            <a:r>
              <a:rPr lang="de-DE" altLang="de-DE" sz="1055" dirty="0">
                <a:solidFill>
                  <a:srgbClr val="FFFFFF"/>
                </a:solidFill>
                <a:latin typeface="Gilroy Light" pitchFamily="2" charset="77"/>
              </a:rPr>
              <a:t>Tel:      +49 9421 / 544-56</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Mobil: +49 </a:t>
            </a:r>
            <a:r>
              <a:rPr lang="de-DE" sz="1055" dirty="0">
                <a:solidFill>
                  <a:srgbClr val="FFFFFF"/>
                </a:solidFill>
                <a:latin typeface="Gilroy Light" pitchFamily="2" charset="77"/>
              </a:rPr>
              <a:t>171 / 9493494</a:t>
            </a:r>
            <a:endParaRPr lang="de-DE" altLang="de-DE" sz="1055" dirty="0">
              <a:solidFill>
                <a:srgbClr val="FFFFFF"/>
              </a:solidFill>
              <a:latin typeface="Gilroy Light" pitchFamily="2" charset="77"/>
            </a:endParaRPr>
          </a:p>
        </p:txBody>
      </p:sp>
      <p:sp>
        <p:nvSpPr>
          <p:cNvPr id="10" name="Textfeld 9">
            <a:extLst>
              <a:ext uri="{FF2B5EF4-FFF2-40B4-BE49-F238E27FC236}">
                <a16:creationId xmlns:a16="http://schemas.microsoft.com/office/drawing/2014/main" id="{0B9274EE-5C3C-97D7-AB08-63C957E66085}"/>
              </a:ext>
            </a:extLst>
          </p:cNvPr>
          <p:cNvSpPr txBox="1"/>
          <p:nvPr/>
        </p:nvSpPr>
        <p:spPr>
          <a:xfrm>
            <a:off x="504919" y="1709802"/>
            <a:ext cx="5747769" cy="5027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mj-lt"/>
              </a:rPr>
              <a:t>24.04.2025</a:t>
            </a:r>
            <a:endParaRPr lang="de-DE" sz="1400" dirty="0">
              <a:solidFill>
                <a:srgbClr val="FFFFFF"/>
              </a:solidFill>
              <a:latin typeface="+mj-lt"/>
            </a:endParaRPr>
          </a:p>
          <a:p>
            <a:pPr algn="l">
              <a:lnSpc>
                <a:spcPts val="1582"/>
              </a:lnSpc>
            </a:pPr>
            <a:r>
              <a:rPr lang="de-DE" sz="1400" dirty="0">
                <a:solidFill>
                  <a:srgbClr val="FFFFFF"/>
                </a:solidFill>
                <a:latin typeface="+mj-lt"/>
              </a:rPr>
              <a:t>A07616000_A  </a:t>
            </a:r>
            <a:r>
              <a:rPr lang="de-DE" sz="1400" dirty="0" err="1">
                <a:solidFill>
                  <a:srgbClr val="FFFFFF"/>
                </a:solidFill>
                <a:latin typeface="+mj-lt"/>
              </a:rPr>
              <a:t>for</a:t>
            </a:r>
            <a:r>
              <a:rPr lang="de-DE" sz="1400" dirty="0">
                <a:solidFill>
                  <a:srgbClr val="FFFFFF"/>
                </a:solidFill>
                <a:latin typeface="+mj-lt"/>
              </a:rPr>
              <a:t> Lisa Dräxlmaier / Satu Mare</a:t>
            </a:r>
          </a:p>
        </p:txBody>
      </p:sp>
      <p:sp>
        <p:nvSpPr>
          <p:cNvPr id="11" name="Textfeld 10">
            <a:extLst>
              <a:ext uri="{FF2B5EF4-FFF2-40B4-BE49-F238E27FC236}">
                <a16:creationId xmlns:a16="http://schemas.microsoft.com/office/drawing/2014/main" id="{A0BAF098-62C9-7526-5792-71D834C6AB29}"/>
              </a:ext>
            </a:extLst>
          </p:cNvPr>
          <p:cNvSpPr txBox="1"/>
          <p:nvPr/>
        </p:nvSpPr>
        <p:spPr>
          <a:xfrm>
            <a:off x="7691225" y="2998010"/>
            <a:ext cx="2798975"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Juhasz </a:t>
            </a:r>
            <a:r>
              <a:rPr lang="de-DE" dirty="0" err="1"/>
              <a:t>Levente</a:t>
            </a:r>
            <a:endParaRPr lang="de-DE" dirty="0"/>
          </a:p>
          <a:p>
            <a:r>
              <a:rPr lang="de-DE" dirty="0"/>
              <a:t>Engineering</a:t>
            </a:r>
          </a:p>
          <a:p>
            <a:r>
              <a:rPr lang="de-DE" dirty="0"/>
              <a:t>E-Mail: Levente-istvan.juhasz@draexlmaier.com </a:t>
            </a:r>
          </a:p>
          <a:p>
            <a:r>
              <a:rPr lang="de-DE" dirty="0"/>
              <a:t>Tel      : +40 723 / 100 146</a:t>
            </a:r>
          </a:p>
          <a:p>
            <a:r>
              <a:rPr lang="de-DE" dirty="0"/>
              <a:t>Mobil : </a:t>
            </a:r>
          </a:p>
        </p:txBody>
      </p:sp>
    </p:spTree>
    <p:extLst>
      <p:ext uri="{BB962C8B-B14F-4D97-AF65-F5344CB8AC3E}">
        <p14:creationId xmlns:p14="http://schemas.microsoft.com/office/powerpoint/2010/main" val="2703321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s ist eine Folie…">
            <a:extLst>
              <a:ext uri="{FF2B5EF4-FFF2-40B4-BE49-F238E27FC236}">
                <a16:creationId xmlns:a16="http://schemas.microsoft.com/office/drawing/2014/main" id="{18640E34-30E8-A217-0FA4-5EE22F045C96}"/>
              </a:ext>
            </a:extLst>
          </p:cNvPr>
          <p:cNvSpPr txBox="1"/>
          <p:nvPr/>
        </p:nvSpPr>
        <p:spPr>
          <a:xfrm>
            <a:off x="1952837" y="955127"/>
            <a:ext cx="5430006" cy="51721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t">
            <a:spAutoFit/>
          </a:bodyPr>
          <a:lstStyle/>
          <a:p>
            <a:pPr algn="l">
              <a:defRPr sz="7000">
                <a:solidFill>
                  <a:srgbClr val="FFFFFF"/>
                </a:solidFill>
                <a:latin typeface="Gilroy ExtraBold"/>
                <a:ea typeface="Gilroy ExtraBold"/>
                <a:cs typeface="Gilroy ExtraBold"/>
                <a:sym typeface="Gilroy ExtraBold"/>
              </a:defRPr>
            </a:pPr>
            <a:r>
              <a:rPr lang="de-DE" sz="3691" dirty="0">
                <a:latin typeface="Calibri" panose="020F0502020204030204" pitchFamily="34" charset="0"/>
                <a:ea typeface="Calibri" panose="020F0502020204030204" pitchFamily="34" charset="0"/>
                <a:cs typeface="Calibri" panose="020F0502020204030204" pitchFamily="34" charset="0"/>
              </a:rPr>
              <a:t>Table </a:t>
            </a:r>
            <a:r>
              <a:rPr lang="de-DE" sz="3691" dirty="0" err="1">
                <a:latin typeface="Calibri" panose="020F0502020204030204" pitchFamily="34" charset="0"/>
                <a:ea typeface="Calibri" panose="020F0502020204030204" pitchFamily="34" charset="0"/>
                <a:cs typeface="Calibri" panose="020F0502020204030204" pitchFamily="34" charset="0"/>
              </a:rPr>
              <a:t>of</a:t>
            </a:r>
            <a:r>
              <a:rPr lang="de-DE" sz="3691" dirty="0">
                <a:latin typeface="Calibri" panose="020F0502020204030204" pitchFamily="34" charset="0"/>
                <a:ea typeface="Calibri" panose="020F0502020204030204" pitchFamily="34" charset="0"/>
                <a:cs typeface="Calibri" panose="020F0502020204030204" pitchFamily="34" charset="0"/>
              </a:rPr>
              <a:t> </a:t>
            </a:r>
            <a:r>
              <a:rPr lang="de-DE" sz="3691" dirty="0" err="1">
                <a:latin typeface="Calibri" panose="020F0502020204030204" pitchFamily="34" charset="0"/>
                <a:ea typeface="Calibri" panose="020F0502020204030204" pitchFamily="34" charset="0"/>
                <a:cs typeface="Calibri" panose="020F0502020204030204" pitchFamily="34" charset="0"/>
              </a:rPr>
              <a:t>contents</a:t>
            </a:r>
            <a:endParaRPr lang="de-DE" sz="3691" dirty="0">
              <a:latin typeface="Calibri" panose="020F0502020204030204" pitchFamily="34" charset="0"/>
              <a:ea typeface="Calibri" panose="020F0502020204030204" pitchFamily="34" charset="0"/>
              <a:cs typeface="Calibri" panose="020F0502020204030204" pitchFamily="34" charset="0"/>
            </a:endParaRPr>
          </a:p>
          <a:p>
            <a:pPr algn="l">
              <a:defRPr sz="7000">
                <a:solidFill>
                  <a:srgbClr val="FFFFFF"/>
                </a:solidFill>
                <a:latin typeface="Gilroy ExtraBold"/>
                <a:ea typeface="Gilroy ExtraBold"/>
                <a:cs typeface="Gilroy ExtraBold"/>
                <a:sym typeface="Gilroy ExtraBold"/>
              </a:defRPr>
            </a:pPr>
            <a:endParaRPr lang="de-DE" sz="28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Angebots Grundlage</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Aufgaben Beschreibung</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Übersicht Erzeugnisse</a:t>
            </a:r>
          </a:p>
          <a:p>
            <a:pPr marL="457200" indent="-457200">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Hallenlayout / Platzbedarf</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Konzept</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Übersicht Prozesse</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Havarie Konzept</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Lieferumfang</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Beistellungen BMW</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Allgemeines</a:t>
            </a:r>
          </a:p>
          <a:p>
            <a:pPr marL="457200" indent="-457200">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Terminplanung</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Preisübersicht - Zahlung</a:t>
            </a:r>
          </a:p>
        </p:txBody>
      </p:sp>
    </p:spTree>
    <p:extLst>
      <p:ext uri="{BB962C8B-B14F-4D97-AF65-F5344CB8AC3E}">
        <p14:creationId xmlns:p14="http://schemas.microsoft.com/office/powerpoint/2010/main" val="2669796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Grundlagen</a:t>
            </a:r>
          </a:p>
        </p:txBody>
      </p:sp>
      <p:pic>
        <p:nvPicPr>
          <p:cNvPr id="6" name="Grafik 5">
            <a:extLst>
              <a:ext uri="{FF2B5EF4-FFF2-40B4-BE49-F238E27FC236}">
                <a16:creationId xmlns:a16="http://schemas.microsoft.com/office/drawing/2014/main" id="{84AC4C9F-1E10-78BF-F902-58730806BAEB}"/>
              </a:ext>
            </a:extLst>
          </p:cNvPr>
          <p:cNvPicPr>
            <a:picLocks noChangeAspect="1"/>
          </p:cNvPicPr>
          <p:nvPr/>
        </p:nvPicPr>
        <p:blipFill>
          <a:blip r:embed="rId3"/>
          <a:stretch>
            <a:fillRect/>
          </a:stretch>
        </p:blipFill>
        <p:spPr>
          <a:xfrm>
            <a:off x="1591687" y="1342282"/>
            <a:ext cx="2594103" cy="3621227"/>
          </a:xfrm>
          <a:prstGeom prst="rect">
            <a:avLst/>
          </a:prstGeom>
          <a:ln>
            <a:solidFill>
              <a:schemeClr val="tx1"/>
            </a:solidFill>
          </a:ln>
        </p:spPr>
      </p:pic>
      <p:pic>
        <p:nvPicPr>
          <p:cNvPr id="5" name="Grafik 4">
            <a:extLst>
              <a:ext uri="{FF2B5EF4-FFF2-40B4-BE49-F238E27FC236}">
                <a16:creationId xmlns:a16="http://schemas.microsoft.com/office/drawing/2014/main" id="{6C5BB740-2E06-54DE-EFD6-6735B0A183CD}"/>
              </a:ext>
            </a:extLst>
          </p:cNvPr>
          <p:cNvPicPr>
            <a:picLocks noChangeAspect="1"/>
          </p:cNvPicPr>
          <p:nvPr/>
        </p:nvPicPr>
        <p:blipFill>
          <a:blip r:embed="rId4"/>
          <a:stretch>
            <a:fillRect/>
          </a:stretch>
        </p:blipFill>
        <p:spPr>
          <a:xfrm>
            <a:off x="6987457" y="1270092"/>
            <a:ext cx="2956835" cy="3092324"/>
          </a:xfrm>
          <a:prstGeom prst="rect">
            <a:avLst/>
          </a:prstGeom>
        </p:spPr>
      </p:pic>
      <p:sp>
        <p:nvSpPr>
          <p:cNvPr id="7" name="Textfeld 6">
            <a:extLst>
              <a:ext uri="{FF2B5EF4-FFF2-40B4-BE49-F238E27FC236}">
                <a16:creationId xmlns:a16="http://schemas.microsoft.com/office/drawing/2014/main" id="{4E949705-AC33-16A5-407D-D2C490030319}"/>
              </a:ext>
            </a:extLst>
          </p:cNvPr>
          <p:cNvSpPr txBox="1"/>
          <p:nvPr/>
        </p:nvSpPr>
        <p:spPr>
          <a:xfrm>
            <a:off x="1784715" y="700102"/>
            <a:ext cx="2284600" cy="369332"/>
          </a:xfrm>
          <a:prstGeom prst="rect">
            <a:avLst/>
          </a:prstGeom>
          <a:noFill/>
        </p:spPr>
        <p:txBody>
          <a:bodyPr wrap="none" rtlCol="0">
            <a:spAutoFit/>
          </a:bodyPr>
          <a:lstStyle/>
          <a:p>
            <a:r>
              <a:rPr lang="de-DE" u="sng" dirty="0">
                <a:latin typeface="Calibri" panose="020F0502020204030204" pitchFamily="34" charset="0"/>
                <a:ea typeface="Calibri" panose="020F0502020204030204" pitchFamily="34" charset="0"/>
                <a:cs typeface="Calibri" panose="020F0502020204030204" pitchFamily="34" charset="0"/>
              </a:rPr>
              <a:t>Erhaltenes Lastenheft:</a:t>
            </a:r>
          </a:p>
        </p:txBody>
      </p:sp>
      <p:sp>
        <p:nvSpPr>
          <p:cNvPr id="9" name="Textfeld 8">
            <a:extLst>
              <a:ext uri="{FF2B5EF4-FFF2-40B4-BE49-F238E27FC236}">
                <a16:creationId xmlns:a16="http://schemas.microsoft.com/office/drawing/2014/main" id="{334D6B64-A599-46C3-5FEC-A9BCFE79AF52}"/>
              </a:ext>
            </a:extLst>
          </p:cNvPr>
          <p:cNvSpPr txBox="1"/>
          <p:nvPr/>
        </p:nvSpPr>
        <p:spPr>
          <a:xfrm>
            <a:off x="6987458" y="700102"/>
            <a:ext cx="2956835" cy="369332"/>
          </a:xfrm>
          <a:prstGeom prst="rect">
            <a:avLst/>
          </a:prstGeom>
          <a:noFill/>
        </p:spPr>
        <p:txBody>
          <a:bodyPr wrap="none" rtlCol="0">
            <a:spAutoFit/>
          </a:bodyPr>
          <a:lstStyle/>
          <a:p>
            <a:r>
              <a:rPr lang="de-DE" u="sng" dirty="0">
                <a:latin typeface="Calibri" panose="020F0502020204030204" pitchFamily="34" charset="0"/>
                <a:ea typeface="Calibri" panose="020F0502020204030204" pitchFamily="34" charset="0"/>
                <a:cs typeface="Calibri" panose="020F0502020204030204" pitchFamily="34" charset="0"/>
              </a:rPr>
              <a:t>Erhaltene Anfrageunterlagen:</a:t>
            </a:r>
          </a:p>
        </p:txBody>
      </p:sp>
      <p:sp>
        <p:nvSpPr>
          <p:cNvPr id="11" name="Textfeld 10">
            <a:extLst>
              <a:ext uri="{FF2B5EF4-FFF2-40B4-BE49-F238E27FC236}">
                <a16:creationId xmlns:a16="http://schemas.microsoft.com/office/drawing/2014/main" id="{002E93DF-7FEC-35CD-ACC2-60B5D327D683}"/>
              </a:ext>
            </a:extLst>
          </p:cNvPr>
          <p:cNvSpPr txBox="1"/>
          <p:nvPr/>
        </p:nvSpPr>
        <p:spPr>
          <a:xfrm>
            <a:off x="0" y="5704690"/>
            <a:ext cx="10041149" cy="954107"/>
          </a:xfrm>
          <a:prstGeom prst="rect">
            <a:avLst/>
          </a:prstGeom>
          <a:noFill/>
        </p:spPr>
        <p:txBody>
          <a:bodyPr wrap="square">
            <a:spAutoFit/>
          </a:bodyPr>
          <a:lstStyle/>
          <a:p>
            <a:pPr marL="450215">
              <a:spcAft>
                <a:spcPts val="0"/>
              </a:spcAft>
            </a:pPr>
            <a:r>
              <a:rPr lang="de-DE"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Zum Zeitpunkt der Angebotserstellung lagen uns keine weiteren Daten Ihrer Erzeugnisse vor!</a:t>
            </a:r>
          </a:p>
          <a:p>
            <a:pPr marL="450215">
              <a:spcAft>
                <a:spcPts val="0"/>
              </a:spcAft>
            </a:pPr>
            <a:r>
              <a:rPr lang="de-DE"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 </a:t>
            </a:r>
          </a:p>
          <a:p>
            <a:pPr marL="457200"/>
            <a:r>
              <a:rPr lang="de-DE"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Sollten sich im Laufe des Projektes, wesentliche Änderungen oder Ergänzungen zum aktuellen Typenspektrum ergeben, behalten wir uns vor diese mit eventuellen Auswirkungen auf Preis und Lieferzeit, nach Rücksprache mit Ihnen nachträglich anzubieten.</a:t>
            </a:r>
          </a:p>
        </p:txBody>
      </p:sp>
      <p:pic>
        <p:nvPicPr>
          <p:cNvPr id="14" name="Grafik 13">
            <a:extLst>
              <a:ext uri="{FF2B5EF4-FFF2-40B4-BE49-F238E27FC236}">
                <a16:creationId xmlns:a16="http://schemas.microsoft.com/office/drawing/2014/main" id="{54F8A11B-5B18-0A34-68E4-60CC31C1674B}"/>
              </a:ext>
            </a:extLst>
          </p:cNvPr>
          <p:cNvPicPr>
            <a:picLocks noChangeAspect="1"/>
          </p:cNvPicPr>
          <p:nvPr/>
        </p:nvPicPr>
        <p:blipFill>
          <a:blip r:embed="rId5"/>
          <a:stretch>
            <a:fillRect/>
          </a:stretch>
        </p:blipFill>
        <p:spPr>
          <a:xfrm>
            <a:off x="7056521" y="4307543"/>
            <a:ext cx="3062037" cy="649769"/>
          </a:xfrm>
          <a:prstGeom prst="rect">
            <a:avLst/>
          </a:prstGeom>
        </p:spPr>
      </p:pic>
    </p:spTree>
    <p:extLst>
      <p:ext uri="{BB962C8B-B14F-4D97-AF65-F5344CB8AC3E}">
        <p14:creationId xmlns:p14="http://schemas.microsoft.com/office/powerpoint/2010/main" val="81826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Grundlagen</a:t>
            </a:r>
          </a:p>
        </p:txBody>
      </p:sp>
      <p:pic>
        <p:nvPicPr>
          <p:cNvPr id="8" name="Grafik 7">
            <a:extLst>
              <a:ext uri="{FF2B5EF4-FFF2-40B4-BE49-F238E27FC236}">
                <a16:creationId xmlns:a16="http://schemas.microsoft.com/office/drawing/2014/main" id="{7FF60227-D80A-9B1F-43AE-E2E9558579F1}"/>
              </a:ext>
            </a:extLst>
          </p:cNvPr>
          <p:cNvPicPr>
            <a:picLocks noChangeAspect="1"/>
          </p:cNvPicPr>
          <p:nvPr/>
        </p:nvPicPr>
        <p:blipFill>
          <a:blip r:embed="rId3"/>
          <a:stretch>
            <a:fillRect/>
          </a:stretch>
        </p:blipFill>
        <p:spPr>
          <a:xfrm>
            <a:off x="1076827" y="1143146"/>
            <a:ext cx="3493168" cy="2530098"/>
          </a:xfrm>
          <a:prstGeom prst="rect">
            <a:avLst/>
          </a:prstGeom>
        </p:spPr>
      </p:pic>
      <p:pic>
        <p:nvPicPr>
          <p:cNvPr id="10" name="Grafik 9">
            <a:extLst>
              <a:ext uri="{FF2B5EF4-FFF2-40B4-BE49-F238E27FC236}">
                <a16:creationId xmlns:a16="http://schemas.microsoft.com/office/drawing/2014/main" id="{9275E285-8896-1DDF-96A8-88A2E4677563}"/>
              </a:ext>
            </a:extLst>
          </p:cNvPr>
          <p:cNvPicPr>
            <a:picLocks noChangeAspect="1"/>
          </p:cNvPicPr>
          <p:nvPr/>
        </p:nvPicPr>
        <p:blipFill>
          <a:blip r:embed="rId4"/>
          <a:stretch>
            <a:fillRect/>
          </a:stretch>
        </p:blipFill>
        <p:spPr>
          <a:xfrm>
            <a:off x="1094875" y="3765628"/>
            <a:ext cx="3425685" cy="2229235"/>
          </a:xfrm>
          <a:prstGeom prst="rect">
            <a:avLst/>
          </a:prstGeom>
        </p:spPr>
      </p:pic>
      <p:pic>
        <p:nvPicPr>
          <p:cNvPr id="12" name="Grafik 11">
            <a:extLst>
              <a:ext uri="{FF2B5EF4-FFF2-40B4-BE49-F238E27FC236}">
                <a16:creationId xmlns:a16="http://schemas.microsoft.com/office/drawing/2014/main" id="{04E36EB6-A9DE-8585-FA40-174E1D586AF6}"/>
              </a:ext>
            </a:extLst>
          </p:cNvPr>
          <p:cNvPicPr>
            <a:picLocks noChangeAspect="1"/>
          </p:cNvPicPr>
          <p:nvPr/>
        </p:nvPicPr>
        <p:blipFill>
          <a:blip r:embed="rId5"/>
          <a:stretch>
            <a:fillRect/>
          </a:stretch>
        </p:blipFill>
        <p:spPr>
          <a:xfrm>
            <a:off x="5689823" y="1272075"/>
            <a:ext cx="3425686" cy="2098800"/>
          </a:xfrm>
          <a:prstGeom prst="rect">
            <a:avLst/>
          </a:prstGeom>
        </p:spPr>
      </p:pic>
      <p:pic>
        <p:nvPicPr>
          <p:cNvPr id="3" name="Grafik 2">
            <a:extLst>
              <a:ext uri="{FF2B5EF4-FFF2-40B4-BE49-F238E27FC236}">
                <a16:creationId xmlns:a16="http://schemas.microsoft.com/office/drawing/2014/main" id="{18DC2DB8-A0CF-A969-CAE4-118078B87A03}"/>
              </a:ext>
            </a:extLst>
          </p:cNvPr>
          <p:cNvPicPr>
            <a:picLocks noChangeAspect="1"/>
          </p:cNvPicPr>
          <p:nvPr/>
        </p:nvPicPr>
        <p:blipFill>
          <a:blip r:embed="rId6"/>
          <a:stretch>
            <a:fillRect/>
          </a:stretch>
        </p:blipFill>
        <p:spPr>
          <a:xfrm>
            <a:off x="5753324" y="3765628"/>
            <a:ext cx="3362185" cy="2233490"/>
          </a:xfrm>
          <a:prstGeom prst="rect">
            <a:avLst/>
          </a:prstGeom>
        </p:spPr>
      </p:pic>
    </p:spTree>
    <p:extLst>
      <p:ext uri="{BB962C8B-B14F-4D97-AF65-F5344CB8AC3E}">
        <p14:creationId xmlns:p14="http://schemas.microsoft.com/office/powerpoint/2010/main" val="1898511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A54D4164-9EA2-16F0-3F32-93FEC1E01874}"/>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800" dirty="0">
                <a:latin typeface="Calibri" panose="020F0502020204030204" pitchFamily="34" charset="0"/>
                <a:ea typeface="Calibri" panose="020F0502020204030204" pitchFamily="34" charset="0"/>
                <a:cs typeface="Calibri" panose="020F0502020204030204" pitchFamily="34" charset="0"/>
              </a:rPr>
              <a:t>Änderungshistorie Angebot</a:t>
            </a:r>
          </a:p>
        </p:txBody>
      </p:sp>
      <p:graphicFrame>
        <p:nvGraphicFramePr>
          <p:cNvPr id="4" name="Tabelle 3">
            <a:extLst>
              <a:ext uri="{FF2B5EF4-FFF2-40B4-BE49-F238E27FC236}">
                <a16:creationId xmlns:a16="http://schemas.microsoft.com/office/drawing/2014/main" id="{03902439-F16A-30A6-1406-D72AC6B383E3}"/>
              </a:ext>
            </a:extLst>
          </p:cNvPr>
          <p:cNvGraphicFramePr>
            <a:graphicFrameLocks noGrp="1"/>
          </p:cNvGraphicFramePr>
          <p:nvPr>
            <p:extLst>
              <p:ext uri="{D42A27DB-BD31-4B8C-83A1-F6EECF244321}">
                <p14:modId xmlns:p14="http://schemas.microsoft.com/office/powerpoint/2010/main" val="369642353"/>
              </p:ext>
            </p:extLst>
          </p:nvPr>
        </p:nvGraphicFramePr>
        <p:xfrm>
          <a:off x="454660" y="1397846"/>
          <a:ext cx="10533380" cy="2506134"/>
        </p:xfrm>
        <a:graphic>
          <a:graphicData uri="http://schemas.openxmlformats.org/drawingml/2006/table">
            <a:tbl>
              <a:tblPr firstRow="1" bandRow="1">
                <a:tableStyleId>{5C22544A-7EE6-4342-B048-85BDC9FD1C3A}</a:tableStyleId>
              </a:tblPr>
              <a:tblGrid>
                <a:gridCol w="2212340">
                  <a:extLst>
                    <a:ext uri="{9D8B030D-6E8A-4147-A177-3AD203B41FA5}">
                      <a16:colId xmlns:a16="http://schemas.microsoft.com/office/drawing/2014/main" val="3069929143"/>
                    </a:ext>
                  </a:extLst>
                </a:gridCol>
                <a:gridCol w="1310640">
                  <a:extLst>
                    <a:ext uri="{9D8B030D-6E8A-4147-A177-3AD203B41FA5}">
                      <a16:colId xmlns:a16="http://schemas.microsoft.com/office/drawing/2014/main" val="2746303903"/>
                    </a:ext>
                  </a:extLst>
                </a:gridCol>
                <a:gridCol w="1699260">
                  <a:extLst>
                    <a:ext uri="{9D8B030D-6E8A-4147-A177-3AD203B41FA5}">
                      <a16:colId xmlns:a16="http://schemas.microsoft.com/office/drawing/2014/main" val="619236726"/>
                    </a:ext>
                  </a:extLst>
                </a:gridCol>
                <a:gridCol w="2087880">
                  <a:extLst>
                    <a:ext uri="{9D8B030D-6E8A-4147-A177-3AD203B41FA5}">
                      <a16:colId xmlns:a16="http://schemas.microsoft.com/office/drawing/2014/main" val="3602500323"/>
                    </a:ext>
                  </a:extLst>
                </a:gridCol>
                <a:gridCol w="3223260">
                  <a:extLst>
                    <a:ext uri="{9D8B030D-6E8A-4147-A177-3AD203B41FA5}">
                      <a16:colId xmlns:a16="http://schemas.microsoft.com/office/drawing/2014/main" val="3762242738"/>
                    </a:ext>
                  </a:extLst>
                </a:gridCol>
              </a:tblGrid>
              <a:tr h="370840">
                <a:tc gridSpan="5">
                  <a:txBody>
                    <a:bodyPr/>
                    <a:lstStyle/>
                    <a:p>
                      <a:r>
                        <a:rPr lang="de-DE" sz="2000" dirty="0"/>
                        <a:t>Änderungshistorie Angebot:</a:t>
                      </a:r>
                    </a:p>
                    <a:p>
                      <a:endParaRPr lang="de-DE" sz="2000" b="1" kern="1200" dirty="0">
                        <a:solidFill>
                          <a:schemeClr val="lt1"/>
                        </a:solidFill>
                        <a:latin typeface="+mn-lt"/>
                        <a:ea typeface="+mn-ea"/>
                        <a:cs typeface="+mn-cs"/>
                      </a:endParaRPr>
                    </a:p>
                  </a:txBody>
                  <a:tcPr>
                    <a:solidFill>
                      <a:srgbClr val="8ED2C3"/>
                    </a:solidFill>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extLst>
                  <a:ext uri="{0D108BD9-81ED-4DB2-BD59-A6C34878D82A}">
                    <a16:rowId xmlns:a16="http://schemas.microsoft.com/office/drawing/2014/main" val="2002067292"/>
                  </a:ext>
                </a:extLst>
              </a:tr>
              <a:tr h="545254">
                <a:tc>
                  <a:txBody>
                    <a:bodyPr/>
                    <a:lstStyle/>
                    <a:p>
                      <a:r>
                        <a:rPr lang="de-DE" sz="1600" dirty="0">
                          <a:solidFill>
                            <a:schemeClr val="bg2">
                              <a:lumMod val="50000"/>
                            </a:schemeClr>
                          </a:solidFill>
                        </a:rPr>
                        <a:t>Angebotsversion</a:t>
                      </a:r>
                    </a:p>
                  </a:txBody>
                  <a:tcPr/>
                </a:tc>
                <a:tc>
                  <a:txBody>
                    <a:bodyPr/>
                    <a:lstStyle/>
                    <a:p>
                      <a:r>
                        <a:rPr lang="de-DE" sz="1600" dirty="0">
                          <a:solidFill>
                            <a:schemeClr val="bg2">
                              <a:lumMod val="50000"/>
                            </a:schemeClr>
                          </a:solidFill>
                        </a:rPr>
                        <a:t>Datum</a:t>
                      </a:r>
                    </a:p>
                  </a:txBody>
                  <a:tcPr/>
                </a:tc>
                <a:tc>
                  <a:txBody>
                    <a:bodyPr/>
                    <a:lstStyle/>
                    <a:p>
                      <a:r>
                        <a:rPr lang="de-DE" sz="1600" dirty="0">
                          <a:solidFill>
                            <a:schemeClr val="bg2">
                              <a:lumMod val="50000"/>
                            </a:schemeClr>
                          </a:solidFill>
                        </a:rPr>
                        <a:t>Verantwortlicher</a:t>
                      </a:r>
                    </a:p>
                  </a:txBody>
                  <a:tcPr/>
                </a:tc>
                <a:tc>
                  <a:txBody>
                    <a:bodyPr/>
                    <a:lstStyle/>
                    <a:p>
                      <a:r>
                        <a:rPr lang="de-DE" sz="1600" dirty="0">
                          <a:solidFill>
                            <a:schemeClr val="bg2">
                              <a:lumMod val="50000"/>
                            </a:schemeClr>
                          </a:solidFill>
                        </a:rPr>
                        <a:t>Änderungen</a:t>
                      </a:r>
                    </a:p>
                  </a:txBody>
                  <a:tcPr/>
                </a:tc>
                <a:tc>
                  <a:txBody>
                    <a:bodyPr/>
                    <a:lstStyle/>
                    <a:p>
                      <a:r>
                        <a:rPr lang="de-DE" sz="1600" dirty="0">
                          <a:solidFill>
                            <a:schemeClr val="bg2">
                              <a:lumMod val="50000"/>
                            </a:schemeClr>
                          </a:solidFill>
                        </a:rPr>
                        <a:t>Bemerkungen</a:t>
                      </a:r>
                    </a:p>
                  </a:txBody>
                  <a:tcPr/>
                </a:tc>
                <a:extLst>
                  <a:ext uri="{0D108BD9-81ED-4DB2-BD59-A6C34878D82A}">
                    <a16:rowId xmlns:a16="http://schemas.microsoft.com/office/drawing/2014/main" val="1944943572"/>
                  </a:ext>
                </a:extLst>
              </a:tr>
              <a:tr h="370840">
                <a:tc>
                  <a:txBody>
                    <a:bodyPr/>
                    <a:lstStyle/>
                    <a:p>
                      <a:r>
                        <a:rPr lang="de-DE" sz="1400" dirty="0"/>
                        <a:t>A07616000</a:t>
                      </a:r>
                    </a:p>
                    <a:p>
                      <a:endParaRPr lang="de-DE" sz="1400" dirty="0"/>
                    </a:p>
                  </a:txBody>
                  <a:tcPr/>
                </a:tc>
                <a:tc>
                  <a:txBody>
                    <a:bodyPr/>
                    <a:lstStyle/>
                    <a:p>
                      <a:endParaRPr lang="de-DE" sz="1400" dirty="0"/>
                    </a:p>
                  </a:txBody>
                  <a:tcPr/>
                </a:tc>
                <a:tc>
                  <a:txBody>
                    <a:bodyPr/>
                    <a:lstStyle/>
                    <a:p>
                      <a:endParaRPr lang="de-DE" sz="1400" dirty="0"/>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1903390602"/>
                  </a:ext>
                </a:extLst>
              </a:tr>
              <a:tr h="370840">
                <a:tc>
                  <a:txBody>
                    <a:bodyPr/>
                    <a:lstStyle/>
                    <a:p>
                      <a:endParaRPr lang="de-DE" sz="1400" dirty="0"/>
                    </a:p>
                  </a:txBody>
                  <a:tcPr/>
                </a:tc>
                <a:tc>
                  <a:txBody>
                    <a:bodyPr/>
                    <a:lstStyle/>
                    <a:p>
                      <a:endParaRPr lang="de-DE" sz="1400"/>
                    </a:p>
                  </a:txBody>
                  <a:tcPr/>
                </a:tc>
                <a:tc>
                  <a:txBody>
                    <a:bodyPr/>
                    <a:lstStyle/>
                    <a:p>
                      <a:endParaRPr lang="de-DE" sz="1400" dirty="0"/>
                    </a:p>
                  </a:txBody>
                  <a:tcPr/>
                </a:tc>
                <a:tc>
                  <a:txBody>
                    <a:bodyPr/>
                    <a:lstStyle/>
                    <a:p>
                      <a:endParaRPr lang="de-DE" sz="1400" dirty="0"/>
                    </a:p>
                  </a:txBody>
                  <a:tcPr/>
                </a:tc>
                <a:tc>
                  <a:txBody>
                    <a:bodyPr/>
                    <a:lstStyle/>
                    <a:p>
                      <a:endParaRPr lang="de-DE" sz="1400" dirty="0">
                        <a:solidFill>
                          <a:srgbClr val="0070C0"/>
                        </a:solidFill>
                      </a:endParaRPr>
                    </a:p>
                  </a:txBody>
                  <a:tcPr/>
                </a:tc>
                <a:extLst>
                  <a:ext uri="{0D108BD9-81ED-4DB2-BD59-A6C34878D82A}">
                    <a16:rowId xmlns:a16="http://schemas.microsoft.com/office/drawing/2014/main" val="667611805"/>
                  </a:ext>
                </a:extLst>
              </a:tr>
              <a:tr h="370840">
                <a:tc>
                  <a:txBody>
                    <a:bodyPr/>
                    <a:lstStyle/>
                    <a:p>
                      <a:endParaRPr lang="de-DE" sz="1400" dirty="0"/>
                    </a:p>
                  </a:txBody>
                  <a:tcPr/>
                </a:tc>
                <a:tc>
                  <a:txBody>
                    <a:bodyPr/>
                    <a:lstStyle/>
                    <a:p>
                      <a:endParaRPr lang="de-DE" sz="1400"/>
                    </a:p>
                  </a:txBody>
                  <a:tcPr/>
                </a:tc>
                <a:tc>
                  <a:txBody>
                    <a:bodyPr/>
                    <a:lstStyle/>
                    <a:p>
                      <a:endParaRPr lang="de-DE" sz="1400" dirty="0"/>
                    </a:p>
                  </a:txBody>
                  <a:tcPr/>
                </a:tc>
                <a:tc>
                  <a:txBody>
                    <a:bodyPr/>
                    <a:lstStyle/>
                    <a:p>
                      <a:endParaRPr lang="de-DE" sz="1400" dirty="0"/>
                    </a:p>
                  </a:txBody>
                  <a:tcPr/>
                </a:tc>
                <a:tc>
                  <a:txBody>
                    <a:bodyPr/>
                    <a:lstStyle/>
                    <a:p>
                      <a:endParaRPr lang="de-DE" sz="1400" dirty="0">
                        <a:solidFill>
                          <a:srgbClr val="7030A0"/>
                        </a:solidFill>
                      </a:endParaRPr>
                    </a:p>
                  </a:txBody>
                  <a:tcPr/>
                </a:tc>
                <a:extLst>
                  <a:ext uri="{0D108BD9-81ED-4DB2-BD59-A6C34878D82A}">
                    <a16:rowId xmlns:a16="http://schemas.microsoft.com/office/drawing/2014/main" val="100035901"/>
                  </a:ext>
                </a:extLst>
              </a:tr>
            </a:tbl>
          </a:graphicData>
        </a:graphic>
      </p:graphicFrame>
    </p:spTree>
    <p:extLst>
      <p:ext uri="{BB962C8B-B14F-4D97-AF65-F5344CB8AC3E}">
        <p14:creationId xmlns:p14="http://schemas.microsoft.com/office/powerpoint/2010/main" val="3167565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68CBAC-E2D3-4553-7EFE-46E9E90F1DD5}"/>
              </a:ext>
            </a:extLst>
          </p:cNvPr>
          <p:cNvSpPr>
            <a:spLocks noGrp="1"/>
          </p:cNvSpPr>
          <p:nvPr>
            <p:ph type="title"/>
          </p:nvPr>
        </p:nvSpPr>
        <p:spPr/>
        <p:txBody>
          <a:bodyPr/>
          <a:lstStyle/>
          <a:p>
            <a:r>
              <a:rPr lang="de-DE" sz="2000" b="1" dirty="0"/>
              <a:t>Aufgabenbeschreibung</a:t>
            </a:r>
          </a:p>
        </p:txBody>
      </p:sp>
      <p:pic>
        <p:nvPicPr>
          <p:cNvPr id="4" name="Grafik 3">
            <a:extLst>
              <a:ext uri="{FF2B5EF4-FFF2-40B4-BE49-F238E27FC236}">
                <a16:creationId xmlns:a16="http://schemas.microsoft.com/office/drawing/2014/main" id="{ADB7975F-6210-C333-7239-147641C31D29}"/>
              </a:ext>
            </a:extLst>
          </p:cNvPr>
          <p:cNvPicPr>
            <a:picLocks noChangeAspect="1"/>
          </p:cNvPicPr>
          <p:nvPr/>
        </p:nvPicPr>
        <p:blipFill>
          <a:blip r:embed="rId2"/>
          <a:stretch>
            <a:fillRect/>
          </a:stretch>
        </p:blipFill>
        <p:spPr>
          <a:xfrm>
            <a:off x="6096001" y="3975576"/>
            <a:ext cx="4146100" cy="2012474"/>
          </a:xfrm>
          <a:prstGeom prst="rect">
            <a:avLst/>
          </a:prstGeom>
        </p:spPr>
      </p:pic>
      <p:pic>
        <p:nvPicPr>
          <p:cNvPr id="6" name="Grafik 5">
            <a:extLst>
              <a:ext uri="{FF2B5EF4-FFF2-40B4-BE49-F238E27FC236}">
                <a16:creationId xmlns:a16="http://schemas.microsoft.com/office/drawing/2014/main" id="{D1C196DB-AFA2-C053-AEE9-8D37975DF868}"/>
              </a:ext>
            </a:extLst>
          </p:cNvPr>
          <p:cNvPicPr>
            <a:picLocks noChangeAspect="1"/>
          </p:cNvPicPr>
          <p:nvPr/>
        </p:nvPicPr>
        <p:blipFill>
          <a:blip r:embed="rId3"/>
          <a:stretch>
            <a:fillRect/>
          </a:stretch>
        </p:blipFill>
        <p:spPr>
          <a:xfrm>
            <a:off x="533400" y="1055774"/>
            <a:ext cx="4782843" cy="2152852"/>
          </a:xfrm>
          <a:prstGeom prst="rect">
            <a:avLst/>
          </a:prstGeom>
        </p:spPr>
      </p:pic>
      <p:pic>
        <p:nvPicPr>
          <p:cNvPr id="5" name="Grafik 4">
            <a:extLst>
              <a:ext uri="{FF2B5EF4-FFF2-40B4-BE49-F238E27FC236}">
                <a16:creationId xmlns:a16="http://schemas.microsoft.com/office/drawing/2014/main" id="{6102427E-A1B8-12C0-094B-9F56A3E819A6}"/>
              </a:ext>
            </a:extLst>
          </p:cNvPr>
          <p:cNvPicPr>
            <a:picLocks noChangeAspect="1"/>
          </p:cNvPicPr>
          <p:nvPr/>
        </p:nvPicPr>
        <p:blipFill>
          <a:blip r:embed="rId4"/>
          <a:stretch>
            <a:fillRect/>
          </a:stretch>
        </p:blipFill>
        <p:spPr>
          <a:xfrm>
            <a:off x="6103771" y="973225"/>
            <a:ext cx="4107085" cy="2862322"/>
          </a:xfrm>
          <a:prstGeom prst="rect">
            <a:avLst/>
          </a:prstGeom>
        </p:spPr>
      </p:pic>
    </p:spTree>
    <p:extLst>
      <p:ext uri="{BB962C8B-B14F-4D97-AF65-F5344CB8AC3E}">
        <p14:creationId xmlns:p14="http://schemas.microsoft.com/office/powerpoint/2010/main" val="114891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397652D8-7311-D91E-65FD-D9A02B50C52A}"/>
              </a:ext>
            </a:extLst>
          </p:cNvPr>
          <p:cNvSpPr>
            <a:spLocks noGrp="1"/>
          </p:cNvSpPr>
          <p:nvPr>
            <p:ph type="title"/>
          </p:nvPr>
        </p:nvSpPr>
        <p:spPr>
          <a:xfrm>
            <a:off x="3500524" y="161538"/>
            <a:ext cx="4656790" cy="265716"/>
          </a:xfrm>
        </p:spPr>
        <p:txBody>
          <a:bodyPr/>
          <a:lstStyle/>
          <a:p>
            <a:r>
              <a:rPr lang="de-DE" sz="2000" b="1" dirty="0"/>
              <a:t>Aufgabenbeschreibung</a:t>
            </a:r>
          </a:p>
        </p:txBody>
      </p:sp>
      <p:pic>
        <p:nvPicPr>
          <p:cNvPr id="3" name="Grafik 2">
            <a:extLst>
              <a:ext uri="{FF2B5EF4-FFF2-40B4-BE49-F238E27FC236}">
                <a16:creationId xmlns:a16="http://schemas.microsoft.com/office/drawing/2014/main" id="{ADD63B7D-DFAB-6F14-F817-89C9BFBA1D36}"/>
              </a:ext>
            </a:extLst>
          </p:cNvPr>
          <p:cNvPicPr>
            <a:picLocks noChangeAspect="1"/>
          </p:cNvPicPr>
          <p:nvPr/>
        </p:nvPicPr>
        <p:blipFill>
          <a:blip r:embed="rId2"/>
          <a:stretch>
            <a:fillRect/>
          </a:stretch>
        </p:blipFill>
        <p:spPr>
          <a:xfrm>
            <a:off x="1425744" y="895570"/>
            <a:ext cx="3892216" cy="1596177"/>
          </a:xfrm>
          <a:prstGeom prst="rect">
            <a:avLst/>
          </a:prstGeom>
        </p:spPr>
      </p:pic>
      <p:pic>
        <p:nvPicPr>
          <p:cNvPr id="7" name="Grafik 6">
            <a:extLst>
              <a:ext uri="{FF2B5EF4-FFF2-40B4-BE49-F238E27FC236}">
                <a16:creationId xmlns:a16="http://schemas.microsoft.com/office/drawing/2014/main" id="{7EBF4D46-57B8-1CC1-E89F-65921EA69E0E}"/>
              </a:ext>
            </a:extLst>
          </p:cNvPr>
          <p:cNvPicPr>
            <a:picLocks noChangeAspect="1"/>
          </p:cNvPicPr>
          <p:nvPr/>
        </p:nvPicPr>
        <p:blipFill>
          <a:blip r:embed="rId3"/>
          <a:srcRect b="55413"/>
          <a:stretch/>
        </p:blipFill>
        <p:spPr>
          <a:xfrm>
            <a:off x="1473993" y="2473701"/>
            <a:ext cx="3837950" cy="2543467"/>
          </a:xfrm>
          <a:prstGeom prst="rect">
            <a:avLst/>
          </a:prstGeom>
        </p:spPr>
      </p:pic>
      <p:pic>
        <p:nvPicPr>
          <p:cNvPr id="9" name="Grafik 8">
            <a:extLst>
              <a:ext uri="{FF2B5EF4-FFF2-40B4-BE49-F238E27FC236}">
                <a16:creationId xmlns:a16="http://schemas.microsoft.com/office/drawing/2014/main" id="{7ED41CFF-4D89-E207-4E9F-40A7C7857784}"/>
              </a:ext>
            </a:extLst>
          </p:cNvPr>
          <p:cNvPicPr>
            <a:picLocks noChangeAspect="1"/>
          </p:cNvPicPr>
          <p:nvPr/>
        </p:nvPicPr>
        <p:blipFill>
          <a:blip r:embed="rId3"/>
          <a:srcRect t="44354" b="-9726"/>
          <a:stretch/>
        </p:blipFill>
        <p:spPr>
          <a:xfrm>
            <a:off x="5721746" y="1088857"/>
            <a:ext cx="3591033" cy="3489158"/>
          </a:xfrm>
          <a:prstGeom prst="rect">
            <a:avLst/>
          </a:prstGeom>
        </p:spPr>
      </p:pic>
      <p:pic>
        <p:nvPicPr>
          <p:cNvPr id="13" name="Grafik 12">
            <a:extLst>
              <a:ext uri="{FF2B5EF4-FFF2-40B4-BE49-F238E27FC236}">
                <a16:creationId xmlns:a16="http://schemas.microsoft.com/office/drawing/2014/main" id="{29B3EADC-9885-B49D-B935-FEE623F617B7}"/>
              </a:ext>
            </a:extLst>
          </p:cNvPr>
          <p:cNvPicPr>
            <a:picLocks noChangeAspect="1"/>
          </p:cNvPicPr>
          <p:nvPr/>
        </p:nvPicPr>
        <p:blipFill>
          <a:blip r:embed="rId4"/>
          <a:stretch>
            <a:fillRect/>
          </a:stretch>
        </p:blipFill>
        <p:spPr>
          <a:xfrm>
            <a:off x="5721746" y="4079603"/>
            <a:ext cx="3609082" cy="2426529"/>
          </a:xfrm>
          <a:prstGeom prst="rect">
            <a:avLst/>
          </a:prstGeom>
        </p:spPr>
      </p:pic>
    </p:spTree>
    <p:extLst>
      <p:ext uri="{BB962C8B-B14F-4D97-AF65-F5344CB8AC3E}">
        <p14:creationId xmlns:p14="http://schemas.microsoft.com/office/powerpoint/2010/main" val="2001995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397652D8-7311-D91E-65FD-D9A02B50C52A}"/>
              </a:ext>
            </a:extLst>
          </p:cNvPr>
          <p:cNvSpPr>
            <a:spLocks noGrp="1"/>
          </p:cNvSpPr>
          <p:nvPr>
            <p:ph type="title"/>
          </p:nvPr>
        </p:nvSpPr>
        <p:spPr>
          <a:xfrm>
            <a:off x="3500524" y="161538"/>
            <a:ext cx="4656790" cy="265716"/>
          </a:xfrm>
        </p:spPr>
        <p:txBody>
          <a:bodyPr/>
          <a:lstStyle/>
          <a:p>
            <a:r>
              <a:rPr lang="de-DE" sz="2000" b="1" dirty="0"/>
              <a:t>Aufgabenbeschreibung</a:t>
            </a:r>
          </a:p>
        </p:txBody>
      </p:sp>
      <p:pic>
        <p:nvPicPr>
          <p:cNvPr id="4" name="Grafik 3">
            <a:extLst>
              <a:ext uri="{FF2B5EF4-FFF2-40B4-BE49-F238E27FC236}">
                <a16:creationId xmlns:a16="http://schemas.microsoft.com/office/drawing/2014/main" id="{5CFC03A4-CB0C-4849-3823-5E752128DA54}"/>
              </a:ext>
            </a:extLst>
          </p:cNvPr>
          <p:cNvPicPr>
            <a:picLocks noChangeAspect="1"/>
          </p:cNvPicPr>
          <p:nvPr/>
        </p:nvPicPr>
        <p:blipFill>
          <a:blip r:embed="rId2"/>
          <a:stretch>
            <a:fillRect/>
          </a:stretch>
        </p:blipFill>
        <p:spPr>
          <a:xfrm>
            <a:off x="621381" y="1353232"/>
            <a:ext cx="4461961" cy="5064929"/>
          </a:xfrm>
          <a:prstGeom prst="rect">
            <a:avLst/>
          </a:prstGeom>
        </p:spPr>
      </p:pic>
      <p:sp>
        <p:nvSpPr>
          <p:cNvPr id="5" name="Textfeld 4">
            <a:extLst>
              <a:ext uri="{FF2B5EF4-FFF2-40B4-BE49-F238E27FC236}">
                <a16:creationId xmlns:a16="http://schemas.microsoft.com/office/drawing/2014/main" id="{1B41A1EE-A886-DB5A-4A79-DFF52784531A}"/>
              </a:ext>
            </a:extLst>
          </p:cNvPr>
          <p:cNvSpPr txBox="1"/>
          <p:nvPr/>
        </p:nvSpPr>
        <p:spPr>
          <a:xfrm>
            <a:off x="5828919" y="1533646"/>
            <a:ext cx="5855724" cy="2862322"/>
          </a:xfrm>
          <a:prstGeom prst="rect">
            <a:avLst/>
          </a:prstGeom>
          <a:noFill/>
        </p:spPr>
        <p:txBody>
          <a:bodyPr wrap="square" rtlCol="0">
            <a:spAutoFit/>
          </a:bodyPr>
          <a:lstStyle/>
          <a:p>
            <a:r>
              <a:rPr lang="de-DE" dirty="0"/>
              <a:t>Different </a:t>
            </a:r>
            <a:r>
              <a:rPr lang="de-DE" dirty="0" err="1"/>
              <a:t>Orientations</a:t>
            </a:r>
            <a:r>
              <a:rPr lang="de-DE" dirty="0"/>
              <a:t> Crimp 1 and Crimp 2</a:t>
            </a:r>
          </a:p>
          <a:p>
            <a:endParaRPr lang="de-DE" dirty="0"/>
          </a:p>
          <a:p>
            <a:r>
              <a:rPr lang="de-DE" dirty="0"/>
              <a:t>Different </a:t>
            </a:r>
            <a:r>
              <a:rPr lang="de-DE" dirty="0" err="1"/>
              <a:t>Types</a:t>
            </a:r>
            <a:r>
              <a:rPr lang="de-DE" dirty="0"/>
              <a:t> Crimp 1 and Crimp 2</a:t>
            </a:r>
          </a:p>
          <a:p>
            <a:endParaRPr lang="de-DE" dirty="0"/>
          </a:p>
          <a:p>
            <a:pPr marL="285750" indent="-285750">
              <a:buFont typeface="Wingdings" panose="05000000000000000000" pitchFamily="2" charset="2"/>
              <a:buChar char="è"/>
            </a:pPr>
            <a:r>
              <a:rPr lang="de-DE" dirty="0"/>
              <a:t>Different </a:t>
            </a:r>
            <a:r>
              <a:rPr lang="de-DE" dirty="0" err="1"/>
              <a:t>Crimping</a:t>
            </a:r>
            <a:r>
              <a:rPr lang="de-DE" dirty="0"/>
              <a:t> Tools </a:t>
            </a:r>
          </a:p>
          <a:p>
            <a:pPr marL="285750" indent="-285750">
              <a:buFont typeface="Wingdings" panose="05000000000000000000" pitchFamily="2" charset="2"/>
              <a:buChar char="è"/>
            </a:pPr>
            <a:r>
              <a:rPr lang="de-DE" dirty="0" err="1"/>
              <a:t>Two</a:t>
            </a:r>
            <a:r>
              <a:rPr lang="de-DE" dirty="0"/>
              <a:t> </a:t>
            </a:r>
            <a:r>
              <a:rPr lang="de-DE" dirty="0" err="1"/>
              <a:t>crimping</a:t>
            </a:r>
            <a:r>
              <a:rPr lang="de-DE" dirty="0"/>
              <a:t> </a:t>
            </a:r>
            <a:r>
              <a:rPr lang="de-DE" dirty="0" err="1"/>
              <a:t>stations</a:t>
            </a:r>
            <a:endParaRPr lang="de-DE" dirty="0"/>
          </a:p>
          <a:p>
            <a:endParaRPr lang="de-DE" dirty="0"/>
          </a:p>
          <a:p>
            <a:r>
              <a:rPr lang="de-DE" dirty="0"/>
              <a:t>16mm² </a:t>
            </a:r>
            <a:r>
              <a:rPr lang="de-DE" dirty="0">
                <a:sym typeface="Wingdings" panose="05000000000000000000" pitchFamily="2" charset="2"/>
              </a:rPr>
              <a:t> 6 Seconds </a:t>
            </a:r>
            <a:r>
              <a:rPr lang="de-DE" dirty="0" err="1">
                <a:sym typeface="Wingdings" panose="05000000000000000000" pitchFamily="2" charset="2"/>
              </a:rPr>
              <a:t>target</a:t>
            </a:r>
            <a:endParaRPr lang="de-DE" dirty="0">
              <a:sym typeface="Wingdings" panose="05000000000000000000" pitchFamily="2" charset="2"/>
            </a:endParaRPr>
          </a:p>
          <a:p>
            <a:r>
              <a:rPr lang="de-DE" dirty="0" err="1">
                <a:sym typeface="Wingdings" panose="05000000000000000000" pitchFamily="2" charset="2"/>
              </a:rPr>
              <a:t>Longer</a:t>
            </a:r>
            <a:r>
              <a:rPr lang="de-DE" dirty="0">
                <a:sym typeface="Wingdings" panose="05000000000000000000" pitchFamily="2" charset="2"/>
              </a:rPr>
              <a:t> Time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bigger</a:t>
            </a:r>
            <a:r>
              <a:rPr lang="de-DE" dirty="0">
                <a:sym typeface="Wingdings" panose="05000000000000000000" pitchFamily="2" charset="2"/>
              </a:rPr>
              <a:t> </a:t>
            </a:r>
            <a:r>
              <a:rPr lang="de-DE" dirty="0" err="1">
                <a:sym typeface="Wingdings" panose="05000000000000000000" pitchFamily="2" charset="2"/>
              </a:rPr>
              <a:t>cross</a:t>
            </a:r>
            <a:r>
              <a:rPr lang="de-DE" dirty="0">
                <a:sym typeface="Wingdings" panose="05000000000000000000" pitchFamily="2" charset="2"/>
              </a:rPr>
              <a:t> </a:t>
            </a:r>
            <a:r>
              <a:rPr lang="de-DE" dirty="0" err="1">
                <a:sym typeface="Wingdings" panose="05000000000000000000" pitchFamily="2" charset="2"/>
              </a:rPr>
              <a:t>sections</a:t>
            </a:r>
            <a:endParaRPr lang="de-DE" dirty="0">
              <a:sym typeface="Wingdings" panose="05000000000000000000" pitchFamily="2" charset="2"/>
            </a:endParaRPr>
          </a:p>
          <a:p>
            <a:endParaRPr lang="de-DE" dirty="0"/>
          </a:p>
        </p:txBody>
      </p:sp>
    </p:spTree>
    <p:extLst>
      <p:ext uri="{BB962C8B-B14F-4D97-AF65-F5344CB8AC3E}">
        <p14:creationId xmlns:p14="http://schemas.microsoft.com/office/powerpoint/2010/main" val="38384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uppieren 15">
            <a:extLst>
              <a:ext uri="{FF2B5EF4-FFF2-40B4-BE49-F238E27FC236}">
                <a16:creationId xmlns:a16="http://schemas.microsoft.com/office/drawing/2014/main" id="{639B4685-3ED8-6FBC-C73D-AB77823DFB07}"/>
              </a:ext>
            </a:extLst>
          </p:cNvPr>
          <p:cNvGrpSpPr/>
          <p:nvPr/>
        </p:nvGrpSpPr>
        <p:grpSpPr>
          <a:xfrm rot="7223088">
            <a:off x="5992932" y="2321507"/>
            <a:ext cx="2436400" cy="807600"/>
            <a:chOff x="10861932" y="2019300"/>
            <a:chExt cx="1746120" cy="914400"/>
          </a:xfrm>
        </p:grpSpPr>
        <p:sp>
          <p:nvSpPr>
            <p:cNvPr id="17" name="Rechteck 16">
              <a:extLst>
                <a:ext uri="{FF2B5EF4-FFF2-40B4-BE49-F238E27FC236}">
                  <a16:creationId xmlns:a16="http://schemas.microsoft.com/office/drawing/2014/main" id="{D2B9063A-1A46-71DC-BF50-AE2207A344E1}"/>
                </a:ext>
              </a:extLst>
            </p:cNvPr>
            <p:cNvSpPr/>
            <p:nvPr/>
          </p:nvSpPr>
          <p:spPr>
            <a:xfrm>
              <a:off x="10861932" y="2019300"/>
              <a:ext cx="529967"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8" name="Gleichschenkliges Dreieck 17">
              <a:extLst>
                <a:ext uri="{FF2B5EF4-FFF2-40B4-BE49-F238E27FC236}">
                  <a16:creationId xmlns:a16="http://schemas.microsoft.com/office/drawing/2014/main" id="{DC760B02-9ADD-92FC-C205-82C7742BBE5E}"/>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13" name="Gruppieren 12">
            <a:extLst>
              <a:ext uri="{FF2B5EF4-FFF2-40B4-BE49-F238E27FC236}">
                <a16:creationId xmlns:a16="http://schemas.microsoft.com/office/drawing/2014/main" id="{122C19A7-1C82-50C6-0196-345F393A44FD}"/>
              </a:ext>
            </a:extLst>
          </p:cNvPr>
          <p:cNvGrpSpPr/>
          <p:nvPr/>
        </p:nvGrpSpPr>
        <p:grpSpPr>
          <a:xfrm rot="5400000">
            <a:off x="5295065" y="2107795"/>
            <a:ext cx="2436400" cy="807600"/>
            <a:chOff x="10861932" y="2019300"/>
            <a:chExt cx="1746120" cy="914400"/>
          </a:xfrm>
        </p:grpSpPr>
        <p:sp>
          <p:nvSpPr>
            <p:cNvPr id="14" name="Rechteck 13">
              <a:extLst>
                <a:ext uri="{FF2B5EF4-FFF2-40B4-BE49-F238E27FC236}">
                  <a16:creationId xmlns:a16="http://schemas.microsoft.com/office/drawing/2014/main" id="{A5F9B45D-D17E-4795-96B8-54F2D6BDA8E2}"/>
                </a:ext>
              </a:extLst>
            </p:cNvPr>
            <p:cNvSpPr/>
            <p:nvPr/>
          </p:nvSpPr>
          <p:spPr>
            <a:xfrm>
              <a:off x="10861932" y="2019300"/>
              <a:ext cx="529967"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5" name="Gleichschenkliges Dreieck 14">
              <a:extLst>
                <a:ext uri="{FF2B5EF4-FFF2-40B4-BE49-F238E27FC236}">
                  <a16:creationId xmlns:a16="http://schemas.microsoft.com/office/drawing/2014/main" id="{5238E056-8F8A-1757-3EC0-A08F4651F5D0}"/>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9" name="Gruppieren 8">
            <a:extLst>
              <a:ext uri="{FF2B5EF4-FFF2-40B4-BE49-F238E27FC236}">
                <a16:creationId xmlns:a16="http://schemas.microsoft.com/office/drawing/2014/main" id="{CDA631A2-114F-B0BD-BCDA-C63FC4DB4346}"/>
              </a:ext>
            </a:extLst>
          </p:cNvPr>
          <p:cNvGrpSpPr/>
          <p:nvPr/>
        </p:nvGrpSpPr>
        <p:grpSpPr>
          <a:xfrm rot="3719797">
            <a:off x="4743511" y="2375156"/>
            <a:ext cx="2156351" cy="807600"/>
            <a:chOff x="11012837" y="2019300"/>
            <a:chExt cx="1595215" cy="914400"/>
          </a:xfrm>
        </p:grpSpPr>
        <p:sp>
          <p:nvSpPr>
            <p:cNvPr id="10" name="Rechteck 9">
              <a:extLst>
                <a:ext uri="{FF2B5EF4-FFF2-40B4-BE49-F238E27FC236}">
                  <a16:creationId xmlns:a16="http://schemas.microsoft.com/office/drawing/2014/main" id="{E36FCD2A-1525-CCC0-CCC4-ED7007E6DA2B}"/>
                </a:ext>
              </a:extLst>
            </p:cNvPr>
            <p:cNvSpPr/>
            <p:nvPr/>
          </p:nvSpPr>
          <p:spPr>
            <a:xfrm>
              <a:off x="11012837" y="2019300"/>
              <a:ext cx="379062"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Gleichschenkliges Dreieck 10">
              <a:extLst>
                <a:ext uri="{FF2B5EF4-FFF2-40B4-BE49-F238E27FC236}">
                  <a16:creationId xmlns:a16="http://schemas.microsoft.com/office/drawing/2014/main" id="{F8F8376D-3F2F-5294-D04F-756D23B7F3E5}"/>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6" name="Gruppieren 5">
            <a:extLst>
              <a:ext uri="{FF2B5EF4-FFF2-40B4-BE49-F238E27FC236}">
                <a16:creationId xmlns:a16="http://schemas.microsoft.com/office/drawing/2014/main" id="{899551BE-BB19-147E-D768-BF24CF89D583}"/>
              </a:ext>
            </a:extLst>
          </p:cNvPr>
          <p:cNvGrpSpPr/>
          <p:nvPr/>
        </p:nvGrpSpPr>
        <p:grpSpPr>
          <a:xfrm rot="1776365">
            <a:off x="4124935" y="2865748"/>
            <a:ext cx="2156351" cy="807600"/>
            <a:chOff x="11012837" y="2019300"/>
            <a:chExt cx="1595215" cy="914400"/>
          </a:xfrm>
        </p:grpSpPr>
        <p:sp>
          <p:nvSpPr>
            <p:cNvPr id="7" name="Rechteck 6">
              <a:extLst>
                <a:ext uri="{FF2B5EF4-FFF2-40B4-BE49-F238E27FC236}">
                  <a16:creationId xmlns:a16="http://schemas.microsoft.com/office/drawing/2014/main" id="{492614C3-26E8-6871-0A67-3BEBED42814B}"/>
                </a:ext>
              </a:extLst>
            </p:cNvPr>
            <p:cNvSpPr/>
            <p:nvPr/>
          </p:nvSpPr>
          <p:spPr>
            <a:xfrm>
              <a:off x="11012837" y="2019300"/>
              <a:ext cx="379062"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Gleichschenkliges Dreieck 7">
              <a:extLst>
                <a:ext uri="{FF2B5EF4-FFF2-40B4-BE49-F238E27FC236}">
                  <a16:creationId xmlns:a16="http://schemas.microsoft.com/office/drawing/2014/main" id="{FBDE287F-4F51-2A04-F647-C569FA46BA6B}"/>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469" name="Bogen 468">
            <a:extLst>
              <a:ext uri="{FF2B5EF4-FFF2-40B4-BE49-F238E27FC236}">
                <a16:creationId xmlns:a16="http://schemas.microsoft.com/office/drawing/2014/main" id="{B150925D-4424-66F3-A06D-D111840605C1}"/>
              </a:ext>
            </a:extLst>
          </p:cNvPr>
          <p:cNvSpPr/>
          <p:nvPr/>
        </p:nvSpPr>
        <p:spPr>
          <a:xfrm>
            <a:off x="5016324" y="2466144"/>
            <a:ext cx="2965624" cy="2984500"/>
          </a:xfrm>
          <a:prstGeom prst="arc">
            <a:avLst>
              <a:gd name="adj1" fmla="val 10812565"/>
              <a:gd name="adj2" fmla="val 10750879"/>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61" name="Gruppieren 460">
            <a:extLst>
              <a:ext uri="{FF2B5EF4-FFF2-40B4-BE49-F238E27FC236}">
                <a16:creationId xmlns:a16="http://schemas.microsoft.com/office/drawing/2014/main" id="{9D2BC07D-94FB-EF3D-DAB0-C9D28E0CB77A}"/>
              </a:ext>
            </a:extLst>
          </p:cNvPr>
          <p:cNvGrpSpPr/>
          <p:nvPr/>
        </p:nvGrpSpPr>
        <p:grpSpPr>
          <a:xfrm>
            <a:off x="3191291" y="3513289"/>
            <a:ext cx="2880000" cy="985671"/>
            <a:chOff x="10477500" y="2019300"/>
            <a:chExt cx="2130552" cy="914400"/>
          </a:xfrm>
        </p:grpSpPr>
        <p:sp>
          <p:nvSpPr>
            <p:cNvPr id="459" name="Rechteck 458">
              <a:extLst>
                <a:ext uri="{FF2B5EF4-FFF2-40B4-BE49-F238E27FC236}">
                  <a16:creationId xmlns:a16="http://schemas.microsoft.com/office/drawing/2014/main" id="{A9239BFF-5C05-8C7C-25BD-705881200CF1}"/>
                </a:ext>
              </a:extLst>
            </p:cNvPr>
            <p:cNvSpPr/>
            <p:nvPr/>
          </p:nvSpPr>
          <p:spPr>
            <a:xfrm>
              <a:off x="10477500" y="2019300"/>
              <a:ext cx="914400"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0" name="Gleichschenkliges Dreieck 459">
              <a:extLst>
                <a:ext uri="{FF2B5EF4-FFF2-40B4-BE49-F238E27FC236}">
                  <a16:creationId xmlns:a16="http://schemas.microsoft.com/office/drawing/2014/main" id="{09F30C0B-A8AA-1AAE-F46D-E8CFE7A4777B}"/>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p:txBody>
          <a:bodyPr/>
          <a:lstStyle/>
          <a:p>
            <a:endParaRPr lang="de-DE"/>
          </a:p>
        </p:txBody>
      </p:sp>
      <p:sp>
        <p:nvSpPr>
          <p:cNvPr id="3" name="Ellipse 2">
            <a:extLst>
              <a:ext uri="{FF2B5EF4-FFF2-40B4-BE49-F238E27FC236}">
                <a16:creationId xmlns:a16="http://schemas.microsoft.com/office/drawing/2014/main" id="{F74E03ED-0935-C6EA-29FC-5AD9B7F23AAF}"/>
              </a:ext>
            </a:extLst>
          </p:cNvPr>
          <p:cNvSpPr/>
          <p:nvPr/>
        </p:nvSpPr>
        <p:spPr>
          <a:xfrm>
            <a:off x="5060042" y="2520571"/>
            <a:ext cx="2880000" cy="288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4" name="Rechteck 263">
            <a:extLst>
              <a:ext uri="{FF2B5EF4-FFF2-40B4-BE49-F238E27FC236}">
                <a16:creationId xmlns:a16="http://schemas.microsoft.com/office/drawing/2014/main" id="{483E51AD-C531-2F5B-60B5-085DE9C5B288}"/>
              </a:ext>
            </a:extLst>
          </p:cNvPr>
          <p:cNvSpPr/>
          <p:nvPr/>
        </p:nvSpPr>
        <p:spPr>
          <a:xfrm>
            <a:off x="3332874" y="3621240"/>
            <a:ext cx="871215" cy="47671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2" name="Gruppieren 251">
            <a:extLst>
              <a:ext uri="{FF2B5EF4-FFF2-40B4-BE49-F238E27FC236}">
                <a16:creationId xmlns:a16="http://schemas.microsoft.com/office/drawing/2014/main" id="{3F09B4BE-711C-1AF5-5E54-E8F6F93E61D4}"/>
              </a:ext>
            </a:extLst>
          </p:cNvPr>
          <p:cNvGrpSpPr/>
          <p:nvPr/>
        </p:nvGrpSpPr>
        <p:grpSpPr>
          <a:xfrm>
            <a:off x="6322150" y="2347836"/>
            <a:ext cx="355784" cy="283224"/>
            <a:chOff x="4119560" y="2325983"/>
            <a:chExt cx="355784" cy="283224"/>
          </a:xfrm>
        </p:grpSpPr>
        <p:sp>
          <p:nvSpPr>
            <p:cNvPr id="195" name="Rechteck 194">
              <a:extLst>
                <a:ext uri="{FF2B5EF4-FFF2-40B4-BE49-F238E27FC236}">
                  <a16:creationId xmlns:a16="http://schemas.microsoft.com/office/drawing/2014/main" id="{2FA0BA58-2093-AF08-8AF9-BBF9F8DF93AC}"/>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7" name="Rechteck 186">
              <a:extLst>
                <a:ext uri="{FF2B5EF4-FFF2-40B4-BE49-F238E27FC236}">
                  <a16:creationId xmlns:a16="http://schemas.microsoft.com/office/drawing/2014/main" id="{A9EB28A5-4DEE-3BB8-9FDF-0FAD71E404D1}"/>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88" name="Rechteck 187">
              <a:extLst>
                <a:ext uri="{FF2B5EF4-FFF2-40B4-BE49-F238E27FC236}">
                  <a16:creationId xmlns:a16="http://schemas.microsoft.com/office/drawing/2014/main" id="{38478C76-035B-FBFF-3DD5-8AC5AB96CE41}"/>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 name="Ellipse 3">
              <a:extLst>
                <a:ext uri="{FF2B5EF4-FFF2-40B4-BE49-F238E27FC236}">
                  <a16:creationId xmlns:a16="http://schemas.microsoft.com/office/drawing/2014/main" id="{CBFDC62B-4306-E710-187B-E5D836D949B3}"/>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9" name="Rechteck 188">
              <a:extLst>
                <a:ext uri="{FF2B5EF4-FFF2-40B4-BE49-F238E27FC236}">
                  <a16:creationId xmlns:a16="http://schemas.microsoft.com/office/drawing/2014/main" id="{E33505D6-AC82-72B8-B64F-1F2F537F325C}"/>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0" name="Rechteck 189">
              <a:extLst>
                <a:ext uri="{FF2B5EF4-FFF2-40B4-BE49-F238E27FC236}">
                  <a16:creationId xmlns:a16="http://schemas.microsoft.com/office/drawing/2014/main" id="{0090B5D8-B491-DB70-4E31-286F305BD2FB}"/>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1" name="Rechteck 190">
              <a:extLst>
                <a:ext uri="{FF2B5EF4-FFF2-40B4-BE49-F238E27FC236}">
                  <a16:creationId xmlns:a16="http://schemas.microsoft.com/office/drawing/2014/main" id="{842048F2-307F-A154-15A9-AA9D355083F4}"/>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2" name="Rechteck 191">
              <a:extLst>
                <a:ext uri="{FF2B5EF4-FFF2-40B4-BE49-F238E27FC236}">
                  <a16:creationId xmlns:a16="http://schemas.microsoft.com/office/drawing/2014/main" id="{B482F212-68E9-C295-196F-D1DE66EB98B1}"/>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 name="Ellipse 4">
              <a:extLst>
                <a:ext uri="{FF2B5EF4-FFF2-40B4-BE49-F238E27FC236}">
                  <a16:creationId xmlns:a16="http://schemas.microsoft.com/office/drawing/2014/main" id="{9D0BDFFB-BA7B-1B59-743B-5E196D6749CF}"/>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cxnSp>
        <p:nvCxnSpPr>
          <p:cNvPr id="267" name="Gerader Verbinder 266">
            <a:extLst>
              <a:ext uri="{FF2B5EF4-FFF2-40B4-BE49-F238E27FC236}">
                <a16:creationId xmlns:a16="http://schemas.microsoft.com/office/drawing/2014/main" id="{D94E4D36-FC1D-836A-A37F-E69213DE6B41}"/>
              </a:ext>
            </a:extLst>
          </p:cNvPr>
          <p:cNvCxnSpPr>
            <a:cxnSpLocks/>
            <a:stCxn id="3" idx="0"/>
            <a:endCxn id="3" idx="4"/>
          </p:cNvCxnSpPr>
          <p:nvPr/>
        </p:nvCxnSpPr>
        <p:spPr>
          <a:xfrm>
            <a:off x="6500042" y="2520571"/>
            <a:ext cx="0" cy="2880000"/>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cxnSp>
        <p:nvCxnSpPr>
          <p:cNvPr id="269" name="Gerader Verbinder 268">
            <a:extLst>
              <a:ext uri="{FF2B5EF4-FFF2-40B4-BE49-F238E27FC236}">
                <a16:creationId xmlns:a16="http://schemas.microsoft.com/office/drawing/2014/main" id="{DCCF0998-487B-4959-D2C6-3DC8E6608790}"/>
              </a:ext>
            </a:extLst>
          </p:cNvPr>
          <p:cNvCxnSpPr>
            <a:cxnSpLocks/>
            <a:stCxn id="3" idx="6"/>
            <a:endCxn id="3" idx="2"/>
          </p:cNvCxnSpPr>
          <p:nvPr/>
        </p:nvCxnSpPr>
        <p:spPr>
          <a:xfrm flipH="1">
            <a:off x="5060042" y="3960571"/>
            <a:ext cx="2880000" cy="0"/>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cxnSp>
        <p:nvCxnSpPr>
          <p:cNvPr id="272" name="Gerader Verbinder 271">
            <a:extLst>
              <a:ext uri="{FF2B5EF4-FFF2-40B4-BE49-F238E27FC236}">
                <a16:creationId xmlns:a16="http://schemas.microsoft.com/office/drawing/2014/main" id="{C43E9A0F-977F-6F6F-295B-990CFBC5531C}"/>
              </a:ext>
            </a:extLst>
          </p:cNvPr>
          <p:cNvCxnSpPr>
            <a:cxnSpLocks/>
            <a:stCxn id="3" idx="7"/>
            <a:endCxn id="3" idx="3"/>
          </p:cNvCxnSpPr>
          <p:nvPr/>
        </p:nvCxnSpPr>
        <p:spPr>
          <a:xfrm flipH="1">
            <a:off x="5481808" y="2942337"/>
            <a:ext cx="2036468" cy="2036468"/>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cxnSp>
        <p:nvCxnSpPr>
          <p:cNvPr id="275" name="Gerader Verbinder 274">
            <a:extLst>
              <a:ext uri="{FF2B5EF4-FFF2-40B4-BE49-F238E27FC236}">
                <a16:creationId xmlns:a16="http://schemas.microsoft.com/office/drawing/2014/main" id="{01254021-65F0-3444-5787-EA9B2AFBD3F5}"/>
              </a:ext>
            </a:extLst>
          </p:cNvPr>
          <p:cNvCxnSpPr>
            <a:cxnSpLocks/>
            <a:stCxn id="3" idx="1"/>
            <a:endCxn id="3" idx="5"/>
          </p:cNvCxnSpPr>
          <p:nvPr/>
        </p:nvCxnSpPr>
        <p:spPr>
          <a:xfrm>
            <a:off x="5481808" y="2942337"/>
            <a:ext cx="2036468" cy="2036468"/>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grpSp>
        <p:nvGrpSpPr>
          <p:cNvPr id="278" name="Gruppieren 277">
            <a:extLst>
              <a:ext uri="{FF2B5EF4-FFF2-40B4-BE49-F238E27FC236}">
                <a16:creationId xmlns:a16="http://schemas.microsoft.com/office/drawing/2014/main" id="{6005206A-5621-47CF-E788-A4C85157A0B6}"/>
              </a:ext>
            </a:extLst>
          </p:cNvPr>
          <p:cNvGrpSpPr/>
          <p:nvPr/>
        </p:nvGrpSpPr>
        <p:grpSpPr>
          <a:xfrm rot="10800000">
            <a:off x="6326990" y="5284326"/>
            <a:ext cx="355784" cy="283224"/>
            <a:chOff x="4119560" y="2325983"/>
            <a:chExt cx="355784" cy="283224"/>
          </a:xfrm>
        </p:grpSpPr>
        <p:sp>
          <p:nvSpPr>
            <p:cNvPr id="279" name="Rechteck 278">
              <a:extLst>
                <a:ext uri="{FF2B5EF4-FFF2-40B4-BE49-F238E27FC236}">
                  <a16:creationId xmlns:a16="http://schemas.microsoft.com/office/drawing/2014/main" id="{B9AF9CAF-A4D6-8E86-29D9-CD60CAFAFEC3}"/>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0" name="Rechteck 279">
              <a:extLst>
                <a:ext uri="{FF2B5EF4-FFF2-40B4-BE49-F238E27FC236}">
                  <a16:creationId xmlns:a16="http://schemas.microsoft.com/office/drawing/2014/main" id="{794FEEA8-FCC9-0E93-D100-0A78124970A3}"/>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1" name="Rechteck 280">
              <a:extLst>
                <a:ext uri="{FF2B5EF4-FFF2-40B4-BE49-F238E27FC236}">
                  <a16:creationId xmlns:a16="http://schemas.microsoft.com/office/drawing/2014/main" id="{4C567C7D-FD8F-713D-5144-5AC72DE74115}"/>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2" name="Ellipse 281">
              <a:extLst>
                <a:ext uri="{FF2B5EF4-FFF2-40B4-BE49-F238E27FC236}">
                  <a16:creationId xmlns:a16="http://schemas.microsoft.com/office/drawing/2014/main" id="{780A7780-7AEB-0C63-5B2F-20BB66E4A352}"/>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7507C474-9C3D-578D-89CD-8D7776CE4D94}"/>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4" name="Rechteck 283">
              <a:extLst>
                <a:ext uri="{FF2B5EF4-FFF2-40B4-BE49-F238E27FC236}">
                  <a16:creationId xmlns:a16="http://schemas.microsoft.com/office/drawing/2014/main" id="{A339C435-D6EC-F5B1-37CB-F90EDFCDC90D}"/>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5" name="Rechteck 284">
              <a:extLst>
                <a:ext uri="{FF2B5EF4-FFF2-40B4-BE49-F238E27FC236}">
                  <a16:creationId xmlns:a16="http://schemas.microsoft.com/office/drawing/2014/main" id="{E27231B7-1AAF-0A87-F9C1-E01F8D42BFCF}"/>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6" name="Rechteck 285">
              <a:extLst>
                <a:ext uri="{FF2B5EF4-FFF2-40B4-BE49-F238E27FC236}">
                  <a16:creationId xmlns:a16="http://schemas.microsoft.com/office/drawing/2014/main" id="{288DCEEC-8F8C-7CB7-8BEA-D9DFE4A90092}"/>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7" name="Ellipse 286">
              <a:extLst>
                <a:ext uri="{FF2B5EF4-FFF2-40B4-BE49-F238E27FC236}">
                  <a16:creationId xmlns:a16="http://schemas.microsoft.com/office/drawing/2014/main" id="{643BA93F-B457-05B9-C7F4-3145909ADCEA}"/>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88" name="Gruppieren 287">
            <a:extLst>
              <a:ext uri="{FF2B5EF4-FFF2-40B4-BE49-F238E27FC236}">
                <a16:creationId xmlns:a16="http://schemas.microsoft.com/office/drawing/2014/main" id="{EF3FD299-6C2F-4171-7B5F-BCF98A1ADFA4}"/>
              </a:ext>
            </a:extLst>
          </p:cNvPr>
          <p:cNvGrpSpPr/>
          <p:nvPr/>
        </p:nvGrpSpPr>
        <p:grpSpPr>
          <a:xfrm rot="5400000">
            <a:off x="7779287" y="3824184"/>
            <a:ext cx="355784" cy="283224"/>
            <a:chOff x="4119560" y="2325983"/>
            <a:chExt cx="355784" cy="283224"/>
          </a:xfrm>
        </p:grpSpPr>
        <p:sp>
          <p:nvSpPr>
            <p:cNvPr id="289" name="Rechteck 288">
              <a:extLst>
                <a:ext uri="{FF2B5EF4-FFF2-40B4-BE49-F238E27FC236}">
                  <a16:creationId xmlns:a16="http://schemas.microsoft.com/office/drawing/2014/main" id="{B5B70BFA-A492-8B29-67DE-9605EF0BE3F7}"/>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0" name="Rechteck 289">
              <a:extLst>
                <a:ext uri="{FF2B5EF4-FFF2-40B4-BE49-F238E27FC236}">
                  <a16:creationId xmlns:a16="http://schemas.microsoft.com/office/drawing/2014/main" id="{AACFEBBD-0EB7-BDD8-FAD0-8CF3969AB72A}"/>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1" name="Rechteck 290">
              <a:extLst>
                <a:ext uri="{FF2B5EF4-FFF2-40B4-BE49-F238E27FC236}">
                  <a16:creationId xmlns:a16="http://schemas.microsoft.com/office/drawing/2014/main" id="{54C5915E-2894-284B-7D5A-CA8A1C757FEC}"/>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2" name="Ellipse 291">
              <a:extLst>
                <a:ext uri="{FF2B5EF4-FFF2-40B4-BE49-F238E27FC236}">
                  <a16:creationId xmlns:a16="http://schemas.microsoft.com/office/drawing/2014/main" id="{A3DAC7A1-DD1D-B143-3620-03A16F82AB09}"/>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3" name="Rechteck 292">
              <a:extLst>
                <a:ext uri="{FF2B5EF4-FFF2-40B4-BE49-F238E27FC236}">
                  <a16:creationId xmlns:a16="http://schemas.microsoft.com/office/drawing/2014/main" id="{E5189616-59CF-853D-F871-AD0BDCEF5440}"/>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4" name="Rechteck 293">
              <a:extLst>
                <a:ext uri="{FF2B5EF4-FFF2-40B4-BE49-F238E27FC236}">
                  <a16:creationId xmlns:a16="http://schemas.microsoft.com/office/drawing/2014/main" id="{76545B67-944B-0E77-BB25-8D6E6DAE2057}"/>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5" name="Rechteck 294">
              <a:extLst>
                <a:ext uri="{FF2B5EF4-FFF2-40B4-BE49-F238E27FC236}">
                  <a16:creationId xmlns:a16="http://schemas.microsoft.com/office/drawing/2014/main" id="{1D351088-E0EB-74D7-F281-BD6E68BA9D23}"/>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6" name="Rechteck 295">
              <a:extLst>
                <a:ext uri="{FF2B5EF4-FFF2-40B4-BE49-F238E27FC236}">
                  <a16:creationId xmlns:a16="http://schemas.microsoft.com/office/drawing/2014/main" id="{3FC2A406-3DF5-904F-BC97-748A68071F68}"/>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7" name="Ellipse 296">
              <a:extLst>
                <a:ext uri="{FF2B5EF4-FFF2-40B4-BE49-F238E27FC236}">
                  <a16:creationId xmlns:a16="http://schemas.microsoft.com/office/drawing/2014/main" id="{77937236-68F6-D939-80FF-B94AEF8549DA}"/>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8" name="Gruppieren 297">
            <a:extLst>
              <a:ext uri="{FF2B5EF4-FFF2-40B4-BE49-F238E27FC236}">
                <a16:creationId xmlns:a16="http://schemas.microsoft.com/office/drawing/2014/main" id="{0096A44B-E7E6-7DA0-58EB-EB11DDB9B3B2}"/>
              </a:ext>
            </a:extLst>
          </p:cNvPr>
          <p:cNvGrpSpPr/>
          <p:nvPr/>
        </p:nvGrpSpPr>
        <p:grpSpPr>
          <a:xfrm rot="16200000">
            <a:off x="4845665" y="3810640"/>
            <a:ext cx="355784" cy="283224"/>
            <a:chOff x="4119560" y="2325983"/>
            <a:chExt cx="355784" cy="283224"/>
          </a:xfrm>
        </p:grpSpPr>
        <p:sp>
          <p:nvSpPr>
            <p:cNvPr id="299" name="Rechteck 298">
              <a:extLst>
                <a:ext uri="{FF2B5EF4-FFF2-40B4-BE49-F238E27FC236}">
                  <a16:creationId xmlns:a16="http://schemas.microsoft.com/office/drawing/2014/main" id="{2E226A23-D3F7-A780-2D70-975225CB768D}"/>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0" name="Rechteck 299">
              <a:extLst>
                <a:ext uri="{FF2B5EF4-FFF2-40B4-BE49-F238E27FC236}">
                  <a16:creationId xmlns:a16="http://schemas.microsoft.com/office/drawing/2014/main" id="{0F163EFC-35CB-30E0-760F-76DDEAB201A7}"/>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1" name="Rechteck 300">
              <a:extLst>
                <a:ext uri="{FF2B5EF4-FFF2-40B4-BE49-F238E27FC236}">
                  <a16:creationId xmlns:a16="http://schemas.microsoft.com/office/drawing/2014/main" id="{2A31A579-A411-16BC-6C26-DF12DC8426D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2" name="Ellipse 301">
              <a:extLst>
                <a:ext uri="{FF2B5EF4-FFF2-40B4-BE49-F238E27FC236}">
                  <a16:creationId xmlns:a16="http://schemas.microsoft.com/office/drawing/2014/main" id="{38D1702B-4B2A-6ADF-C127-856A8BE5E354}"/>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7475C299-566F-6FE1-D15F-BA1B9BD94C37}"/>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4" name="Rechteck 303">
              <a:extLst>
                <a:ext uri="{FF2B5EF4-FFF2-40B4-BE49-F238E27FC236}">
                  <a16:creationId xmlns:a16="http://schemas.microsoft.com/office/drawing/2014/main" id="{6563FB07-024A-5898-2E92-EE19F021BECF}"/>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5" name="Rechteck 304">
              <a:extLst>
                <a:ext uri="{FF2B5EF4-FFF2-40B4-BE49-F238E27FC236}">
                  <a16:creationId xmlns:a16="http://schemas.microsoft.com/office/drawing/2014/main" id="{93246CA3-62E7-1457-C0F9-11265B14582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6" name="Rechteck 305">
              <a:extLst>
                <a:ext uri="{FF2B5EF4-FFF2-40B4-BE49-F238E27FC236}">
                  <a16:creationId xmlns:a16="http://schemas.microsoft.com/office/drawing/2014/main" id="{1FA253CC-B06A-697D-7CAF-8013FC38E70D}"/>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7" name="Ellipse 306">
              <a:extLst>
                <a:ext uri="{FF2B5EF4-FFF2-40B4-BE49-F238E27FC236}">
                  <a16:creationId xmlns:a16="http://schemas.microsoft.com/office/drawing/2014/main" id="{149D6DF1-257D-DDD8-D403-2EF85F6EAD56}"/>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08" name="Gruppieren 307">
            <a:extLst>
              <a:ext uri="{FF2B5EF4-FFF2-40B4-BE49-F238E27FC236}">
                <a16:creationId xmlns:a16="http://schemas.microsoft.com/office/drawing/2014/main" id="{1D615AA6-8D71-C4EF-ECD1-E41E50097195}"/>
              </a:ext>
            </a:extLst>
          </p:cNvPr>
          <p:cNvGrpSpPr/>
          <p:nvPr/>
        </p:nvGrpSpPr>
        <p:grpSpPr>
          <a:xfrm rot="1931020">
            <a:off x="7029490" y="2545817"/>
            <a:ext cx="355784" cy="283224"/>
            <a:chOff x="4119560" y="2325983"/>
            <a:chExt cx="355784" cy="283224"/>
          </a:xfrm>
        </p:grpSpPr>
        <p:sp>
          <p:nvSpPr>
            <p:cNvPr id="309" name="Rechteck 308">
              <a:extLst>
                <a:ext uri="{FF2B5EF4-FFF2-40B4-BE49-F238E27FC236}">
                  <a16:creationId xmlns:a16="http://schemas.microsoft.com/office/drawing/2014/main" id="{F1672E57-C2FD-1766-0891-63EA705AB9AE}"/>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0" name="Rechteck 309">
              <a:extLst>
                <a:ext uri="{FF2B5EF4-FFF2-40B4-BE49-F238E27FC236}">
                  <a16:creationId xmlns:a16="http://schemas.microsoft.com/office/drawing/2014/main" id="{DEC890B3-561B-4C6D-61BA-D7E97787F773}"/>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1" name="Rechteck 310">
              <a:extLst>
                <a:ext uri="{FF2B5EF4-FFF2-40B4-BE49-F238E27FC236}">
                  <a16:creationId xmlns:a16="http://schemas.microsoft.com/office/drawing/2014/main" id="{9144AFD4-7108-CAEB-AFBC-A02643A6FC9F}"/>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2" name="Ellipse 311">
              <a:extLst>
                <a:ext uri="{FF2B5EF4-FFF2-40B4-BE49-F238E27FC236}">
                  <a16:creationId xmlns:a16="http://schemas.microsoft.com/office/drawing/2014/main" id="{3B377EC5-E7F6-4480-0994-A93B300E1BE0}"/>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3" name="Rechteck 312">
              <a:extLst>
                <a:ext uri="{FF2B5EF4-FFF2-40B4-BE49-F238E27FC236}">
                  <a16:creationId xmlns:a16="http://schemas.microsoft.com/office/drawing/2014/main" id="{26D3B163-2ACF-089C-AC7B-719B805017D7}"/>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4" name="Rechteck 313">
              <a:extLst>
                <a:ext uri="{FF2B5EF4-FFF2-40B4-BE49-F238E27FC236}">
                  <a16:creationId xmlns:a16="http://schemas.microsoft.com/office/drawing/2014/main" id="{2F4474D9-7BB5-7427-FAE1-46CEE40C60A2}"/>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5" name="Rechteck 314">
              <a:extLst>
                <a:ext uri="{FF2B5EF4-FFF2-40B4-BE49-F238E27FC236}">
                  <a16:creationId xmlns:a16="http://schemas.microsoft.com/office/drawing/2014/main" id="{325601B9-F326-8C9A-87A0-84B4B18FC2C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6" name="Rechteck 315">
              <a:extLst>
                <a:ext uri="{FF2B5EF4-FFF2-40B4-BE49-F238E27FC236}">
                  <a16:creationId xmlns:a16="http://schemas.microsoft.com/office/drawing/2014/main" id="{48352D77-3A88-F05C-EEAA-66EC0600433A}"/>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7" name="Ellipse 316">
              <a:extLst>
                <a:ext uri="{FF2B5EF4-FFF2-40B4-BE49-F238E27FC236}">
                  <a16:creationId xmlns:a16="http://schemas.microsoft.com/office/drawing/2014/main" id="{D219C58C-C168-81C9-4603-3DD2D8395E54}"/>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18" name="Gruppieren 317">
            <a:extLst>
              <a:ext uri="{FF2B5EF4-FFF2-40B4-BE49-F238E27FC236}">
                <a16:creationId xmlns:a16="http://schemas.microsoft.com/office/drawing/2014/main" id="{FEC635EB-669B-F441-5DBB-40BBB18F8E9B}"/>
              </a:ext>
            </a:extLst>
          </p:cNvPr>
          <p:cNvGrpSpPr/>
          <p:nvPr/>
        </p:nvGrpSpPr>
        <p:grpSpPr>
          <a:xfrm rot="3708001">
            <a:off x="7624216" y="3151785"/>
            <a:ext cx="355784" cy="283224"/>
            <a:chOff x="4119560" y="2325983"/>
            <a:chExt cx="355784" cy="283224"/>
          </a:xfrm>
        </p:grpSpPr>
        <p:sp>
          <p:nvSpPr>
            <p:cNvPr id="319" name="Rechteck 318">
              <a:extLst>
                <a:ext uri="{FF2B5EF4-FFF2-40B4-BE49-F238E27FC236}">
                  <a16:creationId xmlns:a16="http://schemas.microsoft.com/office/drawing/2014/main" id="{1CF73F47-F3FC-8A6B-97AA-935911274676}"/>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0" name="Rechteck 319">
              <a:extLst>
                <a:ext uri="{FF2B5EF4-FFF2-40B4-BE49-F238E27FC236}">
                  <a16:creationId xmlns:a16="http://schemas.microsoft.com/office/drawing/2014/main" id="{8E9005BD-8451-2766-5178-D365C109B5FD}"/>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1" name="Rechteck 320">
              <a:extLst>
                <a:ext uri="{FF2B5EF4-FFF2-40B4-BE49-F238E27FC236}">
                  <a16:creationId xmlns:a16="http://schemas.microsoft.com/office/drawing/2014/main" id="{EC0FF617-1996-DC63-B0DF-51915F0F965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2" name="Ellipse 321">
              <a:extLst>
                <a:ext uri="{FF2B5EF4-FFF2-40B4-BE49-F238E27FC236}">
                  <a16:creationId xmlns:a16="http://schemas.microsoft.com/office/drawing/2014/main" id="{BF2E9D54-7772-21A7-91CE-79D629C0E86E}"/>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3" name="Rechteck 322">
              <a:extLst>
                <a:ext uri="{FF2B5EF4-FFF2-40B4-BE49-F238E27FC236}">
                  <a16:creationId xmlns:a16="http://schemas.microsoft.com/office/drawing/2014/main" id="{A4ADC23A-9212-F130-F4CF-ABFC95F3AA68}"/>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4" name="Rechteck 323">
              <a:extLst>
                <a:ext uri="{FF2B5EF4-FFF2-40B4-BE49-F238E27FC236}">
                  <a16:creationId xmlns:a16="http://schemas.microsoft.com/office/drawing/2014/main" id="{0E6248CF-629B-10C7-98CC-D1ED07FFFA3D}"/>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5" name="Rechteck 324">
              <a:extLst>
                <a:ext uri="{FF2B5EF4-FFF2-40B4-BE49-F238E27FC236}">
                  <a16:creationId xmlns:a16="http://schemas.microsoft.com/office/drawing/2014/main" id="{06AFE751-EC62-F692-312A-F09022BF92B2}"/>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6" name="Rechteck 325">
              <a:extLst>
                <a:ext uri="{FF2B5EF4-FFF2-40B4-BE49-F238E27FC236}">
                  <a16:creationId xmlns:a16="http://schemas.microsoft.com/office/drawing/2014/main" id="{31336054-4C3F-C415-4F81-9696766898F7}"/>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7" name="Ellipse 326">
              <a:extLst>
                <a:ext uri="{FF2B5EF4-FFF2-40B4-BE49-F238E27FC236}">
                  <a16:creationId xmlns:a16="http://schemas.microsoft.com/office/drawing/2014/main" id="{D4CC7DB8-F657-88CB-6A0E-5A176BEA3004}"/>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28" name="Ellipse 327">
            <a:extLst>
              <a:ext uri="{FF2B5EF4-FFF2-40B4-BE49-F238E27FC236}">
                <a16:creationId xmlns:a16="http://schemas.microsoft.com/office/drawing/2014/main" id="{2EA2079F-087B-D2BC-61D2-33AB4DD257FF}"/>
              </a:ext>
            </a:extLst>
          </p:cNvPr>
          <p:cNvSpPr/>
          <p:nvPr/>
        </p:nvSpPr>
        <p:spPr>
          <a:xfrm>
            <a:off x="5514619" y="2980435"/>
            <a:ext cx="1980000" cy="198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dirty="0"/>
          </a:p>
        </p:txBody>
      </p:sp>
      <p:grpSp>
        <p:nvGrpSpPr>
          <p:cNvPr id="329" name="Gruppieren 328">
            <a:extLst>
              <a:ext uri="{FF2B5EF4-FFF2-40B4-BE49-F238E27FC236}">
                <a16:creationId xmlns:a16="http://schemas.microsoft.com/office/drawing/2014/main" id="{D3481E0E-CFC0-5F4F-B460-6CC2F5E5E594}"/>
              </a:ext>
            </a:extLst>
          </p:cNvPr>
          <p:cNvGrpSpPr/>
          <p:nvPr/>
        </p:nvGrpSpPr>
        <p:grpSpPr>
          <a:xfrm rot="12627849">
            <a:off x="5637065" y="5119614"/>
            <a:ext cx="355784" cy="283224"/>
            <a:chOff x="4119560" y="2325983"/>
            <a:chExt cx="355784" cy="283224"/>
          </a:xfrm>
        </p:grpSpPr>
        <p:sp>
          <p:nvSpPr>
            <p:cNvPr id="330" name="Rechteck 329">
              <a:extLst>
                <a:ext uri="{FF2B5EF4-FFF2-40B4-BE49-F238E27FC236}">
                  <a16:creationId xmlns:a16="http://schemas.microsoft.com/office/drawing/2014/main" id="{A1F1DADE-D21E-79D7-1815-8DBB6E48833E}"/>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1" name="Rechteck 330">
              <a:extLst>
                <a:ext uri="{FF2B5EF4-FFF2-40B4-BE49-F238E27FC236}">
                  <a16:creationId xmlns:a16="http://schemas.microsoft.com/office/drawing/2014/main" id="{848321A9-A978-9387-B282-9091EAFC3F69}"/>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2" name="Rechteck 331">
              <a:extLst>
                <a:ext uri="{FF2B5EF4-FFF2-40B4-BE49-F238E27FC236}">
                  <a16:creationId xmlns:a16="http://schemas.microsoft.com/office/drawing/2014/main" id="{F82DADA1-0367-D188-2B79-DAD0DBAEC02E}"/>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3" name="Ellipse 332">
              <a:extLst>
                <a:ext uri="{FF2B5EF4-FFF2-40B4-BE49-F238E27FC236}">
                  <a16:creationId xmlns:a16="http://schemas.microsoft.com/office/drawing/2014/main" id="{87016914-BA7C-EAB8-5202-3AE0E9F288E4}"/>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4" name="Rechteck 333">
              <a:extLst>
                <a:ext uri="{FF2B5EF4-FFF2-40B4-BE49-F238E27FC236}">
                  <a16:creationId xmlns:a16="http://schemas.microsoft.com/office/drawing/2014/main" id="{AC254F23-D533-EB3D-5C13-36527EA0B3D6}"/>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5" name="Rechteck 334">
              <a:extLst>
                <a:ext uri="{FF2B5EF4-FFF2-40B4-BE49-F238E27FC236}">
                  <a16:creationId xmlns:a16="http://schemas.microsoft.com/office/drawing/2014/main" id="{68C5C69D-93FC-82F2-7084-7F7066AB4A46}"/>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6" name="Rechteck 335">
              <a:extLst>
                <a:ext uri="{FF2B5EF4-FFF2-40B4-BE49-F238E27FC236}">
                  <a16:creationId xmlns:a16="http://schemas.microsoft.com/office/drawing/2014/main" id="{35BF837C-3B3A-882D-9EFE-6EB3BF2A5BC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7" name="Rechteck 336">
              <a:extLst>
                <a:ext uri="{FF2B5EF4-FFF2-40B4-BE49-F238E27FC236}">
                  <a16:creationId xmlns:a16="http://schemas.microsoft.com/office/drawing/2014/main" id="{B366EACB-E632-DD95-30E9-EA5003620DEC}"/>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8" name="Ellipse 337">
              <a:extLst>
                <a:ext uri="{FF2B5EF4-FFF2-40B4-BE49-F238E27FC236}">
                  <a16:creationId xmlns:a16="http://schemas.microsoft.com/office/drawing/2014/main" id="{FE0DAC40-2429-2801-8E66-BB125020201D}"/>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39" name="Gruppieren 338">
            <a:extLst>
              <a:ext uri="{FF2B5EF4-FFF2-40B4-BE49-F238E27FC236}">
                <a16:creationId xmlns:a16="http://schemas.microsoft.com/office/drawing/2014/main" id="{6AD7B29D-782B-CB7A-9F90-AAB4D8576AF1}"/>
              </a:ext>
            </a:extLst>
          </p:cNvPr>
          <p:cNvGrpSpPr/>
          <p:nvPr/>
        </p:nvGrpSpPr>
        <p:grpSpPr>
          <a:xfrm rot="14490658">
            <a:off x="5033087" y="4511533"/>
            <a:ext cx="355784" cy="283224"/>
            <a:chOff x="4119560" y="2325983"/>
            <a:chExt cx="355784" cy="283224"/>
          </a:xfrm>
        </p:grpSpPr>
        <p:sp>
          <p:nvSpPr>
            <p:cNvPr id="340" name="Rechteck 339">
              <a:extLst>
                <a:ext uri="{FF2B5EF4-FFF2-40B4-BE49-F238E27FC236}">
                  <a16:creationId xmlns:a16="http://schemas.microsoft.com/office/drawing/2014/main" id="{DBBC27D9-2DA5-EB4A-2AAB-43F182A9E387}"/>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1" name="Rechteck 340">
              <a:extLst>
                <a:ext uri="{FF2B5EF4-FFF2-40B4-BE49-F238E27FC236}">
                  <a16:creationId xmlns:a16="http://schemas.microsoft.com/office/drawing/2014/main" id="{2FBCA7AF-A32F-98BA-D985-B28CFD093B8C}"/>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2" name="Rechteck 341">
              <a:extLst>
                <a:ext uri="{FF2B5EF4-FFF2-40B4-BE49-F238E27FC236}">
                  <a16:creationId xmlns:a16="http://schemas.microsoft.com/office/drawing/2014/main" id="{57380F10-B2FE-6D3B-762D-9899E881965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3" name="Ellipse 342">
              <a:extLst>
                <a:ext uri="{FF2B5EF4-FFF2-40B4-BE49-F238E27FC236}">
                  <a16:creationId xmlns:a16="http://schemas.microsoft.com/office/drawing/2014/main" id="{F234D963-3A96-C908-D881-C483F44F8B76}"/>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4" name="Rechteck 343">
              <a:extLst>
                <a:ext uri="{FF2B5EF4-FFF2-40B4-BE49-F238E27FC236}">
                  <a16:creationId xmlns:a16="http://schemas.microsoft.com/office/drawing/2014/main" id="{E97B738B-9F4A-F0B9-640B-D4A6E5E66EA6}"/>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5" name="Rechteck 344">
              <a:extLst>
                <a:ext uri="{FF2B5EF4-FFF2-40B4-BE49-F238E27FC236}">
                  <a16:creationId xmlns:a16="http://schemas.microsoft.com/office/drawing/2014/main" id="{5EA16622-96F9-E449-891E-6B383160E278}"/>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6" name="Rechteck 345">
              <a:extLst>
                <a:ext uri="{FF2B5EF4-FFF2-40B4-BE49-F238E27FC236}">
                  <a16:creationId xmlns:a16="http://schemas.microsoft.com/office/drawing/2014/main" id="{F55DFA08-9C88-458C-91C8-0B9D8E248961}"/>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7" name="Rechteck 346">
              <a:extLst>
                <a:ext uri="{FF2B5EF4-FFF2-40B4-BE49-F238E27FC236}">
                  <a16:creationId xmlns:a16="http://schemas.microsoft.com/office/drawing/2014/main" id="{B2A4B13E-6C68-0DE0-1B73-7B644EA8D65F}"/>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8" name="Ellipse 347">
              <a:extLst>
                <a:ext uri="{FF2B5EF4-FFF2-40B4-BE49-F238E27FC236}">
                  <a16:creationId xmlns:a16="http://schemas.microsoft.com/office/drawing/2014/main" id="{E92B8907-0EF7-3E01-E651-1EBACF9C5420}"/>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49" name="Gruppieren 348">
            <a:extLst>
              <a:ext uri="{FF2B5EF4-FFF2-40B4-BE49-F238E27FC236}">
                <a16:creationId xmlns:a16="http://schemas.microsoft.com/office/drawing/2014/main" id="{B64D3A71-1A37-3B8E-DB89-C1A55070FEDD}"/>
              </a:ext>
            </a:extLst>
          </p:cNvPr>
          <p:cNvGrpSpPr/>
          <p:nvPr/>
        </p:nvGrpSpPr>
        <p:grpSpPr>
          <a:xfrm rot="19836658">
            <a:off x="5632661" y="2535590"/>
            <a:ext cx="355784" cy="283224"/>
            <a:chOff x="4119560" y="2325983"/>
            <a:chExt cx="355784" cy="283224"/>
          </a:xfrm>
        </p:grpSpPr>
        <p:sp>
          <p:nvSpPr>
            <p:cNvPr id="350" name="Rechteck 349">
              <a:extLst>
                <a:ext uri="{FF2B5EF4-FFF2-40B4-BE49-F238E27FC236}">
                  <a16:creationId xmlns:a16="http://schemas.microsoft.com/office/drawing/2014/main" id="{C26CD555-FACE-36DE-1FEE-A04117C260D9}"/>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1" name="Rechteck 350">
              <a:extLst>
                <a:ext uri="{FF2B5EF4-FFF2-40B4-BE49-F238E27FC236}">
                  <a16:creationId xmlns:a16="http://schemas.microsoft.com/office/drawing/2014/main" id="{B13D9EC9-2D8C-FAA3-E303-4C0F464DB58D}"/>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2" name="Rechteck 351">
              <a:extLst>
                <a:ext uri="{FF2B5EF4-FFF2-40B4-BE49-F238E27FC236}">
                  <a16:creationId xmlns:a16="http://schemas.microsoft.com/office/drawing/2014/main" id="{7C250BD7-09DE-0148-A6FD-1288FED31FF9}"/>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3" name="Ellipse 352">
              <a:extLst>
                <a:ext uri="{FF2B5EF4-FFF2-40B4-BE49-F238E27FC236}">
                  <a16:creationId xmlns:a16="http://schemas.microsoft.com/office/drawing/2014/main" id="{75F68AB0-D9CC-BDC6-DA9C-EDD6218F7B35}"/>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4" name="Rechteck 353">
              <a:extLst>
                <a:ext uri="{FF2B5EF4-FFF2-40B4-BE49-F238E27FC236}">
                  <a16:creationId xmlns:a16="http://schemas.microsoft.com/office/drawing/2014/main" id="{72B81A46-D571-EA03-4631-7E3208A761BD}"/>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5" name="Rechteck 354">
              <a:extLst>
                <a:ext uri="{FF2B5EF4-FFF2-40B4-BE49-F238E27FC236}">
                  <a16:creationId xmlns:a16="http://schemas.microsoft.com/office/drawing/2014/main" id="{D218F709-F3A0-67B3-526B-365264C98966}"/>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6" name="Rechteck 355">
              <a:extLst>
                <a:ext uri="{FF2B5EF4-FFF2-40B4-BE49-F238E27FC236}">
                  <a16:creationId xmlns:a16="http://schemas.microsoft.com/office/drawing/2014/main" id="{F04F4069-677E-08C7-9A93-C33E533A8C71}"/>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7" name="Rechteck 356">
              <a:extLst>
                <a:ext uri="{FF2B5EF4-FFF2-40B4-BE49-F238E27FC236}">
                  <a16:creationId xmlns:a16="http://schemas.microsoft.com/office/drawing/2014/main" id="{27280FD1-CF96-2CEB-D897-504B489A3675}"/>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8" name="Ellipse 357">
              <a:extLst>
                <a:ext uri="{FF2B5EF4-FFF2-40B4-BE49-F238E27FC236}">
                  <a16:creationId xmlns:a16="http://schemas.microsoft.com/office/drawing/2014/main" id="{D0E99F9F-1586-5902-BFAA-14732F223292}"/>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0" name="Gruppieren 359">
            <a:extLst>
              <a:ext uri="{FF2B5EF4-FFF2-40B4-BE49-F238E27FC236}">
                <a16:creationId xmlns:a16="http://schemas.microsoft.com/office/drawing/2014/main" id="{B42B85B2-1B87-1952-4357-31A8E275C011}"/>
              </a:ext>
            </a:extLst>
          </p:cNvPr>
          <p:cNvGrpSpPr/>
          <p:nvPr/>
        </p:nvGrpSpPr>
        <p:grpSpPr>
          <a:xfrm rot="7070041">
            <a:off x="7588268" y="4543284"/>
            <a:ext cx="355784" cy="283224"/>
            <a:chOff x="4119560" y="2325983"/>
            <a:chExt cx="355784" cy="283224"/>
          </a:xfrm>
        </p:grpSpPr>
        <p:sp>
          <p:nvSpPr>
            <p:cNvPr id="361" name="Rechteck 360">
              <a:extLst>
                <a:ext uri="{FF2B5EF4-FFF2-40B4-BE49-F238E27FC236}">
                  <a16:creationId xmlns:a16="http://schemas.microsoft.com/office/drawing/2014/main" id="{C99CB9A4-3CB2-65A6-5F94-CB4A5F8F97E8}"/>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62" name="Rechteck 361">
              <a:extLst>
                <a:ext uri="{FF2B5EF4-FFF2-40B4-BE49-F238E27FC236}">
                  <a16:creationId xmlns:a16="http://schemas.microsoft.com/office/drawing/2014/main" id="{DA9038DF-3D50-4EEC-7089-957EE9B40C10}"/>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3" name="Rechteck 362">
              <a:extLst>
                <a:ext uri="{FF2B5EF4-FFF2-40B4-BE49-F238E27FC236}">
                  <a16:creationId xmlns:a16="http://schemas.microsoft.com/office/drawing/2014/main" id="{E4C0C007-A969-BE11-597E-D96D83E021A4}"/>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4" name="Ellipse 363">
              <a:extLst>
                <a:ext uri="{FF2B5EF4-FFF2-40B4-BE49-F238E27FC236}">
                  <a16:creationId xmlns:a16="http://schemas.microsoft.com/office/drawing/2014/main" id="{E4319533-2B90-CA76-218F-787FA3FB3A49}"/>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65" name="Rechteck 364">
              <a:extLst>
                <a:ext uri="{FF2B5EF4-FFF2-40B4-BE49-F238E27FC236}">
                  <a16:creationId xmlns:a16="http://schemas.microsoft.com/office/drawing/2014/main" id="{5815E01F-8408-20BA-99DA-6F2206B8EDE4}"/>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6" name="Rechteck 365">
              <a:extLst>
                <a:ext uri="{FF2B5EF4-FFF2-40B4-BE49-F238E27FC236}">
                  <a16:creationId xmlns:a16="http://schemas.microsoft.com/office/drawing/2014/main" id="{AADA2831-F750-0EE5-24F2-26113E410C7D}"/>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7" name="Rechteck 366">
              <a:extLst>
                <a:ext uri="{FF2B5EF4-FFF2-40B4-BE49-F238E27FC236}">
                  <a16:creationId xmlns:a16="http://schemas.microsoft.com/office/drawing/2014/main" id="{B35EF189-DBD2-3495-8704-7D84CE91B389}"/>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8" name="Rechteck 367">
              <a:extLst>
                <a:ext uri="{FF2B5EF4-FFF2-40B4-BE49-F238E27FC236}">
                  <a16:creationId xmlns:a16="http://schemas.microsoft.com/office/drawing/2014/main" id="{F0AE1A70-5178-5D55-3D05-977C1E0C21CA}"/>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9" name="Ellipse 368">
              <a:extLst>
                <a:ext uri="{FF2B5EF4-FFF2-40B4-BE49-F238E27FC236}">
                  <a16:creationId xmlns:a16="http://schemas.microsoft.com/office/drawing/2014/main" id="{EA248DD8-84D6-70B6-62A3-9EE8934EE863}"/>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70" name="Gruppieren 369">
            <a:extLst>
              <a:ext uri="{FF2B5EF4-FFF2-40B4-BE49-F238E27FC236}">
                <a16:creationId xmlns:a16="http://schemas.microsoft.com/office/drawing/2014/main" id="{A166F70A-3B3A-5E3F-B5FF-21DBF2E65C43}"/>
              </a:ext>
            </a:extLst>
          </p:cNvPr>
          <p:cNvGrpSpPr/>
          <p:nvPr/>
        </p:nvGrpSpPr>
        <p:grpSpPr>
          <a:xfrm rot="8957023">
            <a:off x="7047656" y="5095483"/>
            <a:ext cx="355784" cy="283224"/>
            <a:chOff x="4119560" y="2325983"/>
            <a:chExt cx="355784" cy="283224"/>
          </a:xfrm>
        </p:grpSpPr>
        <p:sp>
          <p:nvSpPr>
            <p:cNvPr id="371" name="Rechteck 370">
              <a:extLst>
                <a:ext uri="{FF2B5EF4-FFF2-40B4-BE49-F238E27FC236}">
                  <a16:creationId xmlns:a16="http://schemas.microsoft.com/office/drawing/2014/main" id="{1A4919CA-09E2-CF67-2FAC-23D3EAFA231B}"/>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2" name="Rechteck 371">
              <a:extLst>
                <a:ext uri="{FF2B5EF4-FFF2-40B4-BE49-F238E27FC236}">
                  <a16:creationId xmlns:a16="http://schemas.microsoft.com/office/drawing/2014/main" id="{582028F9-C9F6-E193-A791-BC6D8FC8F76B}"/>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3" name="Rechteck 372">
              <a:extLst>
                <a:ext uri="{FF2B5EF4-FFF2-40B4-BE49-F238E27FC236}">
                  <a16:creationId xmlns:a16="http://schemas.microsoft.com/office/drawing/2014/main" id="{400BD7DA-8B29-6A64-B556-29A933E1970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4" name="Ellipse 373">
              <a:extLst>
                <a:ext uri="{FF2B5EF4-FFF2-40B4-BE49-F238E27FC236}">
                  <a16:creationId xmlns:a16="http://schemas.microsoft.com/office/drawing/2014/main" id="{09F86228-6C37-3C16-D306-3AB4C46F1034}"/>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5" name="Rechteck 374">
              <a:extLst>
                <a:ext uri="{FF2B5EF4-FFF2-40B4-BE49-F238E27FC236}">
                  <a16:creationId xmlns:a16="http://schemas.microsoft.com/office/drawing/2014/main" id="{1F44E3DB-3A42-DBD4-CD4F-1D16FD4B636A}"/>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6" name="Rechteck 375">
              <a:extLst>
                <a:ext uri="{FF2B5EF4-FFF2-40B4-BE49-F238E27FC236}">
                  <a16:creationId xmlns:a16="http://schemas.microsoft.com/office/drawing/2014/main" id="{FEB6C31C-687B-F0E3-610F-89E38BCCB6B8}"/>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7" name="Rechteck 376">
              <a:extLst>
                <a:ext uri="{FF2B5EF4-FFF2-40B4-BE49-F238E27FC236}">
                  <a16:creationId xmlns:a16="http://schemas.microsoft.com/office/drawing/2014/main" id="{CC33D106-D173-0112-C1D4-6D866755EAF0}"/>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8" name="Rechteck 377">
              <a:extLst>
                <a:ext uri="{FF2B5EF4-FFF2-40B4-BE49-F238E27FC236}">
                  <a16:creationId xmlns:a16="http://schemas.microsoft.com/office/drawing/2014/main" id="{E466B3DB-B8FF-4D9D-9345-DAE47FC57265}"/>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9" name="Ellipse 378">
              <a:extLst>
                <a:ext uri="{FF2B5EF4-FFF2-40B4-BE49-F238E27FC236}">
                  <a16:creationId xmlns:a16="http://schemas.microsoft.com/office/drawing/2014/main" id="{4A9715E7-29C8-0433-E40A-A7E6A8D3A034}"/>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80" name="Gruppieren 379">
            <a:extLst>
              <a:ext uri="{FF2B5EF4-FFF2-40B4-BE49-F238E27FC236}">
                <a16:creationId xmlns:a16="http://schemas.microsoft.com/office/drawing/2014/main" id="{115E7A88-AC20-E212-FC3A-862FA6D94FEC}"/>
              </a:ext>
            </a:extLst>
          </p:cNvPr>
          <p:cNvGrpSpPr/>
          <p:nvPr/>
        </p:nvGrpSpPr>
        <p:grpSpPr>
          <a:xfrm rot="17931805">
            <a:off x="5039758" y="3119092"/>
            <a:ext cx="355784" cy="283224"/>
            <a:chOff x="4119560" y="2325983"/>
            <a:chExt cx="355784" cy="283224"/>
          </a:xfrm>
        </p:grpSpPr>
        <p:sp>
          <p:nvSpPr>
            <p:cNvPr id="381" name="Rechteck 380">
              <a:extLst>
                <a:ext uri="{FF2B5EF4-FFF2-40B4-BE49-F238E27FC236}">
                  <a16:creationId xmlns:a16="http://schemas.microsoft.com/office/drawing/2014/main" id="{B05D10EC-EF88-0128-7E93-2568B58D44F4}"/>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2" name="Rechteck 381">
              <a:extLst>
                <a:ext uri="{FF2B5EF4-FFF2-40B4-BE49-F238E27FC236}">
                  <a16:creationId xmlns:a16="http://schemas.microsoft.com/office/drawing/2014/main" id="{7220111E-6679-A2FD-9F17-BFE99D79008B}"/>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3" name="Rechteck 382">
              <a:extLst>
                <a:ext uri="{FF2B5EF4-FFF2-40B4-BE49-F238E27FC236}">
                  <a16:creationId xmlns:a16="http://schemas.microsoft.com/office/drawing/2014/main" id="{9CC131E4-F7C8-B094-3C1D-9DD6A797B519}"/>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4" name="Ellipse 383">
              <a:extLst>
                <a:ext uri="{FF2B5EF4-FFF2-40B4-BE49-F238E27FC236}">
                  <a16:creationId xmlns:a16="http://schemas.microsoft.com/office/drawing/2014/main" id="{EE3AB6FA-2988-DD60-633B-7190014FC7F5}"/>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5" name="Rechteck 384">
              <a:extLst>
                <a:ext uri="{FF2B5EF4-FFF2-40B4-BE49-F238E27FC236}">
                  <a16:creationId xmlns:a16="http://schemas.microsoft.com/office/drawing/2014/main" id="{5025AAF1-545D-113F-5695-211E90143AF9}"/>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6" name="Rechteck 385">
              <a:extLst>
                <a:ext uri="{FF2B5EF4-FFF2-40B4-BE49-F238E27FC236}">
                  <a16:creationId xmlns:a16="http://schemas.microsoft.com/office/drawing/2014/main" id="{CBE3F219-028A-18D8-5667-B7F3A770E0AF}"/>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7" name="Rechteck 386">
              <a:extLst>
                <a:ext uri="{FF2B5EF4-FFF2-40B4-BE49-F238E27FC236}">
                  <a16:creationId xmlns:a16="http://schemas.microsoft.com/office/drawing/2014/main" id="{EBC51C7E-2B97-3C39-15EE-EB14FB12A2A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8" name="Rechteck 387">
              <a:extLst>
                <a:ext uri="{FF2B5EF4-FFF2-40B4-BE49-F238E27FC236}">
                  <a16:creationId xmlns:a16="http://schemas.microsoft.com/office/drawing/2014/main" id="{BFC8AF75-DACC-6BF0-509A-4FA9C1770D37}"/>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9" name="Ellipse 388">
              <a:extLst>
                <a:ext uri="{FF2B5EF4-FFF2-40B4-BE49-F238E27FC236}">
                  <a16:creationId xmlns:a16="http://schemas.microsoft.com/office/drawing/2014/main" id="{B0DA7BC3-05B0-39EF-922C-BEB312CA852E}"/>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90" name="Rechteck: abgerundete Ecken 389">
            <a:extLst>
              <a:ext uri="{FF2B5EF4-FFF2-40B4-BE49-F238E27FC236}">
                <a16:creationId xmlns:a16="http://schemas.microsoft.com/office/drawing/2014/main" id="{808C1F1B-2D67-C08D-3ED3-E4BAAA353DED}"/>
              </a:ext>
            </a:extLst>
          </p:cNvPr>
          <p:cNvSpPr/>
          <p:nvPr/>
        </p:nvSpPr>
        <p:spPr>
          <a:xfrm>
            <a:off x="5613587" y="3900450"/>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1   </a:t>
            </a:r>
          </a:p>
        </p:txBody>
      </p:sp>
      <p:sp>
        <p:nvSpPr>
          <p:cNvPr id="391" name="Rechteck: abgerundete Ecken 390">
            <a:extLst>
              <a:ext uri="{FF2B5EF4-FFF2-40B4-BE49-F238E27FC236}">
                <a16:creationId xmlns:a16="http://schemas.microsoft.com/office/drawing/2014/main" id="{E3703532-0138-BF6E-9397-B5DDB90F60FA}"/>
              </a:ext>
            </a:extLst>
          </p:cNvPr>
          <p:cNvSpPr/>
          <p:nvPr/>
        </p:nvSpPr>
        <p:spPr>
          <a:xfrm>
            <a:off x="5751288" y="3438899"/>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2   </a:t>
            </a:r>
          </a:p>
        </p:txBody>
      </p:sp>
      <p:sp>
        <p:nvSpPr>
          <p:cNvPr id="392" name="Rechteck: abgerundete Ecken 391">
            <a:extLst>
              <a:ext uri="{FF2B5EF4-FFF2-40B4-BE49-F238E27FC236}">
                <a16:creationId xmlns:a16="http://schemas.microsoft.com/office/drawing/2014/main" id="{872A9AAB-D2E6-96B3-08B1-B1453228AF93}"/>
              </a:ext>
            </a:extLst>
          </p:cNvPr>
          <p:cNvSpPr/>
          <p:nvPr/>
        </p:nvSpPr>
        <p:spPr>
          <a:xfrm>
            <a:off x="6090898" y="3128108"/>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3   </a:t>
            </a:r>
          </a:p>
        </p:txBody>
      </p:sp>
      <p:sp>
        <p:nvSpPr>
          <p:cNvPr id="393" name="Rechteck: abgerundete Ecken 392">
            <a:extLst>
              <a:ext uri="{FF2B5EF4-FFF2-40B4-BE49-F238E27FC236}">
                <a16:creationId xmlns:a16="http://schemas.microsoft.com/office/drawing/2014/main" id="{2ED9036E-88E7-E698-EBAE-FA57BFEEA9DE}"/>
              </a:ext>
            </a:extLst>
          </p:cNvPr>
          <p:cNvSpPr/>
          <p:nvPr/>
        </p:nvSpPr>
        <p:spPr>
          <a:xfrm>
            <a:off x="6463129" y="3036552"/>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4   </a:t>
            </a:r>
          </a:p>
        </p:txBody>
      </p:sp>
      <p:sp>
        <p:nvSpPr>
          <p:cNvPr id="394" name="Rechteck: abgerundete Ecken 393">
            <a:extLst>
              <a:ext uri="{FF2B5EF4-FFF2-40B4-BE49-F238E27FC236}">
                <a16:creationId xmlns:a16="http://schemas.microsoft.com/office/drawing/2014/main" id="{BB887423-C413-9947-D671-10DA6C3A9F05}"/>
              </a:ext>
            </a:extLst>
          </p:cNvPr>
          <p:cNvSpPr/>
          <p:nvPr/>
        </p:nvSpPr>
        <p:spPr>
          <a:xfrm>
            <a:off x="6841349" y="3128108"/>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5   </a:t>
            </a:r>
          </a:p>
        </p:txBody>
      </p:sp>
      <p:sp>
        <p:nvSpPr>
          <p:cNvPr id="395" name="Rechteck: abgerundete Ecken 394">
            <a:extLst>
              <a:ext uri="{FF2B5EF4-FFF2-40B4-BE49-F238E27FC236}">
                <a16:creationId xmlns:a16="http://schemas.microsoft.com/office/drawing/2014/main" id="{3177D31C-2E70-EF3A-ACB4-0C1D6CB21FF0}"/>
              </a:ext>
            </a:extLst>
          </p:cNvPr>
          <p:cNvSpPr/>
          <p:nvPr/>
        </p:nvSpPr>
        <p:spPr>
          <a:xfrm>
            <a:off x="7156212" y="3438129"/>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6   </a:t>
            </a:r>
          </a:p>
        </p:txBody>
      </p:sp>
      <p:sp>
        <p:nvSpPr>
          <p:cNvPr id="396" name="Rechteck: abgerundete Ecken 395">
            <a:extLst>
              <a:ext uri="{FF2B5EF4-FFF2-40B4-BE49-F238E27FC236}">
                <a16:creationId xmlns:a16="http://schemas.microsoft.com/office/drawing/2014/main" id="{8BF58316-C8D9-E393-16CB-3E700F4811C0}"/>
              </a:ext>
            </a:extLst>
          </p:cNvPr>
          <p:cNvSpPr/>
          <p:nvPr/>
        </p:nvSpPr>
        <p:spPr>
          <a:xfrm>
            <a:off x="7320635" y="3869016"/>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7   </a:t>
            </a:r>
          </a:p>
        </p:txBody>
      </p:sp>
      <p:sp>
        <p:nvSpPr>
          <p:cNvPr id="397" name="Rechteck: abgerundete Ecken 396">
            <a:extLst>
              <a:ext uri="{FF2B5EF4-FFF2-40B4-BE49-F238E27FC236}">
                <a16:creationId xmlns:a16="http://schemas.microsoft.com/office/drawing/2014/main" id="{29E7BA72-A9CF-D4DF-9DF0-10318BAF8D7B}"/>
              </a:ext>
            </a:extLst>
          </p:cNvPr>
          <p:cNvSpPr/>
          <p:nvPr/>
        </p:nvSpPr>
        <p:spPr>
          <a:xfrm>
            <a:off x="7178890" y="4292902"/>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8   </a:t>
            </a:r>
          </a:p>
        </p:txBody>
      </p:sp>
      <p:sp>
        <p:nvSpPr>
          <p:cNvPr id="398" name="Rechteck: abgerundete Ecken 397">
            <a:extLst>
              <a:ext uri="{FF2B5EF4-FFF2-40B4-BE49-F238E27FC236}">
                <a16:creationId xmlns:a16="http://schemas.microsoft.com/office/drawing/2014/main" id="{14C3D773-63F8-35CB-5D38-1F189A87AF6F}"/>
              </a:ext>
            </a:extLst>
          </p:cNvPr>
          <p:cNvSpPr/>
          <p:nvPr/>
        </p:nvSpPr>
        <p:spPr>
          <a:xfrm>
            <a:off x="6844977" y="4615855"/>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9   </a:t>
            </a:r>
          </a:p>
        </p:txBody>
      </p:sp>
      <p:sp>
        <p:nvSpPr>
          <p:cNvPr id="399" name="Rechteck: abgerundete Ecken 398">
            <a:extLst>
              <a:ext uri="{FF2B5EF4-FFF2-40B4-BE49-F238E27FC236}">
                <a16:creationId xmlns:a16="http://schemas.microsoft.com/office/drawing/2014/main" id="{33DF65C4-BDCF-D0C1-E095-B696709EC91A}"/>
              </a:ext>
            </a:extLst>
          </p:cNvPr>
          <p:cNvSpPr/>
          <p:nvPr/>
        </p:nvSpPr>
        <p:spPr>
          <a:xfrm>
            <a:off x="6463129" y="4719302"/>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wrap="none" rIns="0" rtlCol="0" anchor="ctr"/>
          <a:lstStyle/>
          <a:p>
            <a:pPr algn="ctr"/>
            <a:r>
              <a:rPr lang="de-DE" sz="1100" dirty="0"/>
              <a:t>10   </a:t>
            </a:r>
          </a:p>
        </p:txBody>
      </p:sp>
      <p:sp>
        <p:nvSpPr>
          <p:cNvPr id="400" name="Rechteck: abgerundete Ecken 399">
            <a:extLst>
              <a:ext uri="{FF2B5EF4-FFF2-40B4-BE49-F238E27FC236}">
                <a16:creationId xmlns:a16="http://schemas.microsoft.com/office/drawing/2014/main" id="{FE7D26CE-062D-AA4E-F347-5A7EE0BBA766}"/>
              </a:ext>
            </a:extLst>
          </p:cNvPr>
          <p:cNvSpPr/>
          <p:nvPr/>
        </p:nvSpPr>
        <p:spPr>
          <a:xfrm>
            <a:off x="6065782" y="4627746"/>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wrap="none" rIns="0" rtlCol="0" anchor="ctr"/>
          <a:lstStyle/>
          <a:p>
            <a:pPr algn="ctr"/>
            <a:r>
              <a:rPr lang="de-DE" sz="1100" dirty="0"/>
              <a:t>11   </a:t>
            </a:r>
          </a:p>
        </p:txBody>
      </p:sp>
      <p:sp>
        <p:nvSpPr>
          <p:cNvPr id="401" name="Rechteck: abgerundete Ecken 400">
            <a:extLst>
              <a:ext uri="{FF2B5EF4-FFF2-40B4-BE49-F238E27FC236}">
                <a16:creationId xmlns:a16="http://schemas.microsoft.com/office/drawing/2014/main" id="{A811E89E-7138-EC7B-FF5D-85A09D348CDD}"/>
              </a:ext>
            </a:extLst>
          </p:cNvPr>
          <p:cNvSpPr/>
          <p:nvPr/>
        </p:nvSpPr>
        <p:spPr>
          <a:xfrm>
            <a:off x="5727130" y="4295750"/>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wrap="none" rIns="0" rtlCol="0" anchor="ctr"/>
          <a:lstStyle/>
          <a:p>
            <a:pPr algn="ctr"/>
            <a:r>
              <a:rPr lang="de-DE" sz="1100" dirty="0"/>
              <a:t>12   </a:t>
            </a:r>
          </a:p>
        </p:txBody>
      </p:sp>
      <p:sp>
        <p:nvSpPr>
          <p:cNvPr id="429" name="Rechteck 428">
            <a:extLst>
              <a:ext uri="{FF2B5EF4-FFF2-40B4-BE49-F238E27FC236}">
                <a16:creationId xmlns:a16="http://schemas.microsoft.com/office/drawing/2014/main" id="{D8E3CC8B-9170-46C4-5C55-2120D770008C}"/>
              </a:ext>
            </a:extLst>
          </p:cNvPr>
          <p:cNvSpPr/>
          <p:nvPr/>
        </p:nvSpPr>
        <p:spPr>
          <a:xfrm>
            <a:off x="288759" y="709863"/>
            <a:ext cx="8974154" cy="554655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436" name="Gerader Verbinder 435">
            <a:extLst>
              <a:ext uri="{FF2B5EF4-FFF2-40B4-BE49-F238E27FC236}">
                <a16:creationId xmlns:a16="http://schemas.microsoft.com/office/drawing/2014/main" id="{0E36889C-FEC8-3DC6-3B0E-6A31552B3661}"/>
              </a:ext>
            </a:extLst>
          </p:cNvPr>
          <p:cNvCxnSpPr/>
          <p:nvPr/>
        </p:nvCxnSpPr>
        <p:spPr>
          <a:xfrm>
            <a:off x="8855030" y="3722133"/>
            <a:ext cx="0" cy="1440000"/>
          </a:xfrm>
          <a:prstGeom prst="line">
            <a:avLst/>
          </a:prstGeom>
        </p:spPr>
        <p:style>
          <a:lnRef idx="2">
            <a:schemeClr val="accent1"/>
          </a:lnRef>
          <a:fillRef idx="0">
            <a:schemeClr val="accent1"/>
          </a:fillRef>
          <a:effectRef idx="1">
            <a:schemeClr val="accent1"/>
          </a:effectRef>
          <a:fontRef idx="minor">
            <a:schemeClr val="tx1"/>
          </a:fontRef>
        </p:style>
      </p:cxnSp>
      <p:sp>
        <p:nvSpPr>
          <p:cNvPr id="462" name="Rechteck 461">
            <a:extLst>
              <a:ext uri="{FF2B5EF4-FFF2-40B4-BE49-F238E27FC236}">
                <a16:creationId xmlns:a16="http://schemas.microsoft.com/office/drawing/2014/main" id="{199D6958-0B60-0DA4-9243-8A469E6B9F7D}"/>
              </a:ext>
            </a:extLst>
          </p:cNvPr>
          <p:cNvSpPr/>
          <p:nvPr/>
        </p:nvSpPr>
        <p:spPr>
          <a:xfrm rot="19844037">
            <a:off x="4170959" y="4764568"/>
            <a:ext cx="955890" cy="64038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5" name="Rechteck 464">
            <a:extLst>
              <a:ext uri="{FF2B5EF4-FFF2-40B4-BE49-F238E27FC236}">
                <a16:creationId xmlns:a16="http://schemas.microsoft.com/office/drawing/2014/main" id="{3E50F9B1-6BA4-ECFF-893B-1430A19D9651}"/>
              </a:ext>
            </a:extLst>
          </p:cNvPr>
          <p:cNvSpPr/>
          <p:nvPr/>
        </p:nvSpPr>
        <p:spPr>
          <a:xfrm>
            <a:off x="4197563" y="3621240"/>
            <a:ext cx="291024" cy="47671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6" name="Rechteck 465">
            <a:extLst>
              <a:ext uri="{FF2B5EF4-FFF2-40B4-BE49-F238E27FC236}">
                <a16:creationId xmlns:a16="http://schemas.microsoft.com/office/drawing/2014/main" id="{AABF2D5F-88E3-0DE9-09A3-3A950F18B868}"/>
              </a:ext>
            </a:extLst>
          </p:cNvPr>
          <p:cNvSpPr/>
          <p:nvPr/>
        </p:nvSpPr>
        <p:spPr>
          <a:xfrm rot="19919682">
            <a:off x="2943028" y="4973533"/>
            <a:ext cx="2035607" cy="794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8" name="Bogen 467">
            <a:extLst>
              <a:ext uri="{FF2B5EF4-FFF2-40B4-BE49-F238E27FC236}">
                <a16:creationId xmlns:a16="http://schemas.microsoft.com/office/drawing/2014/main" id="{428527F6-22E4-6C05-EE9A-656A830EBF7F}"/>
              </a:ext>
            </a:extLst>
          </p:cNvPr>
          <p:cNvSpPr/>
          <p:nvPr/>
        </p:nvSpPr>
        <p:spPr>
          <a:xfrm>
            <a:off x="4850537" y="2301045"/>
            <a:ext cx="3304846" cy="3333749"/>
          </a:xfrm>
          <a:prstGeom prst="arc">
            <a:avLst>
              <a:gd name="adj1" fmla="val 11539009"/>
              <a:gd name="adj2" fmla="val 8508771"/>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71" name="Gerader Verbinder 470">
            <a:extLst>
              <a:ext uri="{FF2B5EF4-FFF2-40B4-BE49-F238E27FC236}">
                <a16:creationId xmlns:a16="http://schemas.microsoft.com/office/drawing/2014/main" id="{796AC236-AE92-09FD-0363-0E1DDC06D04D}"/>
              </a:ext>
            </a:extLst>
          </p:cNvPr>
          <p:cNvCxnSpPr>
            <a:stCxn id="468" idx="0"/>
          </p:cNvCxnSpPr>
          <p:nvPr/>
        </p:nvCxnSpPr>
        <p:spPr>
          <a:xfrm flipH="1">
            <a:off x="4850537" y="3615291"/>
            <a:ext cx="37399" cy="1145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65" name="Bogen 264">
            <a:extLst>
              <a:ext uri="{FF2B5EF4-FFF2-40B4-BE49-F238E27FC236}">
                <a16:creationId xmlns:a16="http://schemas.microsoft.com/office/drawing/2014/main" id="{3BC29438-DD62-07B2-9978-329DC3E98454}"/>
              </a:ext>
            </a:extLst>
          </p:cNvPr>
          <p:cNvSpPr/>
          <p:nvPr/>
        </p:nvSpPr>
        <p:spPr>
          <a:xfrm rot="10800000">
            <a:off x="3034400" y="3739021"/>
            <a:ext cx="1340903" cy="185880"/>
          </a:xfrm>
          <a:prstGeom prst="arc">
            <a:avLst>
              <a:gd name="adj1" fmla="val 5076651"/>
              <a:gd name="adj2" fmla="val 16703222"/>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de-DE"/>
          </a:p>
        </p:txBody>
      </p:sp>
      <p:sp>
        <p:nvSpPr>
          <p:cNvPr id="472" name="Bogen 471">
            <a:extLst>
              <a:ext uri="{FF2B5EF4-FFF2-40B4-BE49-F238E27FC236}">
                <a16:creationId xmlns:a16="http://schemas.microsoft.com/office/drawing/2014/main" id="{4EFCB3B6-73B8-8BA4-6401-DC634DC8BA1F}"/>
              </a:ext>
            </a:extLst>
          </p:cNvPr>
          <p:cNvSpPr/>
          <p:nvPr/>
        </p:nvSpPr>
        <p:spPr>
          <a:xfrm rot="19992601">
            <a:off x="4224272" y="4667159"/>
            <a:ext cx="1340903" cy="185880"/>
          </a:xfrm>
          <a:prstGeom prst="arc">
            <a:avLst>
              <a:gd name="adj1" fmla="val 5076651"/>
              <a:gd name="adj2" fmla="val 16703222"/>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de-DE"/>
          </a:p>
        </p:txBody>
      </p:sp>
      <p:sp>
        <p:nvSpPr>
          <p:cNvPr id="473" name="Rechteck 472">
            <a:extLst>
              <a:ext uri="{FF2B5EF4-FFF2-40B4-BE49-F238E27FC236}">
                <a16:creationId xmlns:a16="http://schemas.microsoft.com/office/drawing/2014/main" id="{4832B734-9BDC-1E6C-BA0D-5DAECED3C7DD}"/>
              </a:ext>
            </a:extLst>
          </p:cNvPr>
          <p:cNvSpPr/>
          <p:nvPr/>
        </p:nvSpPr>
        <p:spPr>
          <a:xfrm rot="19844037">
            <a:off x="3310940" y="5237367"/>
            <a:ext cx="955890" cy="64038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4" name="Rechteck 473">
            <a:extLst>
              <a:ext uri="{FF2B5EF4-FFF2-40B4-BE49-F238E27FC236}">
                <a16:creationId xmlns:a16="http://schemas.microsoft.com/office/drawing/2014/main" id="{8268B07B-B4ED-E4FF-94EA-F0D76EF9501A}"/>
              </a:ext>
            </a:extLst>
          </p:cNvPr>
          <p:cNvSpPr/>
          <p:nvPr/>
        </p:nvSpPr>
        <p:spPr>
          <a:xfrm rot="19919682">
            <a:off x="3343078" y="5646633"/>
            <a:ext cx="2035607" cy="794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76" name="Grafik 475">
            <a:extLst>
              <a:ext uri="{FF2B5EF4-FFF2-40B4-BE49-F238E27FC236}">
                <a16:creationId xmlns:a16="http://schemas.microsoft.com/office/drawing/2014/main" id="{68564D7C-D16A-0411-1E46-133665000D9D}"/>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aturation sat="0"/>
                    </a14:imgEffect>
                  </a14:imgLayer>
                </a14:imgProps>
              </a:ext>
            </a:extLst>
          </a:blip>
          <a:srcRect t="24501"/>
          <a:stretch/>
        </p:blipFill>
        <p:spPr>
          <a:xfrm rot="16200000">
            <a:off x="964061" y="1115153"/>
            <a:ext cx="2467148" cy="1440000"/>
          </a:xfrm>
          <a:prstGeom prst="rect">
            <a:avLst/>
          </a:prstGeom>
        </p:spPr>
      </p:pic>
      <p:pic>
        <p:nvPicPr>
          <p:cNvPr id="478" name="Grafik 477">
            <a:extLst>
              <a:ext uri="{FF2B5EF4-FFF2-40B4-BE49-F238E27FC236}">
                <a16:creationId xmlns:a16="http://schemas.microsoft.com/office/drawing/2014/main" id="{24FA0C10-31CC-9E65-79E3-172EA45A29D2}"/>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3417993" y="3631514"/>
            <a:ext cx="1410685" cy="996232"/>
          </a:xfrm>
          <a:prstGeom prst="rect">
            <a:avLst/>
          </a:prstGeom>
        </p:spPr>
      </p:pic>
      <p:pic>
        <p:nvPicPr>
          <p:cNvPr id="12" name="Grafik 11">
            <a:extLst>
              <a:ext uri="{FF2B5EF4-FFF2-40B4-BE49-F238E27FC236}">
                <a16:creationId xmlns:a16="http://schemas.microsoft.com/office/drawing/2014/main" id="{973BA861-A87C-906A-2935-F97A8B253487}"/>
              </a:ext>
            </a:extLst>
          </p:cNvPr>
          <p:cNvPicPr>
            <a:picLocks noChangeAspect="1"/>
          </p:cNvPicPr>
          <p:nvPr/>
        </p:nvPicPr>
        <p:blipFill>
          <a:blip r:embed="rId6"/>
          <a:stretch>
            <a:fillRect/>
          </a:stretch>
        </p:blipFill>
        <p:spPr>
          <a:xfrm rot="5400000">
            <a:off x="2045814" y="3650149"/>
            <a:ext cx="1014480" cy="747512"/>
          </a:xfrm>
          <a:prstGeom prst="rect">
            <a:avLst/>
          </a:prstGeom>
        </p:spPr>
      </p:pic>
      <p:pic>
        <p:nvPicPr>
          <p:cNvPr id="20" name="Grafik 19">
            <a:extLst>
              <a:ext uri="{FF2B5EF4-FFF2-40B4-BE49-F238E27FC236}">
                <a16:creationId xmlns:a16="http://schemas.microsoft.com/office/drawing/2014/main" id="{2FAFF359-2373-AAD4-020A-7F73FF1054C4}"/>
              </a:ext>
            </a:extLst>
          </p:cNvPr>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saturation sat="33000"/>
                    </a14:imgEffect>
                  </a14:imgLayer>
                </a14:imgProps>
              </a:ext>
            </a:extLst>
          </a:blip>
          <a:stretch>
            <a:fillRect/>
          </a:stretch>
        </p:blipFill>
        <p:spPr>
          <a:xfrm>
            <a:off x="2093216" y="1190931"/>
            <a:ext cx="208837" cy="126525"/>
          </a:xfrm>
          <a:prstGeom prst="rect">
            <a:avLst/>
          </a:prstGeom>
        </p:spPr>
      </p:pic>
      <p:pic>
        <p:nvPicPr>
          <p:cNvPr id="22" name="Grafik 21">
            <a:extLst>
              <a:ext uri="{FF2B5EF4-FFF2-40B4-BE49-F238E27FC236}">
                <a16:creationId xmlns:a16="http://schemas.microsoft.com/office/drawing/2014/main" id="{8F381F68-32C2-B187-0F60-FFF61ACE0EC6}"/>
              </a:ext>
            </a:extLst>
          </p:cNvPr>
          <p:cNvPicPr>
            <a:picLocks noChangeAspect="1"/>
          </p:cNvPicPr>
          <p:nvPr/>
        </p:nvPicPr>
        <p:blipFill>
          <a:blip r:embed="rId9"/>
          <a:srcRect r="45028"/>
          <a:stretch/>
        </p:blipFill>
        <p:spPr>
          <a:xfrm>
            <a:off x="9348031" y="1725514"/>
            <a:ext cx="2461993" cy="3725130"/>
          </a:xfrm>
          <a:prstGeom prst="rect">
            <a:avLst/>
          </a:prstGeom>
        </p:spPr>
      </p:pic>
      <p:cxnSp>
        <p:nvCxnSpPr>
          <p:cNvPr id="24" name="Gerader Verbinder 23">
            <a:extLst>
              <a:ext uri="{FF2B5EF4-FFF2-40B4-BE49-F238E27FC236}">
                <a16:creationId xmlns:a16="http://schemas.microsoft.com/office/drawing/2014/main" id="{69AB49DE-C35E-B716-1705-24D75A6B1B82}"/>
              </a:ext>
            </a:extLst>
          </p:cNvPr>
          <p:cNvCxnSpPr/>
          <p:nvPr/>
        </p:nvCxnSpPr>
        <p:spPr>
          <a:xfrm flipV="1">
            <a:off x="2448046" y="2251276"/>
            <a:ext cx="5707337" cy="3431894"/>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Gerader Verbinder 24">
            <a:extLst>
              <a:ext uri="{FF2B5EF4-FFF2-40B4-BE49-F238E27FC236}">
                <a16:creationId xmlns:a16="http://schemas.microsoft.com/office/drawing/2014/main" id="{D179F91A-FBAD-7585-4650-643B60E28B4E}"/>
              </a:ext>
            </a:extLst>
          </p:cNvPr>
          <p:cNvCxnSpPr>
            <a:cxnSpLocks/>
          </p:cNvCxnSpPr>
          <p:nvPr/>
        </p:nvCxnSpPr>
        <p:spPr>
          <a:xfrm>
            <a:off x="3576731" y="1813414"/>
            <a:ext cx="5180631" cy="4045194"/>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Gerader Verbinder 28">
            <a:extLst>
              <a:ext uri="{FF2B5EF4-FFF2-40B4-BE49-F238E27FC236}">
                <a16:creationId xmlns:a16="http://schemas.microsoft.com/office/drawing/2014/main" id="{22A3602C-2941-4D7B-CE2B-7B36DDA046EC}"/>
              </a:ext>
            </a:extLst>
          </p:cNvPr>
          <p:cNvCxnSpPr>
            <a:cxnSpLocks/>
          </p:cNvCxnSpPr>
          <p:nvPr/>
        </p:nvCxnSpPr>
        <p:spPr>
          <a:xfrm flipV="1">
            <a:off x="9475424" y="1863909"/>
            <a:ext cx="2363207" cy="3662314"/>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29138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p:txBody>
          <a:bodyPr/>
          <a:lstStyle/>
          <a:p>
            <a:r>
              <a:rPr lang="de-DE" dirty="0"/>
              <a:t>Aufnahme Bauteil</a:t>
            </a:r>
          </a:p>
        </p:txBody>
      </p:sp>
      <p:grpSp>
        <p:nvGrpSpPr>
          <p:cNvPr id="539" name="Gruppieren 538">
            <a:extLst>
              <a:ext uri="{FF2B5EF4-FFF2-40B4-BE49-F238E27FC236}">
                <a16:creationId xmlns:a16="http://schemas.microsoft.com/office/drawing/2014/main" id="{2BC7B0D2-999F-6A40-F9FB-01517DD309D1}"/>
              </a:ext>
            </a:extLst>
          </p:cNvPr>
          <p:cNvGrpSpPr/>
          <p:nvPr/>
        </p:nvGrpSpPr>
        <p:grpSpPr>
          <a:xfrm>
            <a:off x="5199647" y="1864361"/>
            <a:ext cx="7173866" cy="400783"/>
            <a:chOff x="1203158" y="914400"/>
            <a:chExt cx="7173866" cy="400783"/>
          </a:xfrm>
          <a:solidFill>
            <a:schemeClr val="tx1"/>
          </a:solidFill>
        </p:grpSpPr>
        <p:cxnSp>
          <p:nvCxnSpPr>
            <p:cNvPr id="534" name="Gerader Verbinder 533">
              <a:extLst>
                <a:ext uri="{FF2B5EF4-FFF2-40B4-BE49-F238E27FC236}">
                  <a16:creationId xmlns:a16="http://schemas.microsoft.com/office/drawing/2014/main" id="{55D8EFE9-4D6E-EE3E-EC47-C8B09EFCEF41}"/>
                </a:ext>
              </a:extLst>
            </p:cNvPr>
            <p:cNvCxnSpPr/>
            <p:nvPr/>
          </p:nvCxnSpPr>
          <p:spPr>
            <a:xfrm>
              <a:off x="1227221" y="914400"/>
              <a:ext cx="7104647" cy="0"/>
            </a:xfrm>
            <a:prstGeom prst="line">
              <a:avLst/>
            </a:prstGeom>
            <a:grpFill/>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5" name="Gerader Verbinder 534">
              <a:extLst>
                <a:ext uri="{FF2B5EF4-FFF2-40B4-BE49-F238E27FC236}">
                  <a16:creationId xmlns:a16="http://schemas.microsoft.com/office/drawing/2014/main" id="{F3E82B2C-E6B2-A567-407B-C8C72F36B8D9}"/>
                </a:ext>
              </a:extLst>
            </p:cNvPr>
            <p:cNvCxnSpPr/>
            <p:nvPr/>
          </p:nvCxnSpPr>
          <p:spPr>
            <a:xfrm>
              <a:off x="1227221" y="1305426"/>
              <a:ext cx="7104647" cy="0"/>
            </a:xfrm>
            <a:prstGeom prst="line">
              <a:avLst/>
            </a:prstGeom>
            <a:grpFill/>
            <a:ln>
              <a:solidFill>
                <a:schemeClr val="tx1"/>
              </a:solidFill>
            </a:ln>
          </p:spPr>
          <p:style>
            <a:lnRef idx="2">
              <a:schemeClr val="accent1"/>
            </a:lnRef>
            <a:fillRef idx="0">
              <a:schemeClr val="accent1"/>
            </a:fillRef>
            <a:effectRef idx="1">
              <a:schemeClr val="accent1"/>
            </a:effectRef>
            <a:fontRef idx="minor">
              <a:schemeClr val="tx1"/>
            </a:fontRef>
          </p:style>
        </p:cxnSp>
        <p:sp>
          <p:nvSpPr>
            <p:cNvPr id="537" name="Freihandform: Form 536">
              <a:extLst>
                <a:ext uri="{FF2B5EF4-FFF2-40B4-BE49-F238E27FC236}">
                  <a16:creationId xmlns:a16="http://schemas.microsoft.com/office/drawing/2014/main" id="{3C326C9C-A64B-8728-AB92-EC043693181E}"/>
                </a:ext>
              </a:extLst>
            </p:cNvPr>
            <p:cNvSpPr/>
            <p:nvPr/>
          </p:nvSpPr>
          <p:spPr>
            <a:xfrm>
              <a:off x="1203158" y="914400"/>
              <a:ext cx="90312" cy="400783"/>
            </a:xfrm>
            <a:custGeom>
              <a:avLst/>
              <a:gdLst>
                <a:gd name="connsiteX0" fmla="*/ 36095 w 90312"/>
                <a:gd name="connsiteY0" fmla="*/ 0 h 400783"/>
                <a:gd name="connsiteX1" fmla="*/ 30079 w 90312"/>
                <a:gd name="connsiteY1" fmla="*/ 36095 h 400783"/>
                <a:gd name="connsiteX2" fmla="*/ 18047 w 90312"/>
                <a:gd name="connsiteY2" fmla="*/ 114300 h 400783"/>
                <a:gd name="connsiteX3" fmla="*/ 6016 w 90312"/>
                <a:gd name="connsiteY3" fmla="*/ 144379 h 400783"/>
                <a:gd name="connsiteX4" fmla="*/ 0 w 90312"/>
                <a:gd name="connsiteY4" fmla="*/ 162426 h 400783"/>
                <a:gd name="connsiteX5" fmla="*/ 12031 w 90312"/>
                <a:gd name="connsiteY5" fmla="*/ 180474 h 400783"/>
                <a:gd name="connsiteX6" fmla="*/ 60158 w 90312"/>
                <a:gd name="connsiteY6" fmla="*/ 204537 h 400783"/>
                <a:gd name="connsiteX7" fmla="*/ 84221 w 90312"/>
                <a:gd name="connsiteY7" fmla="*/ 240632 h 400783"/>
                <a:gd name="connsiteX8" fmla="*/ 90237 w 90312"/>
                <a:gd name="connsiteY8" fmla="*/ 258679 h 400783"/>
                <a:gd name="connsiteX9" fmla="*/ 72189 w 90312"/>
                <a:gd name="connsiteY9" fmla="*/ 354932 h 400783"/>
                <a:gd name="connsiteX10" fmla="*/ 60158 w 90312"/>
                <a:gd name="connsiteY10" fmla="*/ 372979 h 400783"/>
                <a:gd name="connsiteX11" fmla="*/ 30079 w 90312"/>
                <a:gd name="connsiteY11" fmla="*/ 391026 h 40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12" h="400783">
                  <a:moveTo>
                    <a:pt x="36095" y="0"/>
                  </a:moveTo>
                  <a:cubicBezTo>
                    <a:pt x="34090" y="12032"/>
                    <a:pt x="31804" y="24020"/>
                    <a:pt x="30079" y="36095"/>
                  </a:cubicBezTo>
                  <a:cubicBezTo>
                    <a:pt x="27410" y="54777"/>
                    <a:pt x="24315" y="93407"/>
                    <a:pt x="18047" y="114300"/>
                  </a:cubicBezTo>
                  <a:cubicBezTo>
                    <a:pt x="14944" y="124643"/>
                    <a:pt x="9808" y="134268"/>
                    <a:pt x="6016" y="144379"/>
                  </a:cubicBezTo>
                  <a:cubicBezTo>
                    <a:pt x="3790" y="150316"/>
                    <a:pt x="2005" y="156410"/>
                    <a:pt x="0" y="162426"/>
                  </a:cubicBezTo>
                  <a:cubicBezTo>
                    <a:pt x="4010" y="168442"/>
                    <a:pt x="6108" y="176328"/>
                    <a:pt x="12031" y="180474"/>
                  </a:cubicBezTo>
                  <a:cubicBezTo>
                    <a:pt x="26725" y="190760"/>
                    <a:pt x="60158" y="204537"/>
                    <a:pt x="60158" y="204537"/>
                  </a:cubicBezTo>
                  <a:cubicBezTo>
                    <a:pt x="68179" y="216569"/>
                    <a:pt x="77198" y="227992"/>
                    <a:pt x="84221" y="240632"/>
                  </a:cubicBezTo>
                  <a:cubicBezTo>
                    <a:pt x="87301" y="246175"/>
                    <a:pt x="90237" y="252338"/>
                    <a:pt x="90237" y="258679"/>
                  </a:cubicBezTo>
                  <a:cubicBezTo>
                    <a:pt x="90237" y="312608"/>
                    <a:pt x="92509" y="319372"/>
                    <a:pt x="72189" y="354932"/>
                  </a:cubicBezTo>
                  <a:cubicBezTo>
                    <a:pt x="68602" y="361209"/>
                    <a:pt x="65712" y="368350"/>
                    <a:pt x="60158" y="372979"/>
                  </a:cubicBezTo>
                  <a:cubicBezTo>
                    <a:pt x="-19699" y="439528"/>
                    <a:pt x="59277" y="361833"/>
                    <a:pt x="30079" y="391026"/>
                  </a:cubicBezTo>
                </a:path>
              </a:pathLst>
            </a:cu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538" name="Freihandform: Form 537">
              <a:extLst>
                <a:ext uri="{FF2B5EF4-FFF2-40B4-BE49-F238E27FC236}">
                  <a16:creationId xmlns:a16="http://schemas.microsoft.com/office/drawing/2014/main" id="{755D97E4-6403-D715-DFB8-DCC3D548D00B}"/>
                </a:ext>
              </a:extLst>
            </p:cNvPr>
            <p:cNvSpPr/>
            <p:nvPr/>
          </p:nvSpPr>
          <p:spPr>
            <a:xfrm>
              <a:off x="8286712" y="914400"/>
              <a:ext cx="90312" cy="400783"/>
            </a:xfrm>
            <a:custGeom>
              <a:avLst/>
              <a:gdLst>
                <a:gd name="connsiteX0" fmla="*/ 36095 w 90312"/>
                <a:gd name="connsiteY0" fmla="*/ 0 h 400783"/>
                <a:gd name="connsiteX1" fmla="*/ 30079 w 90312"/>
                <a:gd name="connsiteY1" fmla="*/ 36095 h 400783"/>
                <a:gd name="connsiteX2" fmla="*/ 18047 w 90312"/>
                <a:gd name="connsiteY2" fmla="*/ 114300 h 400783"/>
                <a:gd name="connsiteX3" fmla="*/ 6016 w 90312"/>
                <a:gd name="connsiteY3" fmla="*/ 144379 h 400783"/>
                <a:gd name="connsiteX4" fmla="*/ 0 w 90312"/>
                <a:gd name="connsiteY4" fmla="*/ 162426 h 400783"/>
                <a:gd name="connsiteX5" fmla="*/ 12031 w 90312"/>
                <a:gd name="connsiteY5" fmla="*/ 180474 h 400783"/>
                <a:gd name="connsiteX6" fmla="*/ 60158 w 90312"/>
                <a:gd name="connsiteY6" fmla="*/ 204537 h 400783"/>
                <a:gd name="connsiteX7" fmla="*/ 84221 w 90312"/>
                <a:gd name="connsiteY7" fmla="*/ 240632 h 400783"/>
                <a:gd name="connsiteX8" fmla="*/ 90237 w 90312"/>
                <a:gd name="connsiteY8" fmla="*/ 258679 h 400783"/>
                <a:gd name="connsiteX9" fmla="*/ 72189 w 90312"/>
                <a:gd name="connsiteY9" fmla="*/ 354932 h 400783"/>
                <a:gd name="connsiteX10" fmla="*/ 60158 w 90312"/>
                <a:gd name="connsiteY10" fmla="*/ 372979 h 400783"/>
                <a:gd name="connsiteX11" fmla="*/ 30079 w 90312"/>
                <a:gd name="connsiteY11" fmla="*/ 391026 h 40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12" h="400783">
                  <a:moveTo>
                    <a:pt x="36095" y="0"/>
                  </a:moveTo>
                  <a:cubicBezTo>
                    <a:pt x="34090" y="12032"/>
                    <a:pt x="31804" y="24020"/>
                    <a:pt x="30079" y="36095"/>
                  </a:cubicBezTo>
                  <a:cubicBezTo>
                    <a:pt x="27410" y="54777"/>
                    <a:pt x="24315" y="93407"/>
                    <a:pt x="18047" y="114300"/>
                  </a:cubicBezTo>
                  <a:cubicBezTo>
                    <a:pt x="14944" y="124643"/>
                    <a:pt x="9808" y="134268"/>
                    <a:pt x="6016" y="144379"/>
                  </a:cubicBezTo>
                  <a:cubicBezTo>
                    <a:pt x="3790" y="150316"/>
                    <a:pt x="2005" y="156410"/>
                    <a:pt x="0" y="162426"/>
                  </a:cubicBezTo>
                  <a:cubicBezTo>
                    <a:pt x="4010" y="168442"/>
                    <a:pt x="6108" y="176328"/>
                    <a:pt x="12031" y="180474"/>
                  </a:cubicBezTo>
                  <a:cubicBezTo>
                    <a:pt x="26725" y="190760"/>
                    <a:pt x="60158" y="204537"/>
                    <a:pt x="60158" y="204537"/>
                  </a:cubicBezTo>
                  <a:cubicBezTo>
                    <a:pt x="68179" y="216569"/>
                    <a:pt x="77198" y="227992"/>
                    <a:pt x="84221" y="240632"/>
                  </a:cubicBezTo>
                  <a:cubicBezTo>
                    <a:pt x="87301" y="246175"/>
                    <a:pt x="90237" y="252338"/>
                    <a:pt x="90237" y="258679"/>
                  </a:cubicBezTo>
                  <a:cubicBezTo>
                    <a:pt x="90237" y="312608"/>
                    <a:pt x="92509" y="319372"/>
                    <a:pt x="72189" y="354932"/>
                  </a:cubicBezTo>
                  <a:cubicBezTo>
                    <a:pt x="68602" y="361209"/>
                    <a:pt x="65712" y="368350"/>
                    <a:pt x="60158" y="372979"/>
                  </a:cubicBezTo>
                  <a:cubicBezTo>
                    <a:pt x="-19699" y="439528"/>
                    <a:pt x="59277" y="361833"/>
                    <a:pt x="30079" y="391026"/>
                  </a:cubicBezTo>
                </a:path>
              </a:pathLst>
            </a:cu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sp>
        <p:nvSpPr>
          <p:cNvPr id="409" name="Rechteck 408">
            <a:extLst>
              <a:ext uri="{FF2B5EF4-FFF2-40B4-BE49-F238E27FC236}">
                <a16:creationId xmlns:a16="http://schemas.microsoft.com/office/drawing/2014/main" id="{102A1A92-61C2-5D2E-9550-A91E20DCEB1E}"/>
              </a:ext>
            </a:extLst>
          </p:cNvPr>
          <p:cNvSpPr/>
          <p:nvPr/>
        </p:nvSpPr>
        <p:spPr>
          <a:xfrm>
            <a:off x="6035842" y="937354"/>
            <a:ext cx="5221705" cy="2501396"/>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23" name="Rechteck 222">
            <a:extLst>
              <a:ext uri="{FF2B5EF4-FFF2-40B4-BE49-F238E27FC236}">
                <a16:creationId xmlns:a16="http://schemas.microsoft.com/office/drawing/2014/main" id="{CAE9E81E-5204-6B04-9081-00F7107E6170}"/>
              </a:ext>
            </a:extLst>
          </p:cNvPr>
          <p:cNvSpPr/>
          <p:nvPr/>
        </p:nvSpPr>
        <p:spPr>
          <a:xfrm>
            <a:off x="6580772" y="937354"/>
            <a:ext cx="1733550" cy="2120146"/>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52" name="Gruppieren 451">
            <a:extLst>
              <a:ext uri="{FF2B5EF4-FFF2-40B4-BE49-F238E27FC236}">
                <a16:creationId xmlns:a16="http://schemas.microsoft.com/office/drawing/2014/main" id="{0E23F1D9-9EA0-3AFA-81B2-1EDA75DE1678}"/>
              </a:ext>
            </a:extLst>
          </p:cNvPr>
          <p:cNvGrpSpPr/>
          <p:nvPr/>
        </p:nvGrpSpPr>
        <p:grpSpPr>
          <a:xfrm>
            <a:off x="7367537" y="470629"/>
            <a:ext cx="170071" cy="3840410"/>
            <a:chOff x="9057640" y="1671638"/>
            <a:chExt cx="170071" cy="3840410"/>
          </a:xfrm>
        </p:grpSpPr>
        <p:sp>
          <p:nvSpPr>
            <p:cNvPr id="450" name="Rechteck 449">
              <a:extLst>
                <a:ext uri="{FF2B5EF4-FFF2-40B4-BE49-F238E27FC236}">
                  <a16:creationId xmlns:a16="http://schemas.microsoft.com/office/drawing/2014/main" id="{076ED108-1435-DFB0-D468-B0E897410ED7}"/>
                </a:ext>
              </a:extLst>
            </p:cNvPr>
            <p:cNvSpPr/>
            <p:nvPr/>
          </p:nvSpPr>
          <p:spPr>
            <a:xfrm>
              <a:off x="9106957" y="1671638"/>
              <a:ext cx="71437" cy="285892"/>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1" name="Rechteck 450">
              <a:extLst>
                <a:ext uri="{FF2B5EF4-FFF2-40B4-BE49-F238E27FC236}">
                  <a16:creationId xmlns:a16="http://schemas.microsoft.com/office/drawing/2014/main" id="{5C836925-962B-06A7-B286-0B640A7F70B2}"/>
                </a:ext>
              </a:extLst>
            </p:cNvPr>
            <p:cNvSpPr/>
            <p:nvPr/>
          </p:nvSpPr>
          <p:spPr>
            <a:xfrm>
              <a:off x="9057640" y="1957529"/>
              <a:ext cx="170071" cy="3554519"/>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03" name="Gruppieren 502">
            <a:extLst>
              <a:ext uri="{FF2B5EF4-FFF2-40B4-BE49-F238E27FC236}">
                <a16:creationId xmlns:a16="http://schemas.microsoft.com/office/drawing/2014/main" id="{C09BEEE2-DC9F-7823-8FBC-AF61AACE0DE4}"/>
              </a:ext>
            </a:extLst>
          </p:cNvPr>
          <p:cNvGrpSpPr/>
          <p:nvPr/>
        </p:nvGrpSpPr>
        <p:grpSpPr>
          <a:xfrm>
            <a:off x="6702510" y="937354"/>
            <a:ext cx="665027" cy="353258"/>
            <a:chOff x="1845763" y="2094667"/>
            <a:chExt cx="665027" cy="353258"/>
          </a:xfrm>
        </p:grpSpPr>
        <p:grpSp>
          <p:nvGrpSpPr>
            <p:cNvPr id="482" name="Gruppieren 481">
              <a:extLst>
                <a:ext uri="{FF2B5EF4-FFF2-40B4-BE49-F238E27FC236}">
                  <a16:creationId xmlns:a16="http://schemas.microsoft.com/office/drawing/2014/main" id="{7F59ABC9-F88E-5FAA-14C8-E9C84319B520}"/>
                </a:ext>
              </a:extLst>
            </p:cNvPr>
            <p:cNvGrpSpPr/>
            <p:nvPr/>
          </p:nvGrpSpPr>
          <p:grpSpPr>
            <a:xfrm>
              <a:off x="2194283" y="2094667"/>
              <a:ext cx="316507" cy="353258"/>
              <a:chOff x="1740480" y="2012117"/>
              <a:chExt cx="316507" cy="353258"/>
            </a:xfrm>
          </p:grpSpPr>
          <p:sp>
            <p:nvSpPr>
              <p:cNvPr id="456" name="Rechteck 455">
                <a:extLst>
                  <a:ext uri="{FF2B5EF4-FFF2-40B4-BE49-F238E27FC236}">
                    <a16:creationId xmlns:a16="http://schemas.microsoft.com/office/drawing/2014/main" id="{0B5384FA-F104-13EA-6A8A-580480F8FC67}"/>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79" name="Rechteck 478">
                <a:extLst>
                  <a:ext uri="{FF2B5EF4-FFF2-40B4-BE49-F238E27FC236}">
                    <a16:creationId xmlns:a16="http://schemas.microsoft.com/office/drawing/2014/main" id="{AE40D641-68C4-5451-AEE6-D9A51B337ED3}"/>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0" name="Rechteck 479">
                <a:extLst>
                  <a:ext uri="{FF2B5EF4-FFF2-40B4-BE49-F238E27FC236}">
                    <a16:creationId xmlns:a16="http://schemas.microsoft.com/office/drawing/2014/main" id="{C64C90FD-1409-1B9A-48AB-3BF3C292C17D}"/>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1" name="Rechteck 480">
                <a:extLst>
                  <a:ext uri="{FF2B5EF4-FFF2-40B4-BE49-F238E27FC236}">
                    <a16:creationId xmlns:a16="http://schemas.microsoft.com/office/drawing/2014/main" id="{FD8FBEA9-0F38-670F-5D5E-1A06195A565F}"/>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91" name="Gerader Verbinder 490">
              <a:extLst>
                <a:ext uri="{FF2B5EF4-FFF2-40B4-BE49-F238E27FC236}">
                  <a16:creationId xmlns:a16="http://schemas.microsoft.com/office/drawing/2014/main" id="{DB692A0B-1877-03FF-1112-626B013C5A32}"/>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4" name="Gerader Verbinder 493">
              <a:extLst>
                <a:ext uri="{FF2B5EF4-FFF2-40B4-BE49-F238E27FC236}">
                  <a16:creationId xmlns:a16="http://schemas.microsoft.com/office/drawing/2014/main" id="{AB190880-67D2-E56F-F665-CFE5ED1CC68B}"/>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7" name="Gerader Verbinder 496">
              <a:extLst>
                <a:ext uri="{FF2B5EF4-FFF2-40B4-BE49-F238E27FC236}">
                  <a16:creationId xmlns:a16="http://schemas.microsoft.com/office/drawing/2014/main" id="{5EBC00A7-8DAA-C824-5C68-AF6EB257C8B8}"/>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8" name="Gerader Verbinder 497">
              <a:extLst>
                <a:ext uri="{FF2B5EF4-FFF2-40B4-BE49-F238E27FC236}">
                  <a16:creationId xmlns:a16="http://schemas.microsoft.com/office/drawing/2014/main" id="{68792B84-7AC1-A80C-CA4B-06C23B503EF1}"/>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9" name="Gerader Verbinder 498">
              <a:extLst>
                <a:ext uri="{FF2B5EF4-FFF2-40B4-BE49-F238E27FC236}">
                  <a16:creationId xmlns:a16="http://schemas.microsoft.com/office/drawing/2014/main" id="{34EA2661-B924-1586-E9A7-6B0AC9A7E425}"/>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0" name="Gerader Verbinder 499">
              <a:extLst>
                <a:ext uri="{FF2B5EF4-FFF2-40B4-BE49-F238E27FC236}">
                  <a16:creationId xmlns:a16="http://schemas.microsoft.com/office/drawing/2014/main" id="{2EB71C10-0CF7-D255-65E9-AF18343E76DC}"/>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1" name="Gerader Verbinder 500">
              <a:extLst>
                <a:ext uri="{FF2B5EF4-FFF2-40B4-BE49-F238E27FC236}">
                  <a16:creationId xmlns:a16="http://schemas.microsoft.com/office/drawing/2014/main" id="{5B6A9175-C755-DF52-83C3-77963A7031A4}"/>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04" name="Gruppieren 503">
            <a:extLst>
              <a:ext uri="{FF2B5EF4-FFF2-40B4-BE49-F238E27FC236}">
                <a16:creationId xmlns:a16="http://schemas.microsoft.com/office/drawing/2014/main" id="{F15B180A-AD20-DEA8-D41E-31D0D6678479}"/>
              </a:ext>
            </a:extLst>
          </p:cNvPr>
          <p:cNvGrpSpPr/>
          <p:nvPr/>
        </p:nvGrpSpPr>
        <p:grpSpPr>
          <a:xfrm rot="10800000">
            <a:off x="7537608" y="937354"/>
            <a:ext cx="665027" cy="353258"/>
            <a:chOff x="1845763" y="2094667"/>
            <a:chExt cx="665027" cy="353258"/>
          </a:xfrm>
        </p:grpSpPr>
        <p:grpSp>
          <p:nvGrpSpPr>
            <p:cNvPr id="505" name="Gruppieren 504">
              <a:extLst>
                <a:ext uri="{FF2B5EF4-FFF2-40B4-BE49-F238E27FC236}">
                  <a16:creationId xmlns:a16="http://schemas.microsoft.com/office/drawing/2014/main" id="{5D7F3C8E-E10F-2B0B-B5DF-11E28B7D0F74}"/>
                </a:ext>
              </a:extLst>
            </p:cNvPr>
            <p:cNvGrpSpPr/>
            <p:nvPr/>
          </p:nvGrpSpPr>
          <p:grpSpPr>
            <a:xfrm>
              <a:off x="2194283" y="2094667"/>
              <a:ext cx="316507" cy="353258"/>
              <a:chOff x="1740480" y="2012117"/>
              <a:chExt cx="316507" cy="353258"/>
            </a:xfrm>
          </p:grpSpPr>
          <p:sp>
            <p:nvSpPr>
              <p:cNvPr id="194" name="Rechteck 193">
                <a:extLst>
                  <a:ext uri="{FF2B5EF4-FFF2-40B4-BE49-F238E27FC236}">
                    <a16:creationId xmlns:a16="http://schemas.microsoft.com/office/drawing/2014/main" id="{0A7A7869-7249-6E3E-7502-DEF369EEE319}"/>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6" name="Rechteck 195">
                <a:extLst>
                  <a:ext uri="{FF2B5EF4-FFF2-40B4-BE49-F238E27FC236}">
                    <a16:creationId xmlns:a16="http://schemas.microsoft.com/office/drawing/2014/main" id="{BF553B8A-7718-DA7A-20F4-E1D725767BA3}"/>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D10A906F-AE89-1387-2B0E-617995C67A76}"/>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8" name="Rechteck 197">
                <a:extLst>
                  <a:ext uri="{FF2B5EF4-FFF2-40B4-BE49-F238E27FC236}">
                    <a16:creationId xmlns:a16="http://schemas.microsoft.com/office/drawing/2014/main" id="{D43C6463-6C20-314C-6174-51DD20FB180F}"/>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506" name="Gerader Verbinder 505">
              <a:extLst>
                <a:ext uri="{FF2B5EF4-FFF2-40B4-BE49-F238E27FC236}">
                  <a16:creationId xmlns:a16="http://schemas.microsoft.com/office/drawing/2014/main" id="{D79181EA-E199-6B98-8A96-81DFF18E0DB9}"/>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7" name="Gerader Verbinder 506">
              <a:extLst>
                <a:ext uri="{FF2B5EF4-FFF2-40B4-BE49-F238E27FC236}">
                  <a16:creationId xmlns:a16="http://schemas.microsoft.com/office/drawing/2014/main" id="{76C37746-AC4D-C1AB-054C-7AC2B9375CAD}"/>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8" name="Gerader Verbinder 507">
              <a:extLst>
                <a:ext uri="{FF2B5EF4-FFF2-40B4-BE49-F238E27FC236}">
                  <a16:creationId xmlns:a16="http://schemas.microsoft.com/office/drawing/2014/main" id="{3AD75424-1E3C-FAC8-FE2A-DE09ECB410BD}"/>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9" name="Gerader Verbinder 508">
              <a:extLst>
                <a:ext uri="{FF2B5EF4-FFF2-40B4-BE49-F238E27FC236}">
                  <a16:creationId xmlns:a16="http://schemas.microsoft.com/office/drawing/2014/main" id="{93B78CA9-FF94-607E-5FB8-1AF2C6F47C8E}"/>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0" name="Gerader Verbinder 509">
              <a:extLst>
                <a:ext uri="{FF2B5EF4-FFF2-40B4-BE49-F238E27FC236}">
                  <a16:creationId xmlns:a16="http://schemas.microsoft.com/office/drawing/2014/main" id="{3F3943B0-4A5E-7F02-C9F0-52006737DC00}"/>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1" name="Gerader Verbinder 510">
              <a:extLst>
                <a:ext uri="{FF2B5EF4-FFF2-40B4-BE49-F238E27FC236}">
                  <a16:creationId xmlns:a16="http://schemas.microsoft.com/office/drawing/2014/main" id="{2EEDCCDA-2FAC-D452-D57E-9218DB71BB9B}"/>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3" name="Gerader Verbinder 192">
              <a:extLst>
                <a:ext uri="{FF2B5EF4-FFF2-40B4-BE49-F238E27FC236}">
                  <a16:creationId xmlns:a16="http://schemas.microsoft.com/office/drawing/2014/main" id="{C127CD3A-E1AC-5F95-0E30-77AF8F6C99E6}"/>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99" name="Gruppieren 198">
            <a:extLst>
              <a:ext uri="{FF2B5EF4-FFF2-40B4-BE49-F238E27FC236}">
                <a16:creationId xmlns:a16="http://schemas.microsoft.com/office/drawing/2014/main" id="{3119447E-9D4C-3080-E4DD-92D11AB54742}"/>
              </a:ext>
            </a:extLst>
          </p:cNvPr>
          <p:cNvGrpSpPr/>
          <p:nvPr/>
        </p:nvGrpSpPr>
        <p:grpSpPr>
          <a:xfrm>
            <a:off x="6696186" y="2678075"/>
            <a:ext cx="665026" cy="138770"/>
            <a:chOff x="1845763" y="2203033"/>
            <a:chExt cx="665026" cy="138770"/>
          </a:xfrm>
        </p:grpSpPr>
        <p:grpSp>
          <p:nvGrpSpPr>
            <p:cNvPr id="200" name="Gruppieren 199">
              <a:extLst>
                <a:ext uri="{FF2B5EF4-FFF2-40B4-BE49-F238E27FC236}">
                  <a16:creationId xmlns:a16="http://schemas.microsoft.com/office/drawing/2014/main" id="{855CF71D-7E3C-1994-94B3-626184DCA678}"/>
                </a:ext>
              </a:extLst>
            </p:cNvPr>
            <p:cNvGrpSpPr/>
            <p:nvPr/>
          </p:nvGrpSpPr>
          <p:grpSpPr>
            <a:xfrm>
              <a:off x="2194283" y="2203033"/>
              <a:ext cx="316506" cy="138770"/>
              <a:chOff x="1740480" y="2120483"/>
              <a:chExt cx="316506" cy="138770"/>
            </a:xfrm>
          </p:grpSpPr>
          <p:sp>
            <p:nvSpPr>
              <p:cNvPr id="208" name="Rechteck 207">
                <a:extLst>
                  <a:ext uri="{FF2B5EF4-FFF2-40B4-BE49-F238E27FC236}">
                    <a16:creationId xmlns:a16="http://schemas.microsoft.com/office/drawing/2014/main" id="{D4E76153-0BE9-1D1E-D4FF-5CF6363591EF}"/>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11" name="Rechteck 210">
                <a:extLst>
                  <a:ext uri="{FF2B5EF4-FFF2-40B4-BE49-F238E27FC236}">
                    <a16:creationId xmlns:a16="http://schemas.microsoft.com/office/drawing/2014/main" id="{B702EDB8-68EE-ECA9-A621-DA869012BB6F}"/>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201" name="Gerader Verbinder 200">
              <a:extLst>
                <a:ext uri="{FF2B5EF4-FFF2-40B4-BE49-F238E27FC236}">
                  <a16:creationId xmlns:a16="http://schemas.microsoft.com/office/drawing/2014/main" id="{A5866369-DD8A-C970-55D9-6A66E50D4696}"/>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2" name="Gerader Verbinder 201">
              <a:extLst>
                <a:ext uri="{FF2B5EF4-FFF2-40B4-BE49-F238E27FC236}">
                  <a16:creationId xmlns:a16="http://schemas.microsoft.com/office/drawing/2014/main" id="{9032665D-B443-52DE-3EB9-FC1EEA71AC08}"/>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3" name="Gerader Verbinder 202">
              <a:extLst>
                <a:ext uri="{FF2B5EF4-FFF2-40B4-BE49-F238E27FC236}">
                  <a16:creationId xmlns:a16="http://schemas.microsoft.com/office/drawing/2014/main" id="{4C898960-CC27-108F-8C94-A6C23C3A03E2}"/>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4" name="Gerader Verbinder 203">
              <a:extLst>
                <a:ext uri="{FF2B5EF4-FFF2-40B4-BE49-F238E27FC236}">
                  <a16:creationId xmlns:a16="http://schemas.microsoft.com/office/drawing/2014/main" id="{55098760-2BA1-00E0-E4CD-026EC3F48B9D}"/>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5" name="Gerader Verbinder 204">
              <a:extLst>
                <a:ext uri="{FF2B5EF4-FFF2-40B4-BE49-F238E27FC236}">
                  <a16:creationId xmlns:a16="http://schemas.microsoft.com/office/drawing/2014/main" id="{525A48F4-D2CD-E48E-8E0F-F6EE38045480}"/>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6" name="Gerader Verbinder 205">
              <a:extLst>
                <a:ext uri="{FF2B5EF4-FFF2-40B4-BE49-F238E27FC236}">
                  <a16:creationId xmlns:a16="http://schemas.microsoft.com/office/drawing/2014/main" id="{65664E6E-160E-61C6-9105-BDB6AC4F5202}"/>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7" name="Gerader Verbinder 206">
              <a:extLst>
                <a:ext uri="{FF2B5EF4-FFF2-40B4-BE49-F238E27FC236}">
                  <a16:creationId xmlns:a16="http://schemas.microsoft.com/office/drawing/2014/main" id="{5FD9DFEC-194E-8FD7-B7AC-D055C2AB55E4}"/>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12" name="Gruppieren 211">
            <a:extLst>
              <a:ext uri="{FF2B5EF4-FFF2-40B4-BE49-F238E27FC236}">
                <a16:creationId xmlns:a16="http://schemas.microsoft.com/office/drawing/2014/main" id="{06DDC351-330E-8150-2455-145AAF253525}"/>
              </a:ext>
            </a:extLst>
          </p:cNvPr>
          <p:cNvGrpSpPr/>
          <p:nvPr/>
        </p:nvGrpSpPr>
        <p:grpSpPr>
          <a:xfrm rot="10800000">
            <a:off x="7539608" y="2674912"/>
            <a:ext cx="665026" cy="138770"/>
            <a:chOff x="1845763" y="2203033"/>
            <a:chExt cx="665026" cy="138770"/>
          </a:xfrm>
        </p:grpSpPr>
        <p:grpSp>
          <p:nvGrpSpPr>
            <p:cNvPr id="213" name="Gruppieren 212">
              <a:extLst>
                <a:ext uri="{FF2B5EF4-FFF2-40B4-BE49-F238E27FC236}">
                  <a16:creationId xmlns:a16="http://schemas.microsoft.com/office/drawing/2014/main" id="{A0586B8F-0F8A-524C-C088-9D450030AAC5}"/>
                </a:ext>
              </a:extLst>
            </p:cNvPr>
            <p:cNvGrpSpPr/>
            <p:nvPr/>
          </p:nvGrpSpPr>
          <p:grpSpPr>
            <a:xfrm>
              <a:off x="2194283" y="2203033"/>
              <a:ext cx="316506" cy="138770"/>
              <a:chOff x="1740480" y="2120483"/>
              <a:chExt cx="316506" cy="138770"/>
            </a:xfrm>
          </p:grpSpPr>
          <p:sp>
            <p:nvSpPr>
              <p:cNvPr id="221" name="Rechteck 220">
                <a:extLst>
                  <a:ext uri="{FF2B5EF4-FFF2-40B4-BE49-F238E27FC236}">
                    <a16:creationId xmlns:a16="http://schemas.microsoft.com/office/drawing/2014/main" id="{E7DFCB3B-3483-9B33-3F8B-DA2EBD0E7506}"/>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22" name="Rechteck 221">
                <a:extLst>
                  <a:ext uri="{FF2B5EF4-FFF2-40B4-BE49-F238E27FC236}">
                    <a16:creationId xmlns:a16="http://schemas.microsoft.com/office/drawing/2014/main" id="{1E13CC59-D38C-4C14-2830-ADE4E1C383FF}"/>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214" name="Gerader Verbinder 213">
              <a:extLst>
                <a:ext uri="{FF2B5EF4-FFF2-40B4-BE49-F238E27FC236}">
                  <a16:creationId xmlns:a16="http://schemas.microsoft.com/office/drawing/2014/main" id="{6FEC2D03-6468-C0F4-C87A-2176D9020178}"/>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5" name="Gerader Verbinder 214">
              <a:extLst>
                <a:ext uri="{FF2B5EF4-FFF2-40B4-BE49-F238E27FC236}">
                  <a16:creationId xmlns:a16="http://schemas.microsoft.com/office/drawing/2014/main" id="{6509FEA4-C7BE-4283-01DD-518CE0B8C58F}"/>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6" name="Gerader Verbinder 215">
              <a:extLst>
                <a:ext uri="{FF2B5EF4-FFF2-40B4-BE49-F238E27FC236}">
                  <a16:creationId xmlns:a16="http://schemas.microsoft.com/office/drawing/2014/main" id="{C9C30195-E515-FBFD-EE95-E44B31C0383C}"/>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7" name="Gerader Verbinder 216">
              <a:extLst>
                <a:ext uri="{FF2B5EF4-FFF2-40B4-BE49-F238E27FC236}">
                  <a16:creationId xmlns:a16="http://schemas.microsoft.com/office/drawing/2014/main" id="{98DB5BD9-6A31-C6ED-799A-9E03D5A290B2}"/>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8" name="Gerader Verbinder 217">
              <a:extLst>
                <a:ext uri="{FF2B5EF4-FFF2-40B4-BE49-F238E27FC236}">
                  <a16:creationId xmlns:a16="http://schemas.microsoft.com/office/drawing/2014/main" id="{D54DB57E-4D75-02AC-B40E-28DF22893B4C}"/>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9" name="Gerader Verbinder 218">
              <a:extLst>
                <a:ext uri="{FF2B5EF4-FFF2-40B4-BE49-F238E27FC236}">
                  <a16:creationId xmlns:a16="http://schemas.microsoft.com/office/drawing/2014/main" id="{0A62AEF6-3F9C-8B44-A3DE-70218C6D2B73}"/>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0" name="Gerader Verbinder 219">
              <a:extLst>
                <a:ext uri="{FF2B5EF4-FFF2-40B4-BE49-F238E27FC236}">
                  <a16:creationId xmlns:a16="http://schemas.microsoft.com/office/drawing/2014/main" id="{8B55D0E6-FE66-32C4-1503-7943F8FB0EF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0" name="Gruppieren 409">
            <a:extLst>
              <a:ext uri="{FF2B5EF4-FFF2-40B4-BE49-F238E27FC236}">
                <a16:creationId xmlns:a16="http://schemas.microsoft.com/office/drawing/2014/main" id="{CFA3FBD6-85F7-03E9-1621-84249869B5E0}"/>
              </a:ext>
            </a:extLst>
          </p:cNvPr>
          <p:cNvGrpSpPr/>
          <p:nvPr/>
        </p:nvGrpSpPr>
        <p:grpSpPr>
          <a:xfrm>
            <a:off x="9049043" y="470629"/>
            <a:ext cx="1733550" cy="3840410"/>
            <a:chOff x="1724025" y="1627942"/>
            <a:chExt cx="1733550" cy="3840410"/>
          </a:xfrm>
        </p:grpSpPr>
        <p:sp>
          <p:nvSpPr>
            <p:cNvPr id="411" name="Rechteck 410">
              <a:extLst>
                <a:ext uri="{FF2B5EF4-FFF2-40B4-BE49-F238E27FC236}">
                  <a16:creationId xmlns:a16="http://schemas.microsoft.com/office/drawing/2014/main" id="{8CE91B06-ED5F-FEF0-0952-B214A2D3A530}"/>
                </a:ext>
              </a:extLst>
            </p:cNvPr>
            <p:cNvSpPr/>
            <p:nvPr/>
          </p:nvSpPr>
          <p:spPr>
            <a:xfrm>
              <a:off x="1724025" y="2094667"/>
              <a:ext cx="1733550" cy="2120146"/>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12" name="Gruppieren 411">
              <a:extLst>
                <a:ext uri="{FF2B5EF4-FFF2-40B4-BE49-F238E27FC236}">
                  <a16:creationId xmlns:a16="http://schemas.microsoft.com/office/drawing/2014/main" id="{87A11504-ED23-6113-74F0-835249CB7018}"/>
                </a:ext>
              </a:extLst>
            </p:cNvPr>
            <p:cNvGrpSpPr/>
            <p:nvPr/>
          </p:nvGrpSpPr>
          <p:grpSpPr>
            <a:xfrm>
              <a:off x="2510790" y="1627942"/>
              <a:ext cx="170071" cy="3840410"/>
              <a:chOff x="9057640" y="1671638"/>
              <a:chExt cx="170071" cy="3840410"/>
            </a:xfrm>
          </p:grpSpPr>
          <p:sp>
            <p:nvSpPr>
              <p:cNvPr id="528" name="Rechteck 527">
                <a:extLst>
                  <a:ext uri="{FF2B5EF4-FFF2-40B4-BE49-F238E27FC236}">
                    <a16:creationId xmlns:a16="http://schemas.microsoft.com/office/drawing/2014/main" id="{44BC944A-D65C-C6FB-6946-8677DBF672C9}"/>
                  </a:ext>
                </a:extLst>
              </p:cNvPr>
              <p:cNvSpPr/>
              <p:nvPr/>
            </p:nvSpPr>
            <p:spPr>
              <a:xfrm>
                <a:off x="9106957" y="1671638"/>
                <a:ext cx="71437" cy="285892"/>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29" name="Rechteck 528">
                <a:extLst>
                  <a:ext uri="{FF2B5EF4-FFF2-40B4-BE49-F238E27FC236}">
                    <a16:creationId xmlns:a16="http://schemas.microsoft.com/office/drawing/2014/main" id="{16A4683D-BABC-4316-4E42-E8A9D1061A13}"/>
                  </a:ext>
                </a:extLst>
              </p:cNvPr>
              <p:cNvSpPr/>
              <p:nvPr/>
            </p:nvSpPr>
            <p:spPr>
              <a:xfrm>
                <a:off x="9057640" y="1957529"/>
                <a:ext cx="170071" cy="3554519"/>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413" name="Gruppieren 412">
              <a:extLst>
                <a:ext uri="{FF2B5EF4-FFF2-40B4-BE49-F238E27FC236}">
                  <a16:creationId xmlns:a16="http://schemas.microsoft.com/office/drawing/2014/main" id="{715D94D6-EFBB-26A0-D576-2DDB1FA91C71}"/>
                </a:ext>
              </a:extLst>
            </p:cNvPr>
            <p:cNvGrpSpPr/>
            <p:nvPr/>
          </p:nvGrpSpPr>
          <p:grpSpPr>
            <a:xfrm>
              <a:off x="1845763" y="2094667"/>
              <a:ext cx="665027" cy="353258"/>
              <a:chOff x="1845763" y="2094667"/>
              <a:chExt cx="665027" cy="353258"/>
            </a:xfrm>
          </p:grpSpPr>
          <p:grpSp>
            <p:nvGrpSpPr>
              <p:cNvPr id="516" name="Gruppieren 515">
                <a:extLst>
                  <a:ext uri="{FF2B5EF4-FFF2-40B4-BE49-F238E27FC236}">
                    <a16:creationId xmlns:a16="http://schemas.microsoft.com/office/drawing/2014/main" id="{1308E511-A417-BCFD-DE2C-A17B688537D9}"/>
                  </a:ext>
                </a:extLst>
              </p:cNvPr>
              <p:cNvGrpSpPr/>
              <p:nvPr/>
            </p:nvGrpSpPr>
            <p:grpSpPr>
              <a:xfrm>
                <a:off x="2194283" y="2094667"/>
                <a:ext cx="316507" cy="353258"/>
                <a:chOff x="1740480" y="2012117"/>
                <a:chExt cx="316507" cy="353258"/>
              </a:xfrm>
            </p:grpSpPr>
            <p:sp>
              <p:nvSpPr>
                <p:cNvPr id="524" name="Rechteck 523">
                  <a:extLst>
                    <a:ext uri="{FF2B5EF4-FFF2-40B4-BE49-F238E27FC236}">
                      <a16:creationId xmlns:a16="http://schemas.microsoft.com/office/drawing/2014/main" id="{47DBDAB7-3506-0ABA-2195-4F71D467C277}"/>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25" name="Rechteck 524">
                  <a:extLst>
                    <a:ext uri="{FF2B5EF4-FFF2-40B4-BE49-F238E27FC236}">
                      <a16:creationId xmlns:a16="http://schemas.microsoft.com/office/drawing/2014/main" id="{DCC344C2-56C2-2381-DAEA-306C14F253FC}"/>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26" name="Rechteck 525">
                  <a:extLst>
                    <a:ext uri="{FF2B5EF4-FFF2-40B4-BE49-F238E27FC236}">
                      <a16:creationId xmlns:a16="http://schemas.microsoft.com/office/drawing/2014/main" id="{C6F6A704-5121-6736-9A85-6D20F5908449}"/>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27" name="Rechteck 526">
                  <a:extLst>
                    <a:ext uri="{FF2B5EF4-FFF2-40B4-BE49-F238E27FC236}">
                      <a16:creationId xmlns:a16="http://schemas.microsoft.com/office/drawing/2014/main" id="{5DA3B63C-D31D-D83B-1069-CD54390ACA9B}"/>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517" name="Gerader Verbinder 516">
                <a:extLst>
                  <a:ext uri="{FF2B5EF4-FFF2-40B4-BE49-F238E27FC236}">
                    <a16:creationId xmlns:a16="http://schemas.microsoft.com/office/drawing/2014/main" id="{2D19CF9B-CB27-6E36-6B6A-6D7F86F2CF0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8" name="Gerader Verbinder 517">
                <a:extLst>
                  <a:ext uri="{FF2B5EF4-FFF2-40B4-BE49-F238E27FC236}">
                    <a16:creationId xmlns:a16="http://schemas.microsoft.com/office/drawing/2014/main" id="{20C4A887-E570-8260-8E24-835D03A34156}"/>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9" name="Gerader Verbinder 518">
                <a:extLst>
                  <a:ext uri="{FF2B5EF4-FFF2-40B4-BE49-F238E27FC236}">
                    <a16:creationId xmlns:a16="http://schemas.microsoft.com/office/drawing/2014/main" id="{E1008D47-D3D6-D396-64BC-CA3C6F35FF46}"/>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0" name="Gerader Verbinder 519">
                <a:extLst>
                  <a:ext uri="{FF2B5EF4-FFF2-40B4-BE49-F238E27FC236}">
                    <a16:creationId xmlns:a16="http://schemas.microsoft.com/office/drawing/2014/main" id="{27F5DA18-E27E-DE0E-7673-31DBB9DF9798}"/>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1" name="Gerader Verbinder 520">
                <a:extLst>
                  <a:ext uri="{FF2B5EF4-FFF2-40B4-BE49-F238E27FC236}">
                    <a16:creationId xmlns:a16="http://schemas.microsoft.com/office/drawing/2014/main" id="{745971AB-233C-1646-8B38-93CB66C4BFAB}"/>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2" name="Gerader Verbinder 521">
                <a:extLst>
                  <a:ext uri="{FF2B5EF4-FFF2-40B4-BE49-F238E27FC236}">
                    <a16:creationId xmlns:a16="http://schemas.microsoft.com/office/drawing/2014/main" id="{B9E99043-BA58-B855-433F-B2B4D89FF18A}"/>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3" name="Gerader Verbinder 522">
                <a:extLst>
                  <a:ext uri="{FF2B5EF4-FFF2-40B4-BE49-F238E27FC236}">
                    <a16:creationId xmlns:a16="http://schemas.microsoft.com/office/drawing/2014/main" id="{C19CB318-5925-BB4E-832F-5CDA47F806DF}"/>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4" name="Gruppieren 413">
              <a:extLst>
                <a:ext uri="{FF2B5EF4-FFF2-40B4-BE49-F238E27FC236}">
                  <a16:creationId xmlns:a16="http://schemas.microsoft.com/office/drawing/2014/main" id="{5553B781-F7E3-5418-7BDF-91D3B8791FB8}"/>
                </a:ext>
              </a:extLst>
            </p:cNvPr>
            <p:cNvGrpSpPr/>
            <p:nvPr/>
          </p:nvGrpSpPr>
          <p:grpSpPr>
            <a:xfrm rot="10800000">
              <a:off x="2680861" y="2094667"/>
              <a:ext cx="665027" cy="353258"/>
              <a:chOff x="1845763" y="2094667"/>
              <a:chExt cx="665027" cy="353258"/>
            </a:xfrm>
          </p:grpSpPr>
          <p:grpSp>
            <p:nvGrpSpPr>
              <p:cNvPr id="440" name="Gruppieren 439">
                <a:extLst>
                  <a:ext uri="{FF2B5EF4-FFF2-40B4-BE49-F238E27FC236}">
                    <a16:creationId xmlns:a16="http://schemas.microsoft.com/office/drawing/2014/main" id="{012AA655-A7EB-A903-2F81-440F4947AF79}"/>
                  </a:ext>
                </a:extLst>
              </p:cNvPr>
              <p:cNvGrpSpPr/>
              <p:nvPr/>
            </p:nvGrpSpPr>
            <p:grpSpPr>
              <a:xfrm>
                <a:off x="2194283" y="2094667"/>
                <a:ext cx="316507" cy="353258"/>
                <a:chOff x="1740480" y="2012117"/>
                <a:chExt cx="316507" cy="353258"/>
              </a:xfrm>
            </p:grpSpPr>
            <p:sp>
              <p:nvSpPr>
                <p:cNvPr id="512" name="Rechteck 511">
                  <a:extLst>
                    <a:ext uri="{FF2B5EF4-FFF2-40B4-BE49-F238E27FC236}">
                      <a16:creationId xmlns:a16="http://schemas.microsoft.com/office/drawing/2014/main" id="{818F1F2A-DAF6-DDAA-8C5D-FFA0B159C916}"/>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13" name="Rechteck 512">
                  <a:extLst>
                    <a:ext uri="{FF2B5EF4-FFF2-40B4-BE49-F238E27FC236}">
                      <a16:creationId xmlns:a16="http://schemas.microsoft.com/office/drawing/2014/main" id="{F59F8233-3439-C706-EAA4-1BAFB19CBF75}"/>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4" name="Rechteck 513">
                  <a:extLst>
                    <a:ext uri="{FF2B5EF4-FFF2-40B4-BE49-F238E27FC236}">
                      <a16:creationId xmlns:a16="http://schemas.microsoft.com/office/drawing/2014/main" id="{8DCFFF2C-750D-7EB7-16EC-539C326479EA}"/>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5" name="Rechteck 514">
                  <a:extLst>
                    <a:ext uri="{FF2B5EF4-FFF2-40B4-BE49-F238E27FC236}">
                      <a16:creationId xmlns:a16="http://schemas.microsoft.com/office/drawing/2014/main" id="{4B5084FA-D308-DC8F-15EC-60CE369CB52E}"/>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41" name="Gerader Verbinder 440">
                <a:extLst>
                  <a:ext uri="{FF2B5EF4-FFF2-40B4-BE49-F238E27FC236}">
                    <a16:creationId xmlns:a16="http://schemas.microsoft.com/office/drawing/2014/main" id="{7632E751-3942-69C3-D60B-A862F20A4727}"/>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2" name="Gerader Verbinder 441">
                <a:extLst>
                  <a:ext uri="{FF2B5EF4-FFF2-40B4-BE49-F238E27FC236}">
                    <a16:creationId xmlns:a16="http://schemas.microsoft.com/office/drawing/2014/main" id="{261FC457-9EF4-F907-E550-37CF32C8A0C1}"/>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3" name="Gerader Verbinder 442">
                <a:extLst>
                  <a:ext uri="{FF2B5EF4-FFF2-40B4-BE49-F238E27FC236}">
                    <a16:creationId xmlns:a16="http://schemas.microsoft.com/office/drawing/2014/main" id="{AC645F6A-662A-E258-2583-A223B71B8A66}"/>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4" name="Gerader Verbinder 443">
                <a:extLst>
                  <a:ext uri="{FF2B5EF4-FFF2-40B4-BE49-F238E27FC236}">
                    <a16:creationId xmlns:a16="http://schemas.microsoft.com/office/drawing/2014/main" id="{991048F2-CE32-9FBB-769C-6713C65D987F}"/>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5" name="Gerader Verbinder 444">
                <a:extLst>
                  <a:ext uri="{FF2B5EF4-FFF2-40B4-BE49-F238E27FC236}">
                    <a16:creationId xmlns:a16="http://schemas.microsoft.com/office/drawing/2014/main" id="{1CE13D85-1256-830A-6054-196BB8D949C6}"/>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6" name="Gerader Verbinder 445">
                <a:extLst>
                  <a:ext uri="{FF2B5EF4-FFF2-40B4-BE49-F238E27FC236}">
                    <a16:creationId xmlns:a16="http://schemas.microsoft.com/office/drawing/2014/main" id="{5EF0D042-F95E-9267-46DD-4C2E44EB5065}"/>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7" name="Gerader Verbinder 446">
                <a:extLst>
                  <a:ext uri="{FF2B5EF4-FFF2-40B4-BE49-F238E27FC236}">
                    <a16:creationId xmlns:a16="http://schemas.microsoft.com/office/drawing/2014/main" id="{D319EB91-D7A3-08E6-F5C9-187DCA44403F}"/>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5" name="Gruppieren 414">
              <a:extLst>
                <a:ext uri="{FF2B5EF4-FFF2-40B4-BE49-F238E27FC236}">
                  <a16:creationId xmlns:a16="http://schemas.microsoft.com/office/drawing/2014/main" id="{6A67A3AC-83CF-2927-AAD3-518B639278FE}"/>
                </a:ext>
              </a:extLst>
            </p:cNvPr>
            <p:cNvGrpSpPr/>
            <p:nvPr/>
          </p:nvGrpSpPr>
          <p:grpSpPr>
            <a:xfrm>
              <a:off x="1839439" y="3835388"/>
              <a:ext cx="665026" cy="138770"/>
              <a:chOff x="1845763" y="2203033"/>
              <a:chExt cx="665026" cy="138770"/>
            </a:xfrm>
          </p:grpSpPr>
          <p:grpSp>
            <p:nvGrpSpPr>
              <p:cNvPr id="427" name="Gruppieren 426">
                <a:extLst>
                  <a:ext uri="{FF2B5EF4-FFF2-40B4-BE49-F238E27FC236}">
                    <a16:creationId xmlns:a16="http://schemas.microsoft.com/office/drawing/2014/main" id="{D0C7914C-ED93-A4FA-8342-81C9CF7C9629}"/>
                  </a:ext>
                </a:extLst>
              </p:cNvPr>
              <p:cNvGrpSpPr/>
              <p:nvPr/>
            </p:nvGrpSpPr>
            <p:grpSpPr>
              <a:xfrm>
                <a:off x="2194283" y="2203033"/>
                <a:ext cx="316506" cy="138770"/>
                <a:chOff x="1740480" y="2120483"/>
                <a:chExt cx="316506" cy="138770"/>
              </a:xfrm>
            </p:grpSpPr>
            <p:sp>
              <p:nvSpPr>
                <p:cNvPr id="438" name="Rechteck 437">
                  <a:extLst>
                    <a:ext uri="{FF2B5EF4-FFF2-40B4-BE49-F238E27FC236}">
                      <a16:creationId xmlns:a16="http://schemas.microsoft.com/office/drawing/2014/main" id="{9BB2FD13-7FF7-3439-8E33-D141FEFD1991}"/>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39" name="Rechteck 438">
                  <a:extLst>
                    <a:ext uri="{FF2B5EF4-FFF2-40B4-BE49-F238E27FC236}">
                      <a16:creationId xmlns:a16="http://schemas.microsoft.com/office/drawing/2014/main" id="{ADD82136-0AFB-DCB6-6671-EE7CD4CF5A19}"/>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28" name="Gerader Verbinder 427">
                <a:extLst>
                  <a:ext uri="{FF2B5EF4-FFF2-40B4-BE49-F238E27FC236}">
                    <a16:creationId xmlns:a16="http://schemas.microsoft.com/office/drawing/2014/main" id="{E849F53F-DC5C-2DED-AD93-D45922B5FDC0}"/>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0" name="Gerader Verbinder 429">
                <a:extLst>
                  <a:ext uri="{FF2B5EF4-FFF2-40B4-BE49-F238E27FC236}">
                    <a16:creationId xmlns:a16="http://schemas.microsoft.com/office/drawing/2014/main" id="{1EB530B1-02B2-BC97-A5AD-58A141E13184}"/>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1" name="Gerader Verbinder 430">
                <a:extLst>
                  <a:ext uri="{FF2B5EF4-FFF2-40B4-BE49-F238E27FC236}">
                    <a16:creationId xmlns:a16="http://schemas.microsoft.com/office/drawing/2014/main" id="{F932609A-A962-D7D4-29DB-EFF093F10FC1}"/>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2" name="Gerader Verbinder 431">
                <a:extLst>
                  <a:ext uri="{FF2B5EF4-FFF2-40B4-BE49-F238E27FC236}">
                    <a16:creationId xmlns:a16="http://schemas.microsoft.com/office/drawing/2014/main" id="{58A1DF9E-05D5-7DA5-2372-21C0FD5F1663}"/>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3" name="Gerader Verbinder 432">
                <a:extLst>
                  <a:ext uri="{FF2B5EF4-FFF2-40B4-BE49-F238E27FC236}">
                    <a16:creationId xmlns:a16="http://schemas.microsoft.com/office/drawing/2014/main" id="{82851F10-EE56-2AC0-3175-126AE428C89A}"/>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4" name="Gerader Verbinder 433">
                <a:extLst>
                  <a:ext uri="{FF2B5EF4-FFF2-40B4-BE49-F238E27FC236}">
                    <a16:creationId xmlns:a16="http://schemas.microsoft.com/office/drawing/2014/main" id="{E8194FEA-128E-8326-1ADB-1214BC11002E}"/>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5" name="Gerader Verbinder 434">
                <a:extLst>
                  <a:ext uri="{FF2B5EF4-FFF2-40B4-BE49-F238E27FC236}">
                    <a16:creationId xmlns:a16="http://schemas.microsoft.com/office/drawing/2014/main" id="{D6448B53-8968-8A7F-F971-5EB38A221C07}"/>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6" name="Gruppieren 415">
              <a:extLst>
                <a:ext uri="{FF2B5EF4-FFF2-40B4-BE49-F238E27FC236}">
                  <a16:creationId xmlns:a16="http://schemas.microsoft.com/office/drawing/2014/main" id="{B260CCB8-E216-E373-95AD-98E20B1624CC}"/>
                </a:ext>
              </a:extLst>
            </p:cNvPr>
            <p:cNvGrpSpPr/>
            <p:nvPr/>
          </p:nvGrpSpPr>
          <p:grpSpPr>
            <a:xfrm rot="10800000">
              <a:off x="2682861" y="3832225"/>
              <a:ext cx="665026" cy="138770"/>
              <a:chOff x="1845763" y="2203033"/>
              <a:chExt cx="665026" cy="138770"/>
            </a:xfrm>
          </p:grpSpPr>
          <p:grpSp>
            <p:nvGrpSpPr>
              <p:cNvPr id="417" name="Gruppieren 416">
                <a:extLst>
                  <a:ext uri="{FF2B5EF4-FFF2-40B4-BE49-F238E27FC236}">
                    <a16:creationId xmlns:a16="http://schemas.microsoft.com/office/drawing/2014/main" id="{E0B3ADC2-5348-9CCF-20AC-F30E9E7674DD}"/>
                  </a:ext>
                </a:extLst>
              </p:cNvPr>
              <p:cNvGrpSpPr/>
              <p:nvPr/>
            </p:nvGrpSpPr>
            <p:grpSpPr>
              <a:xfrm>
                <a:off x="2194283" y="2203033"/>
                <a:ext cx="316506" cy="138770"/>
                <a:chOff x="1740480" y="2120483"/>
                <a:chExt cx="316506" cy="138770"/>
              </a:xfrm>
            </p:grpSpPr>
            <p:sp>
              <p:nvSpPr>
                <p:cNvPr id="425" name="Rechteck 424">
                  <a:extLst>
                    <a:ext uri="{FF2B5EF4-FFF2-40B4-BE49-F238E27FC236}">
                      <a16:creationId xmlns:a16="http://schemas.microsoft.com/office/drawing/2014/main" id="{5234F6E7-9659-B4DD-D7C1-4A45082B1CCF}"/>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26" name="Rechteck 425">
                  <a:extLst>
                    <a:ext uri="{FF2B5EF4-FFF2-40B4-BE49-F238E27FC236}">
                      <a16:creationId xmlns:a16="http://schemas.microsoft.com/office/drawing/2014/main" id="{73E1D165-16E7-C4C8-CAD0-BCB008BBC632}"/>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18" name="Gerader Verbinder 417">
                <a:extLst>
                  <a:ext uri="{FF2B5EF4-FFF2-40B4-BE49-F238E27FC236}">
                    <a16:creationId xmlns:a16="http://schemas.microsoft.com/office/drawing/2014/main" id="{33093A51-A4E7-3720-9086-4127DF8A27A9}"/>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9" name="Gerader Verbinder 418">
                <a:extLst>
                  <a:ext uri="{FF2B5EF4-FFF2-40B4-BE49-F238E27FC236}">
                    <a16:creationId xmlns:a16="http://schemas.microsoft.com/office/drawing/2014/main" id="{AD87CB44-013E-7C12-96CE-C04C7BB2E8D1}"/>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0" name="Gerader Verbinder 419">
                <a:extLst>
                  <a:ext uri="{FF2B5EF4-FFF2-40B4-BE49-F238E27FC236}">
                    <a16:creationId xmlns:a16="http://schemas.microsoft.com/office/drawing/2014/main" id="{6CDC65E0-7784-BC6A-EC25-A1A2DE7F655D}"/>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1" name="Gerader Verbinder 420">
                <a:extLst>
                  <a:ext uri="{FF2B5EF4-FFF2-40B4-BE49-F238E27FC236}">
                    <a16:creationId xmlns:a16="http://schemas.microsoft.com/office/drawing/2014/main" id="{5A57BAE7-56E6-EEF2-94D8-1E30D86157E1}"/>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2" name="Gerader Verbinder 421">
                <a:extLst>
                  <a:ext uri="{FF2B5EF4-FFF2-40B4-BE49-F238E27FC236}">
                    <a16:creationId xmlns:a16="http://schemas.microsoft.com/office/drawing/2014/main" id="{35EA532A-656F-9968-969B-F9F331A4A5AA}"/>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3" name="Gerader Verbinder 422">
                <a:extLst>
                  <a:ext uri="{FF2B5EF4-FFF2-40B4-BE49-F238E27FC236}">
                    <a16:creationId xmlns:a16="http://schemas.microsoft.com/office/drawing/2014/main" id="{FF873C44-7215-7A81-9B08-FE7D070E3571}"/>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4" name="Gerader Verbinder 423">
                <a:extLst>
                  <a:ext uri="{FF2B5EF4-FFF2-40B4-BE49-F238E27FC236}">
                    <a16:creationId xmlns:a16="http://schemas.microsoft.com/office/drawing/2014/main" id="{0AF7A4AA-E1D8-2663-52FB-B4E75A825B51}"/>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531" name="Gerade Verbindung mit Pfeil 530">
            <a:extLst>
              <a:ext uri="{FF2B5EF4-FFF2-40B4-BE49-F238E27FC236}">
                <a16:creationId xmlns:a16="http://schemas.microsoft.com/office/drawing/2014/main" id="{B7ACEC0E-A65A-4AB3-D3DF-DFE5B0B482BA}"/>
              </a:ext>
            </a:extLst>
          </p:cNvPr>
          <p:cNvCxnSpPr/>
          <p:nvPr/>
        </p:nvCxnSpPr>
        <p:spPr>
          <a:xfrm>
            <a:off x="7863676" y="1529318"/>
            <a:ext cx="0" cy="93621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532" name="Gerade Verbindung mit Pfeil 531">
            <a:extLst>
              <a:ext uri="{FF2B5EF4-FFF2-40B4-BE49-F238E27FC236}">
                <a16:creationId xmlns:a16="http://schemas.microsoft.com/office/drawing/2014/main" id="{141A4A35-5FE5-C48F-77D9-8A22F83C39CA}"/>
              </a:ext>
            </a:extLst>
          </p:cNvPr>
          <p:cNvCxnSpPr/>
          <p:nvPr/>
        </p:nvCxnSpPr>
        <p:spPr>
          <a:xfrm>
            <a:off x="10325933" y="1529318"/>
            <a:ext cx="0" cy="93621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541" name="Textfeld 540">
            <a:extLst>
              <a:ext uri="{FF2B5EF4-FFF2-40B4-BE49-F238E27FC236}">
                <a16:creationId xmlns:a16="http://schemas.microsoft.com/office/drawing/2014/main" id="{5FFF51A0-DEFD-CBE5-CC1D-90E99CA2D85D}"/>
              </a:ext>
            </a:extLst>
          </p:cNvPr>
          <p:cNvSpPr txBox="1"/>
          <p:nvPr/>
        </p:nvSpPr>
        <p:spPr>
          <a:xfrm>
            <a:off x="7991877" y="218744"/>
            <a:ext cx="4003940" cy="369332"/>
          </a:xfrm>
          <a:prstGeom prst="rect">
            <a:avLst/>
          </a:prstGeom>
          <a:noFill/>
        </p:spPr>
        <p:txBody>
          <a:bodyPr wrap="square" rtlCol="0">
            <a:spAutoFit/>
          </a:bodyPr>
          <a:lstStyle/>
          <a:p>
            <a:r>
              <a:rPr lang="de-DE" dirty="0" err="1"/>
              <a:t>side</a:t>
            </a:r>
            <a:r>
              <a:rPr lang="de-DE" dirty="0"/>
              <a:t> </a:t>
            </a:r>
            <a:r>
              <a:rPr lang="de-DE" dirty="0" err="1"/>
              <a:t>view</a:t>
            </a:r>
            <a:endParaRPr lang="de-DE" dirty="0"/>
          </a:p>
        </p:txBody>
      </p:sp>
      <p:grpSp>
        <p:nvGrpSpPr>
          <p:cNvPr id="605" name="Gruppieren 604">
            <a:extLst>
              <a:ext uri="{FF2B5EF4-FFF2-40B4-BE49-F238E27FC236}">
                <a16:creationId xmlns:a16="http://schemas.microsoft.com/office/drawing/2014/main" id="{532CF3A6-0AF4-90DD-8B56-7C8A6FFF36BF}"/>
              </a:ext>
            </a:extLst>
          </p:cNvPr>
          <p:cNvGrpSpPr/>
          <p:nvPr/>
        </p:nvGrpSpPr>
        <p:grpSpPr>
          <a:xfrm>
            <a:off x="-2066925" y="3231351"/>
            <a:ext cx="21497925" cy="2652147"/>
            <a:chOff x="-6905625" y="3231351"/>
            <a:chExt cx="21497925" cy="2652147"/>
          </a:xfrm>
        </p:grpSpPr>
        <p:sp>
          <p:nvSpPr>
            <p:cNvPr id="604" name="Bogen 603">
              <a:extLst>
                <a:ext uri="{FF2B5EF4-FFF2-40B4-BE49-F238E27FC236}">
                  <a16:creationId xmlns:a16="http://schemas.microsoft.com/office/drawing/2014/main" id="{5FD021A8-DFA3-7642-ABD3-63525DA376A2}"/>
                </a:ext>
              </a:extLst>
            </p:cNvPr>
            <p:cNvSpPr/>
            <p:nvPr/>
          </p:nvSpPr>
          <p:spPr>
            <a:xfrm>
              <a:off x="-6905625" y="3231351"/>
              <a:ext cx="21497925" cy="1818236"/>
            </a:xfrm>
            <a:prstGeom prst="arc">
              <a:avLst>
                <a:gd name="adj1" fmla="val 806205"/>
                <a:gd name="adj2" fmla="val 9914081"/>
              </a:avLst>
            </a:prstGeom>
            <a:grp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546" name="Gruppieren 545">
              <a:extLst>
                <a:ext uri="{FF2B5EF4-FFF2-40B4-BE49-F238E27FC236}">
                  <a16:creationId xmlns:a16="http://schemas.microsoft.com/office/drawing/2014/main" id="{2FBD7FEF-B3FF-81EC-507A-3C38082A1A2A}"/>
                </a:ext>
              </a:extLst>
            </p:cNvPr>
            <p:cNvGrpSpPr/>
            <p:nvPr/>
          </p:nvGrpSpPr>
          <p:grpSpPr>
            <a:xfrm>
              <a:off x="2524247" y="5618481"/>
              <a:ext cx="169200" cy="169200"/>
              <a:chOff x="2843746" y="504477"/>
              <a:chExt cx="169200" cy="169200"/>
            </a:xfrm>
          </p:grpSpPr>
          <p:sp>
            <p:nvSpPr>
              <p:cNvPr id="544" name="Ellipse 543">
                <a:extLst>
                  <a:ext uri="{FF2B5EF4-FFF2-40B4-BE49-F238E27FC236}">
                    <a16:creationId xmlns:a16="http://schemas.microsoft.com/office/drawing/2014/main" id="{0E163D19-4CE3-6397-6E39-60A24D882E8D}"/>
                  </a:ext>
                </a:extLst>
              </p:cNvPr>
              <p:cNvSpPr/>
              <p:nvPr/>
            </p:nvSpPr>
            <p:spPr>
              <a:xfrm>
                <a:off x="2843746" y="504477"/>
                <a:ext cx="169200" cy="1692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5" name="Ellipse 544">
                <a:extLst>
                  <a:ext uri="{FF2B5EF4-FFF2-40B4-BE49-F238E27FC236}">
                    <a16:creationId xmlns:a16="http://schemas.microsoft.com/office/drawing/2014/main" id="{B288B8A9-CE3A-6B5D-F711-8BD33084F4B4}"/>
                  </a:ext>
                </a:extLst>
              </p:cNvPr>
              <p:cNvSpPr/>
              <p:nvPr/>
            </p:nvSpPr>
            <p:spPr>
              <a:xfrm>
                <a:off x="2895008" y="547852"/>
                <a:ext cx="71437" cy="72000"/>
              </a:xfrm>
              <a:prstGeom prst="ellipse">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63" name="Gruppieren 562">
              <a:extLst>
                <a:ext uri="{FF2B5EF4-FFF2-40B4-BE49-F238E27FC236}">
                  <a16:creationId xmlns:a16="http://schemas.microsoft.com/office/drawing/2014/main" id="{C14E1605-9E51-0440-4D0B-ACD98174AAF7}"/>
                </a:ext>
              </a:extLst>
            </p:cNvPr>
            <p:cNvGrpSpPr/>
            <p:nvPr/>
          </p:nvGrpSpPr>
          <p:grpSpPr>
            <a:xfrm>
              <a:off x="1851257" y="5538636"/>
              <a:ext cx="670570" cy="341641"/>
              <a:chOff x="1917432" y="5453063"/>
              <a:chExt cx="670570" cy="341641"/>
            </a:xfrm>
          </p:grpSpPr>
          <p:sp>
            <p:nvSpPr>
              <p:cNvPr id="547" name="Rechteck 546">
                <a:extLst>
                  <a:ext uri="{FF2B5EF4-FFF2-40B4-BE49-F238E27FC236}">
                    <a16:creationId xmlns:a16="http://schemas.microsoft.com/office/drawing/2014/main" id="{894B2CFC-E692-3F29-E791-25905F8E0B4B}"/>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48" name="Rechteck 547">
                <a:extLst>
                  <a:ext uri="{FF2B5EF4-FFF2-40B4-BE49-F238E27FC236}">
                    <a16:creationId xmlns:a16="http://schemas.microsoft.com/office/drawing/2014/main" id="{FC30E8E2-B7DE-DC0D-66FC-E022A9F18763}"/>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49" name="Gerader Verbinder 548">
                <a:extLst>
                  <a:ext uri="{FF2B5EF4-FFF2-40B4-BE49-F238E27FC236}">
                    <a16:creationId xmlns:a16="http://schemas.microsoft.com/office/drawing/2014/main" id="{E89ED9AF-F5A8-A933-5D4B-246DF41E8CA0}"/>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0" name="Gerader Verbinder 549">
                <a:extLst>
                  <a:ext uri="{FF2B5EF4-FFF2-40B4-BE49-F238E27FC236}">
                    <a16:creationId xmlns:a16="http://schemas.microsoft.com/office/drawing/2014/main" id="{3BF54B6F-158A-4F2A-6094-765BC8C545C3}"/>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1" name="Gerader Verbinder 550">
                <a:extLst>
                  <a:ext uri="{FF2B5EF4-FFF2-40B4-BE49-F238E27FC236}">
                    <a16:creationId xmlns:a16="http://schemas.microsoft.com/office/drawing/2014/main" id="{667881BE-8E27-8CAC-49B5-9F98D1E30FE6}"/>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2" name="Gerader Verbinder 551">
                <a:extLst>
                  <a:ext uri="{FF2B5EF4-FFF2-40B4-BE49-F238E27FC236}">
                    <a16:creationId xmlns:a16="http://schemas.microsoft.com/office/drawing/2014/main" id="{B2154F9C-A9C3-0FC3-9E1E-71D9F83507D8}"/>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3" name="Gerader Verbinder 552">
                <a:extLst>
                  <a:ext uri="{FF2B5EF4-FFF2-40B4-BE49-F238E27FC236}">
                    <a16:creationId xmlns:a16="http://schemas.microsoft.com/office/drawing/2014/main" id="{4B605255-82E0-C5C0-54C9-514AC58584B3}"/>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4" name="Gerader Verbinder 553">
                <a:extLst>
                  <a:ext uri="{FF2B5EF4-FFF2-40B4-BE49-F238E27FC236}">
                    <a16:creationId xmlns:a16="http://schemas.microsoft.com/office/drawing/2014/main" id="{EE083889-0903-F496-8CC6-515D74477A07}"/>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5" name="Gerader Verbinder 554">
                <a:extLst>
                  <a:ext uri="{FF2B5EF4-FFF2-40B4-BE49-F238E27FC236}">
                    <a16:creationId xmlns:a16="http://schemas.microsoft.com/office/drawing/2014/main" id="{B45A11CE-6908-7720-4C1A-EB3110621782}"/>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64" name="Gruppieren 563">
              <a:extLst>
                <a:ext uri="{FF2B5EF4-FFF2-40B4-BE49-F238E27FC236}">
                  <a16:creationId xmlns:a16="http://schemas.microsoft.com/office/drawing/2014/main" id="{7F605BEC-A871-763F-D8D2-DA2D3B1F4720}"/>
                </a:ext>
              </a:extLst>
            </p:cNvPr>
            <p:cNvGrpSpPr/>
            <p:nvPr/>
          </p:nvGrpSpPr>
          <p:grpSpPr>
            <a:xfrm rot="10800000">
              <a:off x="2700591" y="5538636"/>
              <a:ext cx="670570" cy="341641"/>
              <a:chOff x="1917432" y="5453063"/>
              <a:chExt cx="670570" cy="341641"/>
            </a:xfrm>
          </p:grpSpPr>
          <p:sp>
            <p:nvSpPr>
              <p:cNvPr id="565" name="Rechteck 564">
                <a:extLst>
                  <a:ext uri="{FF2B5EF4-FFF2-40B4-BE49-F238E27FC236}">
                    <a16:creationId xmlns:a16="http://schemas.microsoft.com/office/drawing/2014/main" id="{82C0A28A-17B2-8137-C210-45D4CDA17D0D}"/>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6" name="Rechteck 565">
                <a:extLst>
                  <a:ext uri="{FF2B5EF4-FFF2-40B4-BE49-F238E27FC236}">
                    <a16:creationId xmlns:a16="http://schemas.microsoft.com/office/drawing/2014/main" id="{E84B547F-180E-EDCB-78A3-B5AA2BBD2259}"/>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67" name="Gerader Verbinder 566">
                <a:extLst>
                  <a:ext uri="{FF2B5EF4-FFF2-40B4-BE49-F238E27FC236}">
                    <a16:creationId xmlns:a16="http://schemas.microsoft.com/office/drawing/2014/main" id="{A2C47DD4-9266-C28F-47F7-53E816672E9D}"/>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8" name="Gerader Verbinder 567">
                <a:extLst>
                  <a:ext uri="{FF2B5EF4-FFF2-40B4-BE49-F238E27FC236}">
                    <a16:creationId xmlns:a16="http://schemas.microsoft.com/office/drawing/2014/main" id="{469E3444-08C6-55FB-22F6-44A40C6BAD4C}"/>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9" name="Gerader Verbinder 568">
                <a:extLst>
                  <a:ext uri="{FF2B5EF4-FFF2-40B4-BE49-F238E27FC236}">
                    <a16:creationId xmlns:a16="http://schemas.microsoft.com/office/drawing/2014/main" id="{E0B38C4F-33CA-D77C-6D1D-821067123A1B}"/>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0" name="Gerader Verbinder 569">
                <a:extLst>
                  <a:ext uri="{FF2B5EF4-FFF2-40B4-BE49-F238E27FC236}">
                    <a16:creationId xmlns:a16="http://schemas.microsoft.com/office/drawing/2014/main" id="{7C02B664-E71A-BFEC-053C-B2B80117C989}"/>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1" name="Gerader Verbinder 570">
                <a:extLst>
                  <a:ext uri="{FF2B5EF4-FFF2-40B4-BE49-F238E27FC236}">
                    <a16:creationId xmlns:a16="http://schemas.microsoft.com/office/drawing/2014/main" id="{DFBCFEA1-E6DA-A972-DC88-3F70CAB6C54A}"/>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2" name="Gerader Verbinder 571">
                <a:extLst>
                  <a:ext uri="{FF2B5EF4-FFF2-40B4-BE49-F238E27FC236}">
                    <a16:creationId xmlns:a16="http://schemas.microsoft.com/office/drawing/2014/main" id="{04B1CEA0-1F8F-6E8E-6DFF-40E1B636026E}"/>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3" name="Gerader Verbinder 572">
                <a:extLst>
                  <a:ext uri="{FF2B5EF4-FFF2-40B4-BE49-F238E27FC236}">
                    <a16:creationId xmlns:a16="http://schemas.microsoft.com/office/drawing/2014/main" id="{F68B27D7-7C3B-1327-2412-6897E9DD9655}"/>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74" name="Rechteck 573">
              <a:extLst>
                <a:ext uri="{FF2B5EF4-FFF2-40B4-BE49-F238E27FC236}">
                  <a16:creationId xmlns:a16="http://schemas.microsoft.com/office/drawing/2014/main" id="{CCAEC58A-7EDB-805B-D588-B50785679FEC}"/>
                </a:ext>
              </a:extLst>
            </p:cNvPr>
            <p:cNvSpPr/>
            <p:nvPr/>
          </p:nvSpPr>
          <p:spPr>
            <a:xfrm>
              <a:off x="1742072" y="5372830"/>
              <a:ext cx="1733550" cy="165805"/>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75" name="Rechteck 574">
              <a:extLst>
                <a:ext uri="{FF2B5EF4-FFF2-40B4-BE49-F238E27FC236}">
                  <a16:creationId xmlns:a16="http://schemas.microsoft.com/office/drawing/2014/main" id="{6D2C4E96-0E83-F64C-DB28-AA9745B647E8}"/>
                </a:ext>
              </a:extLst>
            </p:cNvPr>
            <p:cNvSpPr/>
            <p:nvPr/>
          </p:nvSpPr>
          <p:spPr>
            <a:xfrm>
              <a:off x="1197142" y="5052223"/>
              <a:ext cx="5221705" cy="165806"/>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76" name="Rechteck 575">
              <a:extLst>
                <a:ext uri="{FF2B5EF4-FFF2-40B4-BE49-F238E27FC236}">
                  <a16:creationId xmlns:a16="http://schemas.microsoft.com/office/drawing/2014/main" id="{92D102CF-7CD3-9036-DAE5-8901B8792A55}"/>
                </a:ext>
              </a:extLst>
            </p:cNvPr>
            <p:cNvSpPr/>
            <p:nvPr/>
          </p:nvSpPr>
          <p:spPr>
            <a:xfrm>
              <a:off x="1927650" y="5218028"/>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77" name="Rechteck 576">
              <a:extLst>
                <a:ext uri="{FF2B5EF4-FFF2-40B4-BE49-F238E27FC236}">
                  <a16:creationId xmlns:a16="http://schemas.microsoft.com/office/drawing/2014/main" id="{DB47ED65-FDBD-3C59-CBDC-283DE5625145}"/>
                </a:ext>
              </a:extLst>
            </p:cNvPr>
            <p:cNvSpPr/>
            <p:nvPr/>
          </p:nvSpPr>
          <p:spPr>
            <a:xfrm>
              <a:off x="3119800" y="5215583"/>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8" name="Gruppieren 577">
              <a:extLst>
                <a:ext uri="{FF2B5EF4-FFF2-40B4-BE49-F238E27FC236}">
                  <a16:creationId xmlns:a16="http://schemas.microsoft.com/office/drawing/2014/main" id="{4A8D3F40-5C4A-8959-DDB2-1F01D98F42A7}"/>
                </a:ext>
              </a:extLst>
            </p:cNvPr>
            <p:cNvGrpSpPr/>
            <p:nvPr/>
          </p:nvGrpSpPr>
          <p:grpSpPr>
            <a:xfrm>
              <a:off x="4988305" y="5621702"/>
              <a:ext cx="169200" cy="169200"/>
              <a:chOff x="2843746" y="504477"/>
              <a:chExt cx="169200" cy="169200"/>
            </a:xfrm>
          </p:grpSpPr>
          <p:sp>
            <p:nvSpPr>
              <p:cNvPr id="579" name="Ellipse 578">
                <a:extLst>
                  <a:ext uri="{FF2B5EF4-FFF2-40B4-BE49-F238E27FC236}">
                    <a16:creationId xmlns:a16="http://schemas.microsoft.com/office/drawing/2014/main" id="{311F744A-6412-CD3B-7AE4-9481CCEA2179}"/>
                  </a:ext>
                </a:extLst>
              </p:cNvPr>
              <p:cNvSpPr/>
              <p:nvPr/>
            </p:nvSpPr>
            <p:spPr>
              <a:xfrm>
                <a:off x="2843746" y="504477"/>
                <a:ext cx="169200" cy="1692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80" name="Ellipse 579">
                <a:extLst>
                  <a:ext uri="{FF2B5EF4-FFF2-40B4-BE49-F238E27FC236}">
                    <a16:creationId xmlns:a16="http://schemas.microsoft.com/office/drawing/2014/main" id="{456A0B94-39F5-C055-17B4-C29CA90E0C6E}"/>
                  </a:ext>
                </a:extLst>
              </p:cNvPr>
              <p:cNvSpPr/>
              <p:nvPr/>
            </p:nvSpPr>
            <p:spPr>
              <a:xfrm>
                <a:off x="2895008" y="547852"/>
                <a:ext cx="71437" cy="72000"/>
              </a:xfrm>
              <a:prstGeom prst="ellipse">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1" name="Gruppieren 580">
              <a:extLst>
                <a:ext uri="{FF2B5EF4-FFF2-40B4-BE49-F238E27FC236}">
                  <a16:creationId xmlns:a16="http://schemas.microsoft.com/office/drawing/2014/main" id="{4F6469DF-20BC-2670-57B8-5B463FCD2DFA}"/>
                </a:ext>
              </a:extLst>
            </p:cNvPr>
            <p:cNvGrpSpPr/>
            <p:nvPr/>
          </p:nvGrpSpPr>
          <p:grpSpPr>
            <a:xfrm>
              <a:off x="4315315" y="5541857"/>
              <a:ext cx="670570" cy="341641"/>
              <a:chOff x="1917432" y="5453063"/>
              <a:chExt cx="670570" cy="341641"/>
            </a:xfrm>
          </p:grpSpPr>
          <p:sp>
            <p:nvSpPr>
              <p:cNvPr id="582" name="Rechteck 581">
                <a:extLst>
                  <a:ext uri="{FF2B5EF4-FFF2-40B4-BE49-F238E27FC236}">
                    <a16:creationId xmlns:a16="http://schemas.microsoft.com/office/drawing/2014/main" id="{D01EF29D-54BD-DB32-E599-F714741BE8CE}"/>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83" name="Rechteck 582">
                <a:extLst>
                  <a:ext uri="{FF2B5EF4-FFF2-40B4-BE49-F238E27FC236}">
                    <a16:creationId xmlns:a16="http://schemas.microsoft.com/office/drawing/2014/main" id="{87A6E7AB-37A1-532D-5A50-F79EF9268E5B}"/>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84" name="Gerader Verbinder 583">
                <a:extLst>
                  <a:ext uri="{FF2B5EF4-FFF2-40B4-BE49-F238E27FC236}">
                    <a16:creationId xmlns:a16="http://schemas.microsoft.com/office/drawing/2014/main" id="{B1246431-52BC-F3C1-4725-E7D0BCECA546}"/>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5" name="Gerader Verbinder 584">
                <a:extLst>
                  <a:ext uri="{FF2B5EF4-FFF2-40B4-BE49-F238E27FC236}">
                    <a16:creationId xmlns:a16="http://schemas.microsoft.com/office/drawing/2014/main" id="{08A608BF-15F8-715C-D26B-CFB9EB61D7D5}"/>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6" name="Gerader Verbinder 585">
                <a:extLst>
                  <a:ext uri="{FF2B5EF4-FFF2-40B4-BE49-F238E27FC236}">
                    <a16:creationId xmlns:a16="http://schemas.microsoft.com/office/drawing/2014/main" id="{59D24625-6273-5C44-8402-7C75DA48C441}"/>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7" name="Gerader Verbinder 586">
                <a:extLst>
                  <a:ext uri="{FF2B5EF4-FFF2-40B4-BE49-F238E27FC236}">
                    <a16:creationId xmlns:a16="http://schemas.microsoft.com/office/drawing/2014/main" id="{5475B320-C374-23A1-82C6-874678540A1C}"/>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8" name="Gerader Verbinder 587">
                <a:extLst>
                  <a:ext uri="{FF2B5EF4-FFF2-40B4-BE49-F238E27FC236}">
                    <a16:creationId xmlns:a16="http://schemas.microsoft.com/office/drawing/2014/main" id="{AAE15A2A-84E4-28A9-80F2-3BB1ACB3FA47}"/>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9" name="Gerader Verbinder 588">
                <a:extLst>
                  <a:ext uri="{FF2B5EF4-FFF2-40B4-BE49-F238E27FC236}">
                    <a16:creationId xmlns:a16="http://schemas.microsoft.com/office/drawing/2014/main" id="{6F4BAEC9-B993-4C20-365A-E4351B93B82E}"/>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0" name="Gerader Verbinder 589">
                <a:extLst>
                  <a:ext uri="{FF2B5EF4-FFF2-40B4-BE49-F238E27FC236}">
                    <a16:creationId xmlns:a16="http://schemas.microsoft.com/office/drawing/2014/main" id="{C59A559B-39E8-C394-AEF2-DEAE6C25AE51}"/>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91" name="Gruppieren 590">
              <a:extLst>
                <a:ext uri="{FF2B5EF4-FFF2-40B4-BE49-F238E27FC236}">
                  <a16:creationId xmlns:a16="http://schemas.microsoft.com/office/drawing/2014/main" id="{8910B647-9D66-1628-3950-E84C5B15DEBD}"/>
                </a:ext>
              </a:extLst>
            </p:cNvPr>
            <p:cNvGrpSpPr/>
            <p:nvPr/>
          </p:nvGrpSpPr>
          <p:grpSpPr>
            <a:xfrm rot="10800000">
              <a:off x="5164649" y="5541857"/>
              <a:ext cx="670570" cy="341641"/>
              <a:chOff x="1917432" y="5453063"/>
              <a:chExt cx="670570" cy="341641"/>
            </a:xfrm>
          </p:grpSpPr>
          <p:sp>
            <p:nvSpPr>
              <p:cNvPr id="592" name="Rechteck 591">
                <a:extLst>
                  <a:ext uri="{FF2B5EF4-FFF2-40B4-BE49-F238E27FC236}">
                    <a16:creationId xmlns:a16="http://schemas.microsoft.com/office/drawing/2014/main" id="{2B091A86-A16A-B526-6D49-712F170D9D3B}"/>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93" name="Rechteck 592">
                <a:extLst>
                  <a:ext uri="{FF2B5EF4-FFF2-40B4-BE49-F238E27FC236}">
                    <a16:creationId xmlns:a16="http://schemas.microsoft.com/office/drawing/2014/main" id="{47ECC368-A839-5515-E138-9C17DBB49F8A}"/>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94" name="Gerader Verbinder 593">
                <a:extLst>
                  <a:ext uri="{FF2B5EF4-FFF2-40B4-BE49-F238E27FC236}">
                    <a16:creationId xmlns:a16="http://schemas.microsoft.com/office/drawing/2014/main" id="{5377DA3D-8B24-0C95-FABC-0DC419BCD477}"/>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5" name="Gerader Verbinder 594">
                <a:extLst>
                  <a:ext uri="{FF2B5EF4-FFF2-40B4-BE49-F238E27FC236}">
                    <a16:creationId xmlns:a16="http://schemas.microsoft.com/office/drawing/2014/main" id="{E3A5612D-C847-DFC6-F216-E40172468744}"/>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6" name="Gerader Verbinder 595">
                <a:extLst>
                  <a:ext uri="{FF2B5EF4-FFF2-40B4-BE49-F238E27FC236}">
                    <a16:creationId xmlns:a16="http://schemas.microsoft.com/office/drawing/2014/main" id="{0630E924-5550-6884-4F3A-B9CD3F1126B7}"/>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7" name="Gerader Verbinder 596">
                <a:extLst>
                  <a:ext uri="{FF2B5EF4-FFF2-40B4-BE49-F238E27FC236}">
                    <a16:creationId xmlns:a16="http://schemas.microsoft.com/office/drawing/2014/main" id="{372100AB-4795-F4B3-4F3C-C1AB7BC500BC}"/>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8" name="Gerader Verbinder 597">
                <a:extLst>
                  <a:ext uri="{FF2B5EF4-FFF2-40B4-BE49-F238E27FC236}">
                    <a16:creationId xmlns:a16="http://schemas.microsoft.com/office/drawing/2014/main" id="{7FB213E0-AD5C-987D-F1F2-89850C41A6FA}"/>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9" name="Gerader Verbinder 598">
                <a:extLst>
                  <a:ext uri="{FF2B5EF4-FFF2-40B4-BE49-F238E27FC236}">
                    <a16:creationId xmlns:a16="http://schemas.microsoft.com/office/drawing/2014/main" id="{F68DB3F8-3994-89F9-0753-63017FDDE1EF}"/>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0" name="Gerader Verbinder 599">
                <a:extLst>
                  <a:ext uri="{FF2B5EF4-FFF2-40B4-BE49-F238E27FC236}">
                    <a16:creationId xmlns:a16="http://schemas.microsoft.com/office/drawing/2014/main" id="{5A40D3DF-3000-3D1E-FFE0-51870C7FBAF7}"/>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01" name="Rechteck 600">
              <a:extLst>
                <a:ext uri="{FF2B5EF4-FFF2-40B4-BE49-F238E27FC236}">
                  <a16:creationId xmlns:a16="http://schemas.microsoft.com/office/drawing/2014/main" id="{5904FACF-D8CD-45D8-DCC7-5DAD2916B345}"/>
                </a:ext>
              </a:extLst>
            </p:cNvPr>
            <p:cNvSpPr/>
            <p:nvPr/>
          </p:nvSpPr>
          <p:spPr>
            <a:xfrm>
              <a:off x="4206130" y="5376051"/>
              <a:ext cx="1733550" cy="165805"/>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02" name="Rechteck 601">
              <a:extLst>
                <a:ext uri="{FF2B5EF4-FFF2-40B4-BE49-F238E27FC236}">
                  <a16:creationId xmlns:a16="http://schemas.microsoft.com/office/drawing/2014/main" id="{8C24356A-41C4-B827-A6CD-3535AA999C07}"/>
                </a:ext>
              </a:extLst>
            </p:cNvPr>
            <p:cNvSpPr/>
            <p:nvPr/>
          </p:nvSpPr>
          <p:spPr>
            <a:xfrm>
              <a:off x="4391708" y="5221249"/>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03" name="Rechteck 602">
              <a:extLst>
                <a:ext uri="{FF2B5EF4-FFF2-40B4-BE49-F238E27FC236}">
                  <a16:creationId xmlns:a16="http://schemas.microsoft.com/office/drawing/2014/main" id="{0CF820DE-D2FD-8F1A-FDAC-783DB3E1A70B}"/>
                </a:ext>
              </a:extLst>
            </p:cNvPr>
            <p:cNvSpPr/>
            <p:nvPr/>
          </p:nvSpPr>
          <p:spPr>
            <a:xfrm>
              <a:off x="5583858" y="5218804"/>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606" name="Textfeld 605">
            <a:extLst>
              <a:ext uri="{FF2B5EF4-FFF2-40B4-BE49-F238E27FC236}">
                <a16:creationId xmlns:a16="http://schemas.microsoft.com/office/drawing/2014/main" id="{AE9A5EDC-C637-AC7A-0703-9F7DDCFC0DEE}"/>
              </a:ext>
            </a:extLst>
          </p:cNvPr>
          <p:cNvSpPr txBox="1"/>
          <p:nvPr/>
        </p:nvSpPr>
        <p:spPr>
          <a:xfrm>
            <a:off x="8203633" y="4599942"/>
            <a:ext cx="4003940" cy="369332"/>
          </a:xfrm>
          <a:prstGeom prst="rect">
            <a:avLst/>
          </a:prstGeom>
          <a:noFill/>
        </p:spPr>
        <p:txBody>
          <a:bodyPr wrap="square" rtlCol="0">
            <a:spAutoFit/>
          </a:bodyPr>
          <a:lstStyle/>
          <a:p>
            <a:r>
              <a:rPr lang="de-DE" dirty="0"/>
              <a:t>top </a:t>
            </a:r>
            <a:r>
              <a:rPr lang="de-DE" dirty="0" err="1"/>
              <a:t>view</a:t>
            </a:r>
            <a:endParaRPr lang="de-DE" dirty="0"/>
          </a:p>
        </p:txBody>
      </p:sp>
      <p:sp>
        <p:nvSpPr>
          <p:cNvPr id="607" name="Rechteck 606">
            <a:extLst>
              <a:ext uri="{FF2B5EF4-FFF2-40B4-BE49-F238E27FC236}">
                <a16:creationId xmlns:a16="http://schemas.microsoft.com/office/drawing/2014/main" id="{34F53E32-1C4E-D2BF-B9E6-C72D208CE2E6}"/>
              </a:ext>
            </a:extLst>
          </p:cNvPr>
          <p:cNvSpPr/>
          <p:nvPr/>
        </p:nvSpPr>
        <p:spPr>
          <a:xfrm>
            <a:off x="9725507" y="1678381"/>
            <a:ext cx="381018" cy="988964"/>
          </a:xfrm>
          <a:prstGeom prst="rect">
            <a:avLst/>
          </a:prstGeom>
          <a:solidFill>
            <a:schemeClr val="accent3">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08" name="Rechteck 607">
            <a:extLst>
              <a:ext uri="{FF2B5EF4-FFF2-40B4-BE49-F238E27FC236}">
                <a16:creationId xmlns:a16="http://schemas.microsoft.com/office/drawing/2014/main" id="{240933A1-65B6-F7FA-98B8-759CC66BB173}"/>
              </a:ext>
            </a:extLst>
          </p:cNvPr>
          <p:cNvSpPr/>
          <p:nvPr/>
        </p:nvSpPr>
        <p:spPr>
          <a:xfrm>
            <a:off x="7262952" y="1669061"/>
            <a:ext cx="381018" cy="988964"/>
          </a:xfrm>
          <a:prstGeom prst="rect">
            <a:avLst/>
          </a:prstGeom>
          <a:solidFill>
            <a:schemeClr val="accent3">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 name="Gruppieren 24">
            <a:extLst>
              <a:ext uri="{FF2B5EF4-FFF2-40B4-BE49-F238E27FC236}">
                <a16:creationId xmlns:a16="http://schemas.microsoft.com/office/drawing/2014/main" id="{D79620C0-99E6-14B8-75A6-41FCEBB3F996}"/>
              </a:ext>
            </a:extLst>
          </p:cNvPr>
          <p:cNvGrpSpPr/>
          <p:nvPr/>
        </p:nvGrpSpPr>
        <p:grpSpPr>
          <a:xfrm>
            <a:off x="2794873" y="734073"/>
            <a:ext cx="1658891" cy="3840410"/>
            <a:chOff x="2794873" y="734073"/>
            <a:chExt cx="1658891" cy="3840410"/>
          </a:xfrm>
        </p:grpSpPr>
        <p:sp>
          <p:nvSpPr>
            <p:cNvPr id="12" name="Rechteck 11">
              <a:extLst>
                <a:ext uri="{FF2B5EF4-FFF2-40B4-BE49-F238E27FC236}">
                  <a16:creationId xmlns:a16="http://schemas.microsoft.com/office/drawing/2014/main" id="{7596EE49-AF96-23ED-8E8E-65EB5C2BB0A6}"/>
                </a:ext>
              </a:extLst>
            </p:cNvPr>
            <p:cNvSpPr/>
            <p:nvPr/>
          </p:nvSpPr>
          <p:spPr>
            <a:xfrm>
              <a:off x="2926092" y="734073"/>
              <a:ext cx="71437" cy="285892"/>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B90ABE85-B2F2-46B8-1708-0EDFCFD8084C}"/>
                </a:ext>
              </a:extLst>
            </p:cNvPr>
            <p:cNvSpPr/>
            <p:nvPr/>
          </p:nvSpPr>
          <p:spPr>
            <a:xfrm>
              <a:off x="2876775" y="1019964"/>
              <a:ext cx="170071" cy="3554519"/>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4" name="Gerader Verbinder 13">
              <a:extLst>
                <a:ext uri="{FF2B5EF4-FFF2-40B4-BE49-F238E27FC236}">
                  <a16:creationId xmlns:a16="http://schemas.microsoft.com/office/drawing/2014/main" id="{ED5AD260-92E7-00DE-0B30-1DA46FEB609C}"/>
                </a:ext>
              </a:extLst>
            </p:cNvPr>
            <p:cNvCxnSpPr>
              <a:cxnSpLocks/>
            </p:cNvCxnSpPr>
            <p:nvPr/>
          </p:nvCxnSpPr>
          <p:spPr>
            <a:xfrm>
              <a:off x="3622114" y="1864361"/>
              <a:ext cx="786494" cy="0"/>
            </a:xfrm>
            <a:prstGeom prst="line">
              <a:avLst/>
            </a:prstGeom>
            <a:solidFill>
              <a:schemeClr val="tx1"/>
            </a:solidFill>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A1E3DAB-BDF5-BC1F-96BA-8B2133C404D1}"/>
                </a:ext>
              </a:extLst>
            </p:cNvPr>
            <p:cNvCxnSpPr>
              <a:cxnSpLocks/>
            </p:cNvCxnSpPr>
            <p:nvPr/>
          </p:nvCxnSpPr>
          <p:spPr>
            <a:xfrm>
              <a:off x="3622114" y="2255387"/>
              <a:ext cx="786494" cy="0"/>
            </a:xfrm>
            <a:prstGeom prst="line">
              <a:avLst/>
            </a:prstGeom>
            <a:solidFill>
              <a:schemeClr val="tx1"/>
            </a:solidFill>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Freihandform: Form 15">
              <a:extLst>
                <a:ext uri="{FF2B5EF4-FFF2-40B4-BE49-F238E27FC236}">
                  <a16:creationId xmlns:a16="http://schemas.microsoft.com/office/drawing/2014/main" id="{A5F3B027-8F26-3E38-5597-6258E04A1AAD}"/>
                </a:ext>
              </a:extLst>
            </p:cNvPr>
            <p:cNvSpPr/>
            <p:nvPr/>
          </p:nvSpPr>
          <p:spPr>
            <a:xfrm>
              <a:off x="4363452" y="1864361"/>
              <a:ext cx="90312" cy="400783"/>
            </a:xfrm>
            <a:custGeom>
              <a:avLst/>
              <a:gdLst>
                <a:gd name="connsiteX0" fmla="*/ 36095 w 90312"/>
                <a:gd name="connsiteY0" fmla="*/ 0 h 400783"/>
                <a:gd name="connsiteX1" fmla="*/ 30079 w 90312"/>
                <a:gd name="connsiteY1" fmla="*/ 36095 h 400783"/>
                <a:gd name="connsiteX2" fmla="*/ 18047 w 90312"/>
                <a:gd name="connsiteY2" fmla="*/ 114300 h 400783"/>
                <a:gd name="connsiteX3" fmla="*/ 6016 w 90312"/>
                <a:gd name="connsiteY3" fmla="*/ 144379 h 400783"/>
                <a:gd name="connsiteX4" fmla="*/ 0 w 90312"/>
                <a:gd name="connsiteY4" fmla="*/ 162426 h 400783"/>
                <a:gd name="connsiteX5" fmla="*/ 12031 w 90312"/>
                <a:gd name="connsiteY5" fmla="*/ 180474 h 400783"/>
                <a:gd name="connsiteX6" fmla="*/ 60158 w 90312"/>
                <a:gd name="connsiteY6" fmla="*/ 204537 h 400783"/>
                <a:gd name="connsiteX7" fmla="*/ 84221 w 90312"/>
                <a:gd name="connsiteY7" fmla="*/ 240632 h 400783"/>
                <a:gd name="connsiteX8" fmla="*/ 90237 w 90312"/>
                <a:gd name="connsiteY8" fmla="*/ 258679 h 400783"/>
                <a:gd name="connsiteX9" fmla="*/ 72189 w 90312"/>
                <a:gd name="connsiteY9" fmla="*/ 354932 h 400783"/>
                <a:gd name="connsiteX10" fmla="*/ 60158 w 90312"/>
                <a:gd name="connsiteY10" fmla="*/ 372979 h 400783"/>
                <a:gd name="connsiteX11" fmla="*/ 30079 w 90312"/>
                <a:gd name="connsiteY11" fmla="*/ 391026 h 40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12" h="400783">
                  <a:moveTo>
                    <a:pt x="36095" y="0"/>
                  </a:moveTo>
                  <a:cubicBezTo>
                    <a:pt x="34090" y="12032"/>
                    <a:pt x="31804" y="24020"/>
                    <a:pt x="30079" y="36095"/>
                  </a:cubicBezTo>
                  <a:cubicBezTo>
                    <a:pt x="27410" y="54777"/>
                    <a:pt x="24315" y="93407"/>
                    <a:pt x="18047" y="114300"/>
                  </a:cubicBezTo>
                  <a:cubicBezTo>
                    <a:pt x="14944" y="124643"/>
                    <a:pt x="9808" y="134268"/>
                    <a:pt x="6016" y="144379"/>
                  </a:cubicBezTo>
                  <a:cubicBezTo>
                    <a:pt x="3790" y="150316"/>
                    <a:pt x="2005" y="156410"/>
                    <a:pt x="0" y="162426"/>
                  </a:cubicBezTo>
                  <a:cubicBezTo>
                    <a:pt x="4010" y="168442"/>
                    <a:pt x="6108" y="176328"/>
                    <a:pt x="12031" y="180474"/>
                  </a:cubicBezTo>
                  <a:cubicBezTo>
                    <a:pt x="26725" y="190760"/>
                    <a:pt x="60158" y="204537"/>
                    <a:pt x="60158" y="204537"/>
                  </a:cubicBezTo>
                  <a:cubicBezTo>
                    <a:pt x="68179" y="216569"/>
                    <a:pt x="77198" y="227992"/>
                    <a:pt x="84221" y="240632"/>
                  </a:cubicBezTo>
                  <a:cubicBezTo>
                    <a:pt x="87301" y="246175"/>
                    <a:pt x="90237" y="252338"/>
                    <a:pt x="90237" y="258679"/>
                  </a:cubicBezTo>
                  <a:cubicBezTo>
                    <a:pt x="90237" y="312608"/>
                    <a:pt x="92509" y="319372"/>
                    <a:pt x="72189" y="354932"/>
                  </a:cubicBezTo>
                  <a:cubicBezTo>
                    <a:pt x="68602" y="361209"/>
                    <a:pt x="65712" y="368350"/>
                    <a:pt x="60158" y="372979"/>
                  </a:cubicBezTo>
                  <a:cubicBezTo>
                    <a:pt x="-19699" y="439528"/>
                    <a:pt x="59277" y="361833"/>
                    <a:pt x="30079" y="391026"/>
                  </a:cubicBezTo>
                </a:path>
              </a:pathLst>
            </a:cu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7" name="Rechteck 16">
              <a:extLst>
                <a:ext uri="{FF2B5EF4-FFF2-40B4-BE49-F238E27FC236}">
                  <a16:creationId xmlns:a16="http://schemas.microsoft.com/office/drawing/2014/main" id="{A5CBD087-8DA9-567B-7EC8-E97D91E77459}"/>
                </a:ext>
              </a:extLst>
            </p:cNvPr>
            <p:cNvSpPr/>
            <p:nvPr/>
          </p:nvSpPr>
          <p:spPr>
            <a:xfrm>
              <a:off x="3458670" y="937354"/>
              <a:ext cx="170072" cy="2501396"/>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95E9234F-23F5-1FFD-DD15-968A6FBD2642}"/>
                </a:ext>
              </a:extLst>
            </p:cNvPr>
            <p:cNvSpPr/>
            <p:nvPr/>
          </p:nvSpPr>
          <p:spPr>
            <a:xfrm>
              <a:off x="3276942" y="1245563"/>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205B8E8C-2C41-048E-DE13-3E1596A35121}"/>
                </a:ext>
              </a:extLst>
            </p:cNvPr>
            <p:cNvSpPr/>
            <p:nvPr/>
          </p:nvSpPr>
          <p:spPr>
            <a:xfrm>
              <a:off x="3276942" y="2511168"/>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3289F6C0-003C-E675-BBFF-6754831784A0}"/>
                </a:ext>
              </a:extLst>
            </p:cNvPr>
            <p:cNvSpPr/>
            <p:nvPr/>
          </p:nvSpPr>
          <p:spPr>
            <a:xfrm>
              <a:off x="3142958" y="937353"/>
              <a:ext cx="165600" cy="2120146"/>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8D264115-6194-C762-B3EB-9C4B101846EE}"/>
                </a:ext>
              </a:extLst>
            </p:cNvPr>
            <p:cNvSpPr/>
            <p:nvPr/>
          </p:nvSpPr>
          <p:spPr>
            <a:xfrm rot="10800000">
              <a:off x="2794873" y="934717"/>
              <a:ext cx="342000"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2" name="Rechteck 21">
              <a:extLst>
                <a:ext uri="{FF2B5EF4-FFF2-40B4-BE49-F238E27FC236}">
                  <a16:creationId xmlns:a16="http://schemas.microsoft.com/office/drawing/2014/main" id="{B5F2C6A2-A88F-9BA5-A37F-A293481BCE21}"/>
                </a:ext>
              </a:extLst>
            </p:cNvPr>
            <p:cNvSpPr/>
            <p:nvPr/>
          </p:nvSpPr>
          <p:spPr>
            <a:xfrm rot="10800000">
              <a:off x="2796872" y="2674520"/>
              <a:ext cx="34200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3" name="Ellipse 22">
              <a:extLst>
                <a:ext uri="{FF2B5EF4-FFF2-40B4-BE49-F238E27FC236}">
                  <a16:creationId xmlns:a16="http://schemas.microsoft.com/office/drawing/2014/main" id="{5FEF5B41-31FF-1C95-A61D-9A745F7DF373}"/>
                </a:ext>
              </a:extLst>
            </p:cNvPr>
            <p:cNvSpPr/>
            <p:nvPr/>
          </p:nvSpPr>
          <p:spPr>
            <a:xfrm>
              <a:off x="2887659" y="1052317"/>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4" name="Ellipse 23">
              <a:extLst>
                <a:ext uri="{FF2B5EF4-FFF2-40B4-BE49-F238E27FC236}">
                  <a16:creationId xmlns:a16="http://schemas.microsoft.com/office/drawing/2014/main" id="{7FFCB952-50D8-02BC-58FB-7D3E312FFC6E}"/>
                </a:ext>
              </a:extLst>
            </p:cNvPr>
            <p:cNvSpPr/>
            <p:nvPr/>
          </p:nvSpPr>
          <p:spPr>
            <a:xfrm>
              <a:off x="2897473" y="266596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889258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B24FA4-2497-0084-086A-80D3BB1C8BE0}"/>
              </a:ext>
            </a:extLst>
          </p:cNvPr>
          <p:cNvSpPr>
            <a:spLocks noGrp="1"/>
          </p:cNvSpPr>
          <p:nvPr>
            <p:ph type="title"/>
          </p:nvPr>
        </p:nvSpPr>
        <p:spPr/>
        <p:txBody>
          <a:bodyPr/>
          <a:lstStyle/>
          <a:p>
            <a:endParaRPr lang="de-DE"/>
          </a:p>
        </p:txBody>
      </p:sp>
      <p:sp>
        <p:nvSpPr>
          <p:cNvPr id="3" name="Textfeld 2">
            <a:extLst>
              <a:ext uri="{FF2B5EF4-FFF2-40B4-BE49-F238E27FC236}">
                <a16:creationId xmlns:a16="http://schemas.microsoft.com/office/drawing/2014/main" id="{B14F7567-54D5-F470-FC4B-3D44B4AFD646}"/>
              </a:ext>
            </a:extLst>
          </p:cNvPr>
          <p:cNvSpPr txBox="1"/>
          <p:nvPr/>
        </p:nvSpPr>
        <p:spPr>
          <a:xfrm>
            <a:off x="520861" y="844952"/>
            <a:ext cx="7483033" cy="5078313"/>
          </a:xfrm>
          <a:prstGeom prst="rect">
            <a:avLst/>
          </a:prstGeom>
          <a:noFill/>
        </p:spPr>
        <p:txBody>
          <a:bodyPr wrap="square" rtlCol="0">
            <a:spAutoFit/>
          </a:bodyPr>
          <a:lstStyle/>
          <a:p>
            <a:r>
              <a:rPr lang="de-DE" dirty="0"/>
              <a:t>Questions:</a:t>
            </a:r>
          </a:p>
          <a:p>
            <a:pPr marL="285750" indent="-285750">
              <a:buFontTx/>
              <a:buChar char="-"/>
            </a:pPr>
            <a:r>
              <a:rPr lang="de-DE" dirty="0" err="1"/>
              <a:t>Vertical</a:t>
            </a:r>
            <a:r>
              <a:rPr lang="de-DE" dirty="0"/>
              <a:t> </a:t>
            </a:r>
            <a:r>
              <a:rPr lang="de-DE" dirty="0" err="1"/>
              <a:t>orientation</a:t>
            </a:r>
            <a:r>
              <a:rPr lang="de-DE" dirty="0"/>
              <a:t> </a:t>
            </a:r>
            <a:r>
              <a:rPr lang="de-DE" dirty="0" err="1"/>
              <a:t>of</a:t>
            </a:r>
            <a:r>
              <a:rPr lang="de-DE" dirty="0"/>
              <a:t> Cable OK?</a:t>
            </a:r>
          </a:p>
          <a:p>
            <a:pPr marL="285750" indent="-285750">
              <a:buFontTx/>
              <a:buChar char="-"/>
            </a:pPr>
            <a:r>
              <a:rPr lang="de-DE" dirty="0" err="1"/>
              <a:t>We</a:t>
            </a:r>
            <a:r>
              <a:rPr lang="de-DE" dirty="0"/>
              <a:t> </a:t>
            </a:r>
            <a:r>
              <a:rPr lang="de-DE" dirty="0" err="1"/>
              <a:t>would</a:t>
            </a:r>
            <a:r>
              <a:rPr lang="de-DE" dirty="0"/>
              <a:t> </a:t>
            </a:r>
            <a:r>
              <a:rPr lang="de-DE" dirty="0" err="1"/>
              <a:t>prefere</a:t>
            </a:r>
            <a:r>
              <a:rPr lang="de-DE" dirty="0"/>
              <a:t> </a:t>
            </a:r>
            <a:r>
              <a:rPr lang="de-DE" dirty="0" err="1"/>
              <a:t>cable</a:t>
            </a:r>
            <a:r>
              <a:rPr lang="de-DE" dirty="0"/>
              <a:t> </a:t>
            </a:r>
            <a:r>
              <a:rPr lang="de-DE" dirty="0" err="1"/>
              <a:t>cutting</a:t>
            </a:r>
            <a:r>
              <a:rPr lang="de-DE" dirty="0"/>
              <a:t> </a:t>
            </a:r>
            <a:r>
              <a:rPr lang="de-DE" dirty="0" err="1"/>
              <a:t>instead</a:t>
            </a:r>
            <a:r>
              <a:rPr lang="de-DE" dirty="0"/>
              <a:t> </a:t>
            </a:r>
            <a:r>
              <a:rPr lang="de-DE" dirty="0" err="1"/>
              <a:t>of</a:t>
            </a:r>
            <a:r>
              <a:rPr lang="de-DE" dirty="0"/>
              <a:t> </a:t>
            </a:r>
            <a:r>
              <a:rPr lang="de-DE" dirty="0" err="1"/>
              <a:t>manual</a:t>
            </a:r>
            <a:r>
              <a:rPr lang="de-DE" dirty="0"/>
              <a:t> </a:t>
            </a:r>
            <a:r>
              <a:rPr lang="de-DE" dirty="0" err="1"/>
              <a:t>feeding</a:t>
            </a:r>
            <a:r>
              <a:rPr lang="de-DE" dirty="0"/>
              <a:t>?</a:t>
            </a:r>
          </a:p>
          <a:p>
            <a:pPr marL="285750" indent="-285750">
              <a:buFontTx/>
              <a:buChar char="-"/>
            </a:pPr>
            <a:r>
              <a:rPr lang="de-DE" dirty="0" err="1"/>
              <a:t>Dimensions</a:t>
            </a:r>
            <a:r>
              <a:rPr lang="de-DE" dirty="0"/>
              <a:t> </a:t>
            </a:r>
            <a:r>
              <a:rPr lang="de-DE" dirty="0" err="1"/>
              <a:t>of</a:t>
            </a:r>
            <a:r>
              <a:rPr lang="de-DE" dirty="0"/>
              <a:t> </a:t>
            </a:r>
            <a:r>
              <a:rPr lang="de-DE" dirty="0" err="1"/>
              <a:t>the</a:t>
            </a:r>
            <a:r>
              <a:rPr lang="de-DE" dirty="0"/>
              <a:t> </a:t>
            </a:r>
            <a:r>
              <a:rPr lang="de-DE" dirty="0" err="1"/>
              <a:t>cable</a:t>
            </a:r>
            <a:r>
              <a:rPr lang="de-DE" dirty="0"/>
              <a:t> </a:t>
            </a:r>
            <a:r>
              <a:rPr lang="de-DE" dirty="0" err="1"/>
              <a:t>coil</a:t>
            </a:r>
            <a:r>
              <a:rPr lang="de-DE" dirty="0"/>
              <a:t> (Diameter, </a:t>
            </a:r>
            <a:r>
              <a:rPr lang="de-DE" dirty="0" err="1"/>
              <a:t>inner</a:t>
            </a:r>
            <a:r>
              <a:rPr lang="de-DE" dirty="0"/>
              <a:t> </a:t>
            </a:r>
            <a:r>
              <a:rPr lang="de-DE" dirty="0" err="1"/>
              <a:t>diameter</a:t>
            </a:r>
            <a:r>
              <a:rPr lang="de-DE" dirty="0"/>
              <a:t>, </a:t>
            </a:r>
            <a:r>
              <a:rPr lang="de-DE" dirty="0" err="1"/>
              <a:t>wheight</a:t>
            </a:r>
            <a:r>
              <a:rPr lang="de-DE" dirty="0"/>
              <a:t>)</a:t>
            </a:r>
          </a:p>
          <a:p>
            <a:pPr marL="285750" indent="-285750">
              <a:buFontTx/>
              <a:buChar char="-"/>
            </a:pPr>
            <a:endParaRPr lang="de-DE" dirty="0"/>
          </a:p>
          <a:p>
            <a:pPr marL="285750" indent="-285750">
              <a:buFontTx/>
              <a:buChar char="-"/>
            </a:pPr>
            <a:r>
              <a:rPr lang="de-DE" dirty="0" err="1"/>
              <a:t>Crimping</a:t>
            </a:r>
            <a:r>
              <a:rPr lang="de-DE" dirty="0"/>
              <a:t> in horizontal </a:t>
            </a:r>
            <a:r>
              <a:rPr lang="de-DE" dirty="0" err="1"/>
              <a:t>direction</a:t>
            </a:r>
            <a:r>
              <a:rPr lang="de-DE" dirty="0"/>
              <a:t> possible?</a:t>
            </a:r>
          </a:p>
          <a:p>
            <a:pPr marL="285750" indent="-285750">
              <a:buFontTx/>
              <a:buChar char="-"/>
            </a:pPr>
            <a:r>
              <a:rPr lang="de-DE" dirty="0" err="1"/>
              <a:t>Crimping</a:t>
            </a:r>
            <a:r>
              <a:rPr lang="de-DE" dirty="0"/>
              <a:t> </a:t>
            </a:r>
            <a:r>
              <a:rPr lang="de-DE" dirty="0" err="1"/>
              <a:t>tools</a:t>
            </a:r>
            <a:r>
              <a:rPr lang="de-DE" dirty="0"/>
              <a:t>: </a:t>
            </a:r>
            <a:r>
              <a:rPr lang="de-DE" dirty="0" err="1"/>
              <a:t>shoud</a:t>
            </a:r>
            <a:r>
              <a:rPr lang="de-DE" dirty="0"/>
              <a:t> </a:t>
            </a:r>
            <a:r>
              <a:rPr lang="de-DE" dirty="0" err="1"/>
              <a:t>we</a:t>
            </a:r>
            <a:r>
              <a:rPr lang="de-DE" dirty="0"/>
              <a:t> </a:t>
            </a:r>
            <a:r>
              <a:rPr lang="de-DE" dirty="0" err="1"/>
              <a:t>use</a:t>
            </a:r>
            <a:r>
              <a:rPr lang="de-DE" dirty="0"/>
              <a:t> </a:t>
            </a:r>
            <a:r>
              <a:rPr lang="de-DE" dirty="0" err="1"/>
              <a:t>exactly</a:t>
            </a:r>
            <a:r>
              <a:rPr lang="de-DE" dirty="0"/>
              <a:t> </a:t>
            </a:r>
            <a:r>
              <a:rPr lang="de-DE" dirty="0" err="1"/>
              <a:t>the</a:t>
            </a:r>
            <a:r>
              <a:rPr lang="de-DE" dirty="0"/>
              <a:t> </a:t>
            </a:r>
            <a:r>
              <a:rPr lang="de-DE" dirty="0" err="1"/>
              <a:t>tools</a:t>
            </a:r>
            <a:r>
              <a:rPr lang="de-DE" dirty="0"/>
              <a:t> from </a:t>
            </a:r>
            <a:r>
              <a:rPr lang="de-DE" dirty="0" err="1"/>
              <a:t>the</a:t>
            </a:r>
            <a:r>
              <a:rPr lang="de-DE" dirty="0"/>
              <a:t> </a:t>
            </a:r>
            <a:r>
              <a:rPr lang="de-DE" dirty="0" err="1"/>
              <a:t>drawings</a:t>
            </a:r>
            <a:r>
              <a:rPr lang="de-DE" dirty="0"/>
              <a:t>?</a:t>
            </a:r>
          </a:p>
          <a:p>
            <a:pPr marL="285750" indent="-285750">
              <a:buFontTx/>
              <a:buChar char="-"/>
            </a:pPr>
            <a:r>
              <a:rPr lang="de-DE" dirty="0" err="1"/>
              <a:t>Tolerance</a:t>
            </a:r>
            <a:r>
              <a:rPr lang="de-DE" dirty="0"/>
              <a:t> </a:t>
            </a:r>
            <a:r>
              <a:rPr lang="de-DE" dirty="0" err="1"/>
              <a:t>between</a:t>
            </a:r>
            <a:r>
              <a:rPr lang="de-DE" dirty="0"/>
              <a:t> Crimp1 and Crimp 2 (Orientation)</a:t>
            </a:r>
          </a:p>
          <a:p>
            <a:pPr marL="285750" indent="-285750">
              <a:buFontTx/>
              <a:buChar char="-"/>
            </a:pPr>
            <a:endParaRPr lang="de-DE" dirty="0"/>
          </a:p>
          <a:p>
            <a:pPr marL="285750" indent="-285750">
              <a:buFontTx/>
              <a:buChar char="-"/>
            </a:pPr>
            <a:r>
              <a:rPr lang="de-DE" dirty="0" err="1"/>
              <a:t>Shrink</a:t>
            </a:r>
            <a:r>
              <a:rPr lang="de-DE" dirty="0"/>
              <a:t> </a:t>
            </a:r>
            <a:r>
              <a:rPr lang="de-DE" dirty="0" err="1"/>
              <a:t>sleeve</a:t>
            </a:r>
            <a:r>
              <a:rPr lang="de-DE" dirty="0"/>
              <a:t>: </a:t>
            </a:r>
            <a:r>
              <a:rPr lang="de-DE" dirty="0" err="1"/>
              <a:t>has</a:t>
            </a:r>
            <a:r>
              <a:rPr lang="de-DE" dirty="0"/>
              <a:t> to </a:t>
            </a:r>
            <a:r>
              <a:rPr lang="de-DE" dirty="0" err="1"/>
              <a:t>be</a:t>
            </a:r>
            <a:r>
              <a:rPr lang="de-DE" dirty="0"/>
              <a:t> </a:t>
            </a:r>
            <a:r>
              <a:rPr lang="de-DE" dirty="0" err="1"/>
              <a:t>feeded</a:t>
            </a:r>
            <a:r>
              <a:rPr lang="de-DE" dirty="0"/>
              <a:t> </a:t>
            </a:r>
            <a:r>
              <a:rPr lang="de-DE" dirty="0" err="1"/>
              <a:t>bevore</a:t>
            </a:r>
            <a:r>
              <a:rPr lang="de-DE" dirty="0"/>
              <a:t> </a:t>
            </a:r>
            <a:r>
              <a:rPr lang="de-DE" dirty="0" err="1"/>
              <a:t>crimping</a:t>
            </a:r>
            <a:endParaRPr lang="de-DE" dirty="0"/>
          </a:p>
          <a:p>
            <a:pPr marL="285750" indent="-285750">
              <a:buFontTx/>
              <a:buChar char="-"/>
            </a:pPr>
            <a:r>
              <a:rPr lang="de-DE" dirty="0" err="1"/>
              <a:t>Shrink</a:t>
            </a:r>
            <a:r>
              <a:rPr lang="de-DE" dirty="0"/>
              <a:t> </a:t>
            </a:r>
            <a:r>
              <a:rPr lang="de-DE" dirty="0" err="1"/>
              <a:t>sleeve</a:t>
            </a:r>
            <a:r>
              <a:rPr lang="de-DE" dirty="0"/>
              <a:t>: supportet </a:t>
            </a:r>
            <a:r>
              <a:rPr lang="de-DE" dirty="0" err="1"/>
              <a:t>as</a:t>
            </a:r>
            <a:r>
              <a:rPr lang="de-DE" dirty="0"/>
              <a:t> </a:t>
            </a:r>
            <a:r>
              <a:rPr lang="de-DE" dirty="0" err="1"/>
              <a:t>bulk</a:t>
            </a:r>
            <a:r>
              <a:rPr lang="de-DE" dirty="0"/>
              <a:t> material </a:t>
            </a:r>
            <a:r>
              <a:rPr lang="de-DE" dirty="0" err="1"/>
              <a:t>or</a:t>
            </a:r>
            <a:r>
              <a:rPr lang="de-DE" dirty="0"/>
              <a:t> </a:t>
            </a:r>
            <a:r>
              <a:rPr lang="de-DE" dirty="0" err="1"/>
              <a:t>endless</a:t>
            </a:r>
            <a:r>
              <a:rPr lang="de-DE" dirty="0"/>
              <a:t>?</a:t>
            </a:r>
          </a:p>
          <a:p>
            <a:pPr marL="285750" indent="-285750">
              <a:buFontTx/>
              <a:buChar char="-"/>
            </a:pPr>
            <a:endParaRPr lang="de-DE" dirty="0"/>
          </a:p>
          <a:p>
            <a:pPr marL="285750" indent="-285750">
              <a:buFontTx/>
              <a:buChar char="-"/>
            </a:pPr>
            <a:endParaRPr lang="de-DE" dirty="0"/>
          </a:p>
          <a:p>
            <a:pPr marL="285750" indent="-285750">
              <a:buFontTx/>
              <a:buChar char="-"/>
            </a:pPr>
            <a:endParaRPr lang="de-DE" dirty="0"/>
          </a:p>
          <a:p>
            <a:pPr marL="285750" indent="-285750">
              <a:buFontTx/>
              <a:buChar char="-"/>
            </a:pPr>
            <a:r>
              <a:rPr lang="de-DE" dirty="0" err="1"/>
              <a:t>Timeplanning</a:t>
            </a:r>
            <a:r>
              <a:rPr lang="de-DE" dirty="0"/>
              <a:t> </a:t>
            </a:r>
            <a:r>
              <a:rPr lang="de-DE" dirty="0" err="1"/>
              <a:t>of</a:t>
            </a:r>
            <a:r>
              <a:rPr lang="de-DE" dirty="0"/>
              <a:t> </a:t>
            </a:r>
            <a:r>
              <a:rPr lang="de-DE" dirty="0" err="1"/>
              <a:t>the</a:t>
            </a:r>
            <a:r>
              <a:rPr lang="de-DE" dirty="0"/>
              <a:t> Project?</a:t>
            </a:r>
          </a:p>
          <a:p>
            <a:pPr marL="285750" indent="-285750">
              <a:buFontTx/>
              <a:buChar char="-"/>
            </a:pPr>
            <a:endParaRPr lang="de-DE" dirty="0"/>
          </a:p>
          <a:p>
            <a:pPr marL="285750" indent="-285750">
              <a:buFontTx/>
              <a:buChar char="-"/>
            </a:pPr>
            <a:endParaRPr lang="de-DE" dirty="0"/>
          </a:p>
          <a:p>
            <a:pPr marL="285750" indent="-285750">
              <a:buFontTx/>
              <a:buChar char="-"/>
            </a:pPr>
            <a:endParaRPr lang="de-DE" dirty="0"/>
          </a:p>
        </p:txBody>
      </p:sp>
    </p:spTree>
    <p:extLst>
      <p:ext uri="{BB962C8B-B14F-4D97-AF65-F5344CB8AC3E}">
        <p14:creationId xmlns:p14="http://schemas.microsoft.com/office/powerpoint/2010/main" val="627067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uppieren 15">
            <a:extLst>
              <a:ext uri="{FF2B5EF4-FFF2-40B4-BE49-F238E27FC236}">
                <a16:creationId xmlns:a16="http://schemas.microsoft.com/office/drawing/2014/main" id="{639B4685-3ED8-6FBC-C73D-AB77823DFB07}"/>
              </a:ext>
            </a:extLst>
          </p:cNvPr>
          <p:cNvGrpSpPr/>
          <p:nvPr/>
        </p:nvGrpSpPr>
        <p:grpSpPr>
          <a:xfrm rot="7223088">
            <a:off x="5026446" y="2437254"/>
            <a:ext cx="2436400" cy="807600"/>
            <a:chOff x="10861932" y="2019300"/>
            <a:chExt cx="1746120" cy="914400"/>
          </a:xfrm>
        </p:grpSpPr>
        <p:sp>
          <p:nvSpPr>
            <p:cNvPr id="17" name="Rechteck 16">
              <a:extLst>
                <a:ext uri="{FF2B5EF4-FFF2-40B4-BE49-F238E27FC236}">
                  <a16:creationId xmlns:a16="http://schemas.microsoft.com/office/drawing/2014/main" id="{D2B9063A-1A46-71DC-BF50-AE2207A344E1}"/>
                </a:ext>
              </a:extLst>
            </p:cNvPr>
            <p:cNvSpPr/>
            <p:nvPr/>
          </p:nvSpPr>
          <p:spPr>
            <a:xfrm>
              <a:off x="10861932" y="2019300"/>
              <a:ext cx="529967"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8" name="Gleichschenkliges Dreieck 17">
              <a:extLst>
                <a:ext uri="{FF2B5EF4-FFF2-40B4-BE49-F238E27FC236}">
                  <a16:creationId xmlns:a16="http://schemas.microsoft.com/office/drawing/2014/main" id="{DC760B02-9ADD-92FC-C205-82C7742BBE5E}"/>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13" name="Gruppieren 12">
            <a:extLst>
              <a:ext uri="{FF2B5EF4-FFF2-40B4-BE49-F238E27FC236}">
                <a16:creationId xmlns:a16="http://schemas.microsoft.com/office/drawing/2014/main" id="{122C19A7-1C82-50C6-0196-345F393A44FD}"/>
              </a:ext>
            </a:extLst>
          </p:cNvPr>
          <p:cNvGrpSpPr/>
          <p:nvPr/>
        </p:nvGrpSpPr>
        <p:grpSpPr>
          <a:xfrm rot="5400000">
            <a:off x="4328579" y="2223542"/>
            <a:ext cx="2436400" cy="807600"/>
            <a:chOff x="10861932" y="2019300"/>
            <a:chExt cx="1746120" cy="914400"/>
          </a:xfrm>
        </p:grpSpPr>
        <p:sp>
          <p:nvSpPr>
            <p:cNvPr id="14" name="Rechteck 13">
              <a:extLst>
                <a:ext uri="{FF2B5EF4-FFF2-40B4-BE49-F238E27FC236}">
                  <a16:creationId xmlns:a16="http://schemas.microsoft.com/office/drawing/2014/main" id="{A5F9B45D-D17E-4795-96B8-54F2D6BDA8E2}"/>
                </a:ext>
              </a:extLst>
            </p:cNvPr>
            <p:cNvSpPr/>
            <p:nvPr/>
          </p:nvSpPr>
          <p:spPr>
            <a:xfrm>
              <a:off x="10861932" y="2019300"/>
              <a:ext cx="529967"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5" name="Gleichschenkliges Dreieck 14">
              <a:extLst>
                <a:ext uri="{FF2B5EF4-FFF2-40B4-BE49-F238E27FC236}">
                  <a16:creationId xmlns:a16="http://schemas.microsoft.com/office/drawing/2014/main" id="{5238E056-8F8A-1757-3EC0-A08F4651F5D0}"/>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9" name="Gruppieren 8">
            <a:extLst>
              <a:ext uri="{FF2B5EF4-FFF2-40B4-BE49-F238E27FC236}">
                <a16:creationId xmlns:a16="http://schemas.microsoft.com/office/drawing/2014/main" id="{CDA631A2-114F-B0BD-BCDA-C63FC4DB4346}"/>
              </a:ext>
            </a:extLst>
          </p:cNvPr>
          <p:cNvGrpSpPr/>
          <p:nvPr/>
        </p:nvGrpSpPr>
        <p:grpSpPr>
          <a:xfrm rot="3719797">
            <a:off x="3777025" y="2490903"/>
            <a:ext cx="2156351" cy="807600"/>
            <a:chOff x="11012837" y="2019300"/>
            <a:chExt cx="1595215" cy="914400"/>
          </a:xfrm>
        </p:grpSpPr>
        <p:sp>
          <p:nvSpPr>
            <p:cNvPr id="10" name="Rechteck 9">
              <a:extLst>
                <a:ext uri="{FF2B5EF4-FFF2-40B4-BE49-F238E27FC236}">
                  <a16:creationId xmlns:a16="http://schemas.microsoft.com/office/drawing/2014/main" id="{E36FCD2A-1525-CCC0-CCC4-ED7007E6DA2B}"/>
                </a:ext>
              </a:extLst>
            </p:cNvPr>
            <p:cNvSpPr/>
            <p:nvPr/>
          </p:nvSpPr>
          <p:spPr>
            <a:xfrm>
              <a:off x="11012837" y="2019300"/>
              <a:ext cx="379062"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Gleichschenkliges Dreieck 10">
              <a:extLst>
                <a:ext uri="{FF2B5EF4-FFF2-40B4-BE49-F238E27FC236}">
                  <a16:creationId xmlns:a16="http://schemas.microsoft.com/office/drawing/2014/main" id="{F8F8376D-3F2F-5294-D04F-756D23B7F3E5}"/>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6" name="Gruppieren 5">
            <a:extLst>
              <a:ext uri="{FF2B5EF4-FFF2-40B4-BE49-F238E27FC236}">
                <a16:creationId xmlns:a16="http://schemas.microsoft.com/office/drawing/2014/main" id="{899551BE-BB19-147E-D768-BF24CF89D583}"/>
              </a:ext>
            </a:extLst>
          </p:cNvPr>
          <p:cNvGrpSpPr/>
          <p:nvPr/>
        </p:nvGrpSpPr>
        <p:grpSpPr>
          <a:xfrm rot="1776365">
            <a:off x="3158449" y="2981495"/>
            <a:ext cx="2156351" cy="807600"/>
            <a:chOff x="11012837" y="2019300"/>
            <a:chExt cx="1595215" cy="914400"/>
          </a:xfrm>
        </p:grpSpPr>
        <p:sp>
          <p:nvSpPr>
            <p:cNvPr id="7" name="Rechteck 6">
              <a:extLst>
                <a:ext uri="{FF2B5EF4-FFF2-40B4-BE49-F238E27FC236}">
                  <a16:creationId xmlns:a16="http://schemas.microsoft.com/office/drawing/2014/main" id="{492614C3-26E8-6871-0A67-3BEBED42814B}"/>
                </a:ext>
              </a:extLst>
            </p:cNvPr>
            <p:cNvSpPr/>
            <p:nvPr/>
          </p:nvSpPr>
          <p:spPr>
            <a:xfrm>
              <a:off x="11012837" y="2019300"/>
              <a:ext cx="379062"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Gleichschenkliges Dreieck 7">
              <a:extLst>
                <a:ext uri="{FF2B5EF4-FFF2-40B4-BE49-F238E27FC236}">
                  <a16:creationId xmlns:a16="http://schemas.microsoft.com/office/drawing/2014/main" id="{FBDE287F-4F51-2A04-F647-C569FA46BA6B}"/>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469" name="Bogen 468">
            <a:extLst>
              <a:ext uri="{FF2B5EF4-FFF2-40B4-BE49-F238E27FC236}">
                <a16:creationId xmlns:a16="http://schemas.microsoft.com/office/drawing/2014/main" id="{B150925D-4424-66F3-A06D-D111840605C1}"/>
              </a:ext>
            </a:extLst>
          </p:cNvPr>
          <p:cNvSpPr/>
          <p:nvPr/>
        </p:nvSpPr>
        <p:spPr>
          <a:xfrm>
            <a:off x="4049838" y="2581891"/>
            <a:ext cx="2965624" cy="2984500"/>
          </a:xfrm>
          <a:prstGeom prst="arc">
            <a:avLst>
              <a:gd name="adj1" fmla="val 10812565"/>
              <a:gd name="adj2" fmla="val 10750879"/>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61" name="Gruppieren 460">
            <a:extLst>
              <a:ext uri="{FF2B5EF4-FFF2-40B4-BE49-F238E27FC236}">
                <a16:creationId xmlns:a16="http://schemas.microsoft.com/office/drawing/2014/main" id="{9D2BC07D-94FB-EF3D-DAB0-C9D28E0CB77A}"/>
              </a:ext>
            </a:extLst>
          </p:cNvPr>
          <p:cNvGrpSpPr/>
          <p:nvPr/>
        </p:nvGrpSpPr>
        <p:grpSpPr>
          <a:xfrm>
            <a:off x="2224805" y="3629036"/>
            <a:ext cx="2880000" cy="985671"/>
            <a:chOff x="10477500" y="2019300"/>
            <a:chExt cx="2130552" cy="914400"/>
          </a:xfrm>
        </p:grpSpPr>
        <p:sp>
          <p:nvSpPr>
            <p:cNvPr id="459" name="Rechteck 458">
              <a:extLst>
                <a:ext uri="{FF2B5EF4-FFF2-40B4-BE49-F238E27FC236}">
                  <a16:creationId xmlns:a16="http://schemas.microsoft.com/office/drawing/2014/main" id="{A9239BFF-5C05-8C7C-25BD-705881200CF1}"/>
                </a:ext>
              </a:extLst>
            </p:cNvPr>
            <p:cNvSpPr/>
            <p:nvPr/>
          </p:nvSpPr>
          <p:spPr>
            <a:xfrm>
              <a:off x="10477500" y="2019300"/>
              <a:ext cx="914400" cy="914400"/>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0" name="Gleichschenkliges Dreieck 459">
              <a:extLst>
                <a:ext uri="{FF2B5EF4-FFF2-40B4-BE49-F238E27FC236}">
                  <a16:creationId xmlns:a16="http://schemas.microsoft.com/office/drawing/2014/main" id="{09F30C0B-A8AA-1AAE-F46D-E8CFE7A4777B}"/>
                </a:ext>
              </a:extLst>
            </p:cNvPr>
            <p:cNvSpPr/>
            <p:nvPr/>
          </p:nvSpPr>
          <p:spPr>
            <a:xfrm rot="5400000">
              <a:off x="11542776" y="1868424"/>
              <a:ext cx="914400" cy="1216152"/>
            </a:xfrm>
            <a:prstGeom prst="triangle">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a:xfrm>
            <a:off x="2534038" y="277285"/>
            <a:ext cx="4656790" cy="265716"/>
          </a:xfrm>
        </p:spPr>
        <p:txBody>
          <a:bodyPr/>
          <a:lstStyle/>
          <a:p>
            <a:endParaRPr lang="de-DE"/>
          </a:p>
        </p:txBody>
      </p:sp>
      <p:sp>
        <p:nvSpPr>
          <p:cNvPr id="3" name="Ellipse 2">
            <a:extLst>
              <a:ext uri="{FF2B5EF4-FFF2-40B4-BE49-F238E27FC236}">
                <a16:creationId xmlns:a16="http://schemas.microsoft.com/office/drawing/2014/main" id="{F74E03ED-0935-C6EA-29FC-5AD9B7F23AAF}"/>
              </a:ext>
            </a:extLst>
          </p:cNvPr>
          <p:cNvSpPr/>
          <p:nvPr/>
        </p:nvSpPr>
        <p:spPr>
          <a:xfrm>
            <a:off x="4093556" y="2636318"/>
            <a:ext cx="2880000" cy="288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4" name="Rechteck 263">
            <a:extLst>
              <a:ext uri="{FF2B5EF4-FFF2-40B4-BE49-F238E27FC236}">
                <a16:creationId xmlns:a16="http://schemas.microsoft.com/office/drawing/2014/main" id="{483E51AD-C531-2F5B-60B5-085DE9C5B288}"/>
              </a:ext>
            </a:extLst>
          </p:cNvPr>
          <p:cNvSpPr/>
          <p:nvPr/>
        </p:nvSpPr>
        <p:spPr>
          <a:xfrm>
            <a:off x="2366388" y="3736987"/>
            <a:ext cx="871215" cy="47671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2" name="Gruppieren 251">
            <a:extLst>
              <a:ext uri="{FF2B5EF4-FFF2-40B4-BE49-F238E27FC236}">
                <a16:creationId xmlns:a16="http://schemas.microsoft.com/office/drawing/2014/main" id="{3F09B4BE-711C-1AF5-5E54-E8F6F93E61D4}"/>
              </a:ext>
            </a:extLst>
          </p:cNvPr>
          <p:cNvGrpSpPr/>
          <p:nvPr/>
        </p:nvGrpSpPr>
        <p:grpSpPr>
          <a:xfrm>
            <a:off x="5355664" y="2463583"/>
            <a:ext cx="355784" cy="283224"/>
            <a:chOff x="4119560" y="2325983"/>
            <a:chExt cx="355784" cy="283224"/>
          </a:xfrm>
        </p:grpSpPr>
        <p:sp>
          <p:nvSpPr>
            <p:cNvPr id="195" name="Rechteck 194">
              <a:extLst>
                <a:ext uri="{FF2B5EF4-FFF2-40B4-BE49-F238E27FC236}">
                  <a16:creationId xmlns:a16="http://schemas.microsoft.com/office/drawing/2014/main" id="{2FA0BA58-2093-AF08-8AF9-BBF9F8DF93AC}"/>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7" name="Rechteck 186">
              <a:extLst>
                <a:ext uri="{FF2B5EF4-FFF2-40B4-BE49-F238E27FC236}">
                  <a16:creationId xmlns:a16="http://schemas.microsoft.com/office/drawing/2014/main" id="{A9EB28A5-4DEE-3BB8-9FDF-0FAD71E404D1}"/>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88" name="Rechteck 187">
              <a:extLst>
                <a:ext uri="{FF2B5EF4-FFF2-40B4-BE49-F238E27FC236}">
                  <a16:creationId xmlns:a16="http://schemas.microsoft.com/office/drawing/2014/main" id="{38478C76-035B-FBFF-3DD5-8AC5AB96CE41}"/>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 name="Ellipse 3">
              <a:extLst>
                <a:ext uri="{FF2B5EF4-FFF2-40B4-BE49-F238E27FC236}">
                  <a16:creationId xmlns:a16="http://schemas.microsoft.com/office/drawing/2014/main" id="{CBFDC62B-4306-E710-187B-E5D836D949B3}"/>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9" name="Rechteck 188">
              <a:extLst>
                <a:ext uri="{FF2B5EF4-FFF2-40B4-BE49-F238E27FC236}">
                  <a16:creationId xmlns:a16="http://schemas.microsoft.com/office/drawing/2014/main" id="{E33505D6-AC82-72B8-B64F-1F2F537F325C}"/>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0" name="Rechteck 189">
              <a:extLst>
                <a:ext uri="{FF2B5EF4-FFF2-40B4-BE49-F238E27FC236}">
                  <a16:creationId xmlns:a16="http://schemas.microsoft.com/office/drawing/2014/main" id="{0090B5D8-B491-DB70-4E31-286F305BD2FB}"/>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1" name="Rechteck 190">
              <a:extLst>
                <a:ext uri="{FF2B5EF4-FFF2-40B4-BE49-F238E27FC236}">
                  <a16:creationId xmlns:a16="http://schemas.microsoft.com/office/drawing/2014/main" id="{842048F2-307F-A154-15A9-AA9D355083F4}"/>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2" name="Rechteck 191">
              <a:extLst>
                <a:ext uri="{FF2B5EF4-FFF2-40B4-BE49-F238E27FC236}">
                  <a16:creationId xmlns:a16="http://schemas.microsoft.com/office/drawing/2014/main" id="{B482F212-68E9-C295-196F-D1DE66EB98B1}"/>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 name="Ellipse 4">
              <a:extLst>
                <a:ext uri="{FF2B5EF4-FFF2-40B4-BE49-F238E27FC236}">
                  <a16:creationId xmlns:a16="http://schemas.microsoft.com/office/drawing/2014/main" id="{9D0BDFFB-BA7B-1B59-743B-5E196D6749CF}"/>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cxnSp>
        <p:nvCxnSpPr>
          <p:cNvPr id="267" name="Gerader Verbinder 266">
            <a:extLst>
              <a:ext uri="{FF2B5EF4-FFF2-40B4-BE49-F238E27FC236}">
                <a16:creationId xmlns:a16="http://schemas.microsoft.com/office/drawing/2014/main" id="{D94E4D36-FC1D-836A-A37F-E69213DE6B41}"/>
              </a:ext>
            </a:extLst>
          </p:cNvPr>
          <p:cNvCxnSpPr>
            <a:cxnSpLocks/>
            <a:stCxn id="3" idx="0"/>
            <a:endCxn id="3" idx="4"/>
          </p:cNvCxnSpPr>
          <p:nvPr/>
        </p:nvCxnSpPr>
        <p:spPr>
          <a:xfrm>
            <a:off x="5533556" y="2636318"/>
            <a:ext cx="0" cy="2880000"/>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cxnSp>
        <p:nvCxnSpPr>
          <p:cNvPr id="269" name="Gerader Verbinder 268">
            <a:extLst>
              <a:ext uri="{FF2B5EF4-FFF2-40B4-BE49-F238E27FC236}">
                <a16:creationId xmlns:a16="http://schemas.microsoft.com/office/drawing/2014/main" id="{DCCF0998-487B-4959-D2C6-3DC8E6608790}"/>
              </a:ext>
            </a:extLst>
          </p:cNvPr>
          <p:cNvCxnSpPr>
            <a:cxnSpLocks/>
            <a:stCxn id="3" idx="6"/>
            <a:endCxn id="3" idx="2"/>
          </p:cNvCxnSpPr>
          <p:nvPr/>
        </p:nvCxnSpPr>
        <p:spPr>
          <a:xfrm flipH="1">
            <a:off x="4093556" y="4076318"/>
            <a:ext cx="2880000" cy="0"/>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cxnSp>
        <p:nvCxnSpPr>
          <p:cNvPr id="272" name="Gerader Verbinder 271">
            <a:extLst>
              <a:ext uri="{FF2B5EF4-FFF2-40B4-BE49-F238E27FC236}">
                <a16:creationId xmlns:a16="http://schemas.microsoft.com/office/drawing/2014/main" id="{C43E9A0F-977F-6F6F-295B-990CFBC5531C}"/>
              </a:ext>
            </a:extLst>
          </p:cNvPr>
          <p:cNvCxnSpPr>
            <a:cxnSpLocks/>
            <a:stCxn id="3" idx="7"/>
            <a:endCxn id="3" idx="3"/>
          </p:cNvCxnSpPr>
          <p:nvPr/>
        </p:nvCxnSpPr>
        <p:spPr>
          <a:xfrm flipH="1">
            <a:off x="4515322" y="3058084"/>
            <a:ext cx="2036468" cy="2036468"/>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cxnSp>
        <p:nvCxnSpPr>
          <p:cNvPr id="275" name="Gerader Verbinder 274">
            <a:extLst>
              <a:ext uri="{FF2B5EF4-FFF2-40B4-BE49-F238E27FC236}">
                <a16:creationId xmlns:a16="http://schemas.microsoft.com/office/drawing/2014/main" id="{01254021-65F0-3444-5787-EA9B2AFBD3F5}"/>
              </a:ext>
            </a:extLst>
          </p:cNvPr>
          <p:cNvCxnSpPr>
            <a:cxnSpLocks/>
            <a:stCxn id="3" idx="1"/>
            <a:endCxn id="3" idx="5"/>
          </p:cNvCxnSpPr>
          <p:nvPr/>
        </p:nvCxnSpPr>
        <p:spPr>
          <a:xfrm>
            <a:off x="4515322" y="3058084"/>
            <a:ext cx="2036468" cy="2036468"/>
          </a:xfrm>
          <a:prstGeom prst="line">
            <a:avLst/>
          </a:prstGeom>
          <a:ln w="6350">
            <a:solidFill>
              <a:schemeClr val="tx1"/>
            </a:solidFill>
            <a:prstDash val="lgDashDot"/>
          </a:ln>
        </p:spPr>
        <p:style>
          <a:lnRef idx="2">
            <a:schemeClr val="accent1"/>
          </a:lnRef>
          <a:fillRef idx="0">
            <a:schemeClr val="accent1"/>
          </a:fillRef>
          <a:effectRef idx="1">
            <a:schemeClr val="accent1"/>
          </a:effectRef>
          <a:fontRef idx="minor">
            <a:schemeClr val="tx1"/>
          </a:fontRef>
        </p:style>
      </p:cxnSp>
      <p:grpSp>
        <p:nvGrpSpPr>
          <p:cNvPr id="278" name="Gruppieren 277">
            <a:extLst>
              <a:ext uri="{FF2B5EF4-FFF2-40B4-BE49-F238E27FC236}">
                <a16:creationId xmlns:a16="http://schemas.microsoft.com/office/drawing/2014/main" id="{6005206A-5621-47CF-E788-A4C85157A0B6}"/>
              </a:ext>
            </a:extLst>
          </p:cNvPr>
          <p:cNvGrpSpPr/>
          <p:nvPr/>
        </p:nvGrpSpPr>
        <p:grpSpPr>
          <a:xfrm rot="10800000">
            <a:off x="5360504" y="5400073"/>
            <a:ext cx="355784" cy="283224"/>
            <a:chOff x="4119560" y="2325983"/>
            <a:chExt cx="355784" cy="283224"/>
          </a:xfrm>
        </p:grpSpPr>
        <p:sp>
          <p:nvSpPr>
            <p:cNvPr id="279" name="Rechteck 278">
              <a:extLst>
                <a:ext uri="{FF2B5EF4-FFF2-40B4-BE49-F238E27FC236}">
                  <a16:creationId xmlns:a16="http://schemas.microsoft.com/office/drawing/2014/main" id="{B9AF9CAF-A4D6-8E86-29D9-CD60CAFAFEC3}"/>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0" name="Rechteck 279">
              <a:extLst>
                <a:ext uri="{FF2B5EF4-FFF2-40B4-BE49-F238E27FC236}">
                  <a16:creationId xmlns:a16="http://schemas.microsoft.com/office/drawing/2014/main" id="{794FEEA8-FCC9-0E93-D100-0A78124970A3}"/>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1" name="Rechteck 280">
              <a:extLst>
                <a:ext uri="{FF2B5EF4-FFF2-40B4-BE49-F238E27FC236}">
                  <a16:creationId xmlns:a16="http://schemas.microsoft.com/office/drawing/2014/main" id="{4C567C7D-FD8F-713D-5144-5AC72DE74115}"/>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2" name="Ellipse 281">
              <a:extLst>
                <a:ext uri="{FF2B5EF4-FFF2-40B4-BE49-F238E27FC236}">
                  <a16:creationId xmlns:a16="http://schemas.microsoft.com/office/drawing/2014/main" id="{780A7780-7AEB-0C63-5B2F-20BB66E4A352}"/>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7507C474-9C3D-578D-89CD-8D7776CE4D94}"/>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4" name="Rechteck 283">
              <a:extLst>
                <a:ext uri="{FF2B5EF4-FFF2-40B4-BE49-F238E27FC236}">
                  <a16:creationId xmlns:a16="http://schemas.microsoft.com/office/drawing/2014/main" id="{A339C435-D6EC-F5B1-37CB-F90EDFCDC90D}"/>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5" name="Rechteck 284">
              <a:extLst>
                <a:ext uri="{FF2B5EF4-FFF2-40B4-BE49-F238E27FC236}">
                  <a16:creationId xmlns:a16="http://schemas.microsoft.com/office/drawing/2014/main" id="{E27231B7-1AAF-0A87-F9C1-E01F8D42BFCF}"/>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6" name="Rechteck 285">
              <a:extLst>
                <a:ext uri="{FF2B5EF4-FFF2-40B4-BE49-F238E27FC236}">
                  <a16:creationId xmlns:a16="http://schemas.microsoft.com/office/drawing/2014/main" id="{288DCEEC-8F8C-7CB7-8BEA-D9DFE4A90092}"/>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87" name="Ellipse 286">
              <a:extLst>
                <a:ext uri="{FF2B5EF4-FFF2-40B4-BE49-F238E27FC236}">
                  <a16:creationId xmlns:a16="http://schemas.microsoft.com/office/drawing/2014/main" id="{643BA93F-B457-05B9-C7F4-3145909ADCEA}"/>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88" name="Gruppieren 287">
            <a:extLst>
              <a:ext uri="{FF2B5EF4-FFF2-40B4-BE49-F238E27FC236}">
                <a16:creationId xmlns:a16="http://schemas.microsoft.com/office/drawing/2014/main" id="{EF3FD299-6C2F-4171-7B5F-BCF98A1ADFA4}"/>
              </a:ext>
            </a:extLst>
          </p:cNvPr>
          <p:cNvGrpSpPr/>
          <p:nvPr/>
        </p:nvGrpSpPr>
        <p:grpSpPr>
          <a:xfrm rot="5400000">
            <a:off x="6812801" y="3939931"/>
            <a:ext cx="355784" cy="283224"/>
            <a:chOff x="4119560" y="2325983"/>
            <a:chExt cx="355784" cy="283224"/>
          </a:xfrm>
        </p:grpSpPr>
        <p:sp>
          <p:nvSpPr>
            <p:cNvPr id="289" name="Rechteck 288">
              <a:extLst>
                <a:ext uri="{FF2B5EF4-FFF2-40B4-BE49-F238E27FC236}">
                  <a16:creationId xmlns:a16="http://schemas.microsoft.com/office/drawing/2014/main" id="{B5B70BFA-A492-8B29-67DE-9605EF0BE3F7}"/>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0" name="Rechteck 289">
              <a:extLst>
                <a:ext uri="{FF2B5EF4-FFF2-40B4-BE49-F238E27FC236}">
                  <a16:creationId xmlns:a16="http://schemas.microsoft.com/office/drawing/2014/main" id="{AACFEBBD-0EB7-BDD8-FAD0-8CF3969AB72A}"/>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1" name="Rechteck 290">
              <a:extLst>
                <a:ext uri="{FF2B5EF4-FFF2-40B4-BE49-F238E27FC236}">
                  <a16:creationId xmlns:a16="http://schemas.microsoft.com/office/drawing/2014/main" id="{54C5915E-2894-284B-7D5A-CA8A1C757FEC}"/>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2" name="Ellipse 291">
              <a:extLst>
                <a:ext uri="{FF2B5EF4-FFF2-40B4-BE49-F238E27FC236}">
                  <a16:creationId xmlns:a16="http://schemas.microsoft.com/office/drawing/2014/main" id="{A3DAC7A1-DD1D-B143-3620-03A16F82AB09}"/>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3" name="Rechteck 292">
              <a:extLst>
                <a:ext uri="{FF2B5EF4-FFF2-40B4-BE49-F238E27FC236}">
                  <a16:creationId xmlns:a16="http://schemas.microsoft.com/office/drawing/2014/main" id="{E5189616-59CF-853D-F871-AD0BDCEF5440}"/>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4" name="Rechteck 293">
              <a:extLst>
                <a:ext uri="{FF2B5EF4-FFF2-40B4-BE49-F238E27FC236}">
                  <a16:creationId xmlns:a16="http://schemas.microsoft.com/office/drawing/2014/main" id="{76545B67-944B-0E77-BB25-8D6E6DAE2057}"/>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5" name="Rechteck 294">
              <a:extLst>
                <a:ext uri="{FF2B5EF4-FFF2-40B4-BE49-F238E27FC236}">
                  <a16:creationId xmlns:a16="http://schemas.microsoft.com/office/drawing/2014/main" id="{1D351088-E0EB-74D7-F281-BD6E68BA9D23}"/>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6" name="Rechteck 295">
              <a:extLst>
                <a:ext uri="{FF2B5EF4-FFF2-40B4-BE49-F238E27FC236}">
                  <a16:creationId xmlns:a16="http://schemas.microsoft.com/office/drawing/2014/main" id="{3FC2A406-3DF5-904F-BC97-748A68071F68}"/>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97" name="Ellipse 296">
              <a:extLst>
                <a:ext uri="{FF2B5EF4-FFF2-40B4-BE49-F238E27FC236}">
                  <a16:creationId xmlns:a16="http://schemas.microsoft.com/office/drawing/2014/main" id="{77937236-68F6-D939-80FF-B94AEF8549DA}"/>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8" name="Gruppieren 297">
            <a:extLst>
              <a:ext uri="{FF2B5EF4-FFF2-40B4-BE49-F238E27FC236}">
                <a16:creationId xmlns:a16="http://schemas.microsoft.com/office/drawing/2014/main" id="{0096A44B-E7E6-7DA0-58EB-EB11DDB9B3B2}"/>
              </a:ext>
            </a:extLst>
          </p:cNvPr>
          <p:cNvGrpSpPr/>
          <p:nvPr/>
        </p:nvGrpSpPr>
        <p:grpSpPr>
          <a:xfrm rot="16200000">
            <a:off x="3879179" y="3926387"/>
            <a:ext cx="355784" cy="283224"/>
            <a:chOff x="4119560" y="2325983"/>
            <a:chExt cx="355784" cy="283224"/>
          </a:xfrm>
        </p:grpSpPr>
        <p:sp>
          <p:nvSpPr>
            <p:cNvPr id="299" name="Rechteck 298">
              <a:extLst>
                <a:ext uri="{FF2B5EF4-FFF2-40B4-BE49-F238E27FC236}">
                  <a16:creationId xmlns:a16="http://schemas.microsoft.com/office/drawing/2014/main" id="{2E226A23-D3F7-A780-2D70-975225CB768D}"/>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0" name="Rechteck 299">
              <a:extLst>
                <a:ext uri="{FF2B5EF4-FFF2-40B4-BE49-F238E27FC236}">
                  <a16:creationId xmlns:a16="http://schemas.microsoft.com/office/drawing/2014/main" id="{0F163EFC-35CB-30E0-760F-76DDEAB201A7}"/>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1" name="Rechteck 300">
              <a:extLst>
                <a:ext uri="{FF2B5EF4-FFF2-40B4-BE49-F238E27FC236}">
                  <a16:creationId xmlns:a16="http://schemas.microsoft.com/office/drawing/2014/main" id="{2A31A579-A411-16BC-6C26-DF12DC8426D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2" name="Ellipse 301">
              <a:extLst>
                <a:ext uri="{FF2B5EF4-FFF2-40B4-BE49-F238E27FC236}">
                  <a16:creationId xmlns:a16="http://schemas.microsoft.com/office/drawing/2014/main" id="{38D1702B-4B2A-6ADF-C127-856A8BE5E354}"/>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7475C299-566F-6FE1-D15F-BA1B9BD94C37}"/>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4" name="Rechteck 303">
              <a:extLst>
                <a:ext uri="{FF2B5EF4-FFF2-40B4-BE49-F238E27FC236}">
                  <a16:creationId xmlns:a16="http://schemas.microsoft.com/office/drawing/2014/main" id="{6563FB07-024A-5898-2E92-EE19F021BECF}"/>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5" name="Rechteck 304">
              <a:extLst>
                <a:ext uri="{FF2B5EF4-FFF2-40B4-BE49-F238E27FC236}">
                  <a16:creationId xmlns:a16="http://schemas.microsoft.com/office/drawing/2014/main" id="{93246CA3-62E7-1457-C0F9-11265B14582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6" name="Rechteck 305">
              <a:extLst>
                <a:ext uri="{FF2B5EF4-FFF2-40B4-BE49-F238E27FC236}">
                  <a16:creationId xmlns:a16="http://schemas.microsoft.com/office/drawing/2014/main" id="{1FA253CC-B06A-697D-7CAF-8013FC38E70D}"/>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07" name="Ellipse 306">
              <a:extLst>
                <a:ext uri="{FF2B5EF4-FFF2-40B4-BE49-F238E27FC236}">
                  <a16:creationId xmlns:a16="http://schemas.microsoft.com/office/drawing/2014/main" id="{149D6DF1-257D-DDD8-D403-2EF85F6EAD56}"/>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08" name="Gruppieren 307">
            <a:extLst>
              <a:ext uri="{FF2B5EF4-FFF2-40B4-BE49-F238E27FC236}">
                <a16:creationId xmlns:a16="http://schemas.microsoft.com/office/drawing/2014/main" id="{1D615AA6-8D71-C4EF-ECD1-E41E50097195}"/>
              </a:ext>
            </a:extLst>
          </p:cNvPr>
          <p:cNvGrpSpPr/>
          <p:nvPr/>
        </p:nvGrpSpPr>
        <p:grpSpPr>
          <a:xfrm rot="1931020">
            <a:off x="6063004" y="2661564"/>
            <a:ext cx="355784" cy="283224"/>
            <a:chOff x="4119560" y="2325983"/>
            <a:chExt cx="355784" cy="283224"/>
          </a:xfrm>
        </p:grpSpPr>
        <p:sp>
          <p:nvSpPr>
            <p:cNvPr id="309" name="Rechteck 308">
              <a:extLst>
                <a:ext uri="{FF2B5EF4-FFF2-40B4-BE49-F238E27FC236}">
                  <a16:creationId xmlns:a16="http://schemas.microsoft.com/office/drawing/2014/main" id="{F1672E57-C2FD-1766-0891-63EA705AB9AE}"/>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0" name="Rechteck 309">
              <a:extLst>
                <a:ext uri="{FF2B5EF4-FFF2-40B4-BE49-F238E27FC236}">
                  <a16:creationId xmlns:a16="http://schemas.microsoft.com/office/drawing/2014/main" id="{DEC890B3-561B-4C6D-61BA-D7E97787F773}"/>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1" name="Rechteck 310">
              <a:extLst>
                <a:ext uri="{FF2B5EF4-FFF2-40B4-BE49-F238E27FC236}">
                  <a16:creationId xmlns:a16="http://schemas.microsoft.com/office/drawing/2014/main" id="{9144AFD4-7108-CAEB-AFBC-A02643A6FC9F}"/>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2" name="Ellipse 311">
              <a:extLst>
                <a:ext uri="{FF2B5EF4-FFF2-40B4-BE49-F238E27FC236}">
                  <a16:creationId xmlns:a16="http://schemas.microsoft.com/office/drawing/2014/main" id="{3B377EC5-E7F6-4480-0994-A93B300E1BE0}"/>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3" name="Rechteck 312">
              <a:extLst>
                <a:ext uri="{FF2B5EF4-FFF2-40B4-BE49-F238E27FC236}">
                  <a16:creationId xmlns:a16="http://schemas.microsoft.com/office/drawing/2014/main" id="{26D3B163-2ACF-089C-AC7B-719B805017D7}"/>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4" name="Rechteck 313">
              <a:extLst>
                <a:ext uri="{FF2B5EF4-FFF2-40B4-BE49-F238E27FC236}">
                  <a16:creationId xmlns:a16="http://schemas.microsoft.com/office/drawing/2014/main" id="{2F4474D9-7BB5-7427-FAE1-46CEE40C60A2}"/>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5" name="Rechteck 314">
              <a:extLst>
                <a:ext uri="{FF2B5EF4-FFF2-40B4-BE49-F238E27FC236}">
                  <a16:creationId xmlns:a16="http://schemas.microsoft.com/office/drawing/2014/main" id="{325601B9-F326-8C9A-87A0-84B4B18FC2C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6" name="Rechteck 315">
              <a:extLst>
                <a:ext uri="{FF2B5EF4-FFF2-40B4-BE49-F238E27FC236}">
                  <a16:creationId xmlns:a16="http://schemas.microsoft.com/office/drawing/2014/main" id="{48352D77-3A88-F05C-EEAA-66EC0600433A}"/>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17" name="Ellipse 316">
              <a:extLst>
                <a:ext uri="{FF2B5EF4-FFF2-40B4-BE49-F238E27FC236}">
                  <a16:creationId xmlns:a16="http://schemas.microsoft.com/office/drawing/2014/main" id="{D219C58C-C168-81C9-4603-3DD2D8395E54}"/>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18" name="Gruppieren 317">
            <a:extLst>
              <a:ext uri="{FF2B5EF4-FFF2-40B4-BE49-F238E27FC236}">
                <a16:creationId xmlns:a16="http://schemas.microsoft.com/office/drawing/2014/main" id="{FEC635EB-669B-F441-5DBB-40BBB18F8E9B}"/>
              </a:ext>
            </a:extLst>
          </p:cNvPr>
          <p:cNvGrpSpPr/>
          <p:nvPr/>
        </p:nvGrpSpPr>
        <p:grpSpPr>
          <a:xfrm rot="3708001">
            <a:off x="6657730" y="3267532"/>
            <a:ext cx="355784" cy="283224"/>
            <a:chOff x="4119560" y="2325983"/>
            <a:chExt cx="355784" cy="283224"/>
          </a:xfrm>
        </p:grpSpPr>
        <p:sp>
          <p:nvSpPr>
            <p:cNvPr id="319" name="Rechteck 318">
              <a:extLst>
                <a:ext uri="{FF2B5EF4-FFF2-40B4-BE49-F238E27FC236}">
                  <a16:creationId xmlns:a16="http://schemas.microsoft.com/office/drawing/2014/main" id="{1CF73F47-F3FC-8A6B-97AA-935911274676}"/>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0" name="Rechteck 319">
              <a:extLst>
                <a:ext uri="{FF2B5EF4-FFF2-40B4-BE49-F238E27FC236}">
                  <a16:creationId xmlns:a16="http://schemas.microsoft.com/office/drawing/2014/main" id="{8E9005BD-8451-2766-5178-D365C109B5FD}"/>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1" name="Rechteck 320">
              <a:extLst>
                <a:ext uri="{FF2B5EF4-FFF2-40B4-BE49-F238E27FC236}">
                  <a16:creationId xmlns:a16="http://schemas.microsoft.com/office/drawing/2014/main" id="{EC0FF617-1996-DC63-B0DF-51915F0F965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2" name="Ellipse 321">
              <a:extLst>
                <a:ext uri="{FF2B5EF4-FFF2-40B4-BE49-F238E27FC236}">
                  <a16:creationId xmlns:a16="http://schemas.microsoft.com/office/drawing/2014/main" id="{BF2E9D54-7772-21A7-91CE-79D629C0E86E}"/>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3" name="Rechteck 322">
              <a:extLst>
                <a:ext uri="{FF2B5EF4-FFF2-40B4-BE49-F238E27FC236}">
                  <a16:creationId xmlns:a16="http://schemas.microsoft.com/office/drawing/2014/main" id="{A4ADC23A-9212-F130-F4CF-ABFC95F3AA68}"/>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4" name="Rechteck 323">
              <a:extLst>
                <a:ext uri="{FF2B5EF4-FFF2-40B4-BE49-F238E27FC236}">
                  <a16:creationId xmlns:a16="http://schemas.microsoft.com/office/drawing/2014/main" id="{0E6248CF-629B-10C7-98CC-D1ED07FFFA3D}"/>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5" name="Rechteck 324">
              <a:extLst>
                <a:ext uri="{FF2B5EF4-FFF2-40B4-BE49-F238E27FC236}">
                  <a16:creationId xmlns:a16="http://schemas.microsoft.com/office/drawing/2014/main" id="{06AFE751-EC62-F692-312A-F09022BF92B2}"/>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6" name="Rechteck 325">
              <a:extLst>
                <a:ext uri="{FF2B5EF4-FFF2-40B4-BE49-F238E27FC236}">
                  <a16:creationId xmlns:a16="http://schemas.microsoft.com/office/drawing/2014/main" id="{31336054-4C3F-C415-4F81-9696766898F7}"/>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27" name="Ellipse 326">
              <a:extLst>
                <a:ext uri="{FF2B5EF4-FFF2-40B4-BE49-F238E27FC236}">
                  <a16:creationId xmlns:a16="http://schemas.microsoft.com/office/drawing/2014/main" id="{D4CC7DB8-F657-88CB-6A0E-5A176BEA3004}"/>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28" name="Ellipse 327">
            <a:extLst>
              <a:ext uri="{FF2B5EF4-FFF2-40B4-BE49-F238E27FC236}">
                <a16:creationId xmlns:a16="http://schemas.microsoft.com/office/drawing/2014/main" id="{2EA2079F-087B-D2BC-61D2-33AB4DD257FF}"/>
              </a:ext>
            </a:extLst>
          </p:cNvPr>
          <p:cNvSpPr/>
          <p:nvPr/>
        </p:nvSpPr>
        <p:spPr>
          <a:xfrm>
            <a:off x="4548133" y="3096182"/>
            <a:ext cx="1980000" cy="198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dirty="0"/>
          </a:p>
        </p:txBody>
      </p:sp>
      <p:grpSp>
        <p:nvGrpSpPr>
          <p:cNvPr id="329" name="Gruppieren 328">
            <a:extLst>
              <a:ext uri="{FF2B5EF4-FFF2-40B4-BE49-F238E27FC236}">
                <a16:creationId xmlns:a16="http://schemas.microsoft.com/office/drawing/2014/main" id="{D3481E0E-CFC0-5F4F-B460-6CC2F5E5E594}"/>
              </a:ext>
            </a:extLst>
          </p:cNvPr>
          <p:cNvGrpSpPr/>
          <p:nvPr/>
        </p:nvGrpSpPr>
        <p:grpSpPr>
          <a:xfrm rot="12627849">
            <a:off x="4670579" y="5235361"/>
            <a:ext cx="355784" cy="283224"/>
            <a:chOff x="4119560" y="2325983"/>
            <a:chExt cx="355784" cy="283224"/>
          </a:xfrm>
        </p:grpSpPr>
        <p:sp>
          <p:nvSpPr>
            <p:cNvPr id="330" name="Rechteck 329">
              <a:extLst>
                <a:ext uri="{FF2B5EF4-FFF2-40B4-BE49-F238E27FC236}">
                  <a16:creationId xmlns:a16="http://schemas.microsoft.com/office/drawing/2014/main" id="{A1F1DADE-D21E-79D7-1815-8DBB6E48833E}"/>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1" name="Rechteck 330">
              <a:extLst>
                <a:ext uri="{FF2B5EF4-FFF2-40B4-BE49-F238E27FC236}">
                  <a16:creationId xmlns:a16="http://schemas.microsoft.com/office/drawing/2014/main" id="{848321A9-A978-9387-B282-9091EAFC3F69}"/>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2" name="Rechteck 331">
              <a:extLst>
                <a:ext uri="{FF2B5EF4-FFF2-40B4-BE49-F238E27FC236}">
                  <a16:creationId xmlns:a16="http://schemas.microsoft.com/office/drawing/2014/main" id="{F82DADA1-0367-D188-2B79-DAD0DBAEC02E}"/>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3" name="Ellipse 332">
              <a:extLst>
                <a:ext uri="{FF2B5EF4-FFF2-40B4-BE49-F238E27FC236}">
                  <a16:creationId xmlns:a16="http://schemas.microsoft.com/office/drawing/2014/main" id="{87016914-BA7C-EAB8-5202-3AE0E9F288E4}"/>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4" name="Rechteck 333">
              <a:extLst>
                <a:ext uri="{FF2B5EF4-FFF2-40B4-BE49-F238E27FC236}">
                  <a16:creationId xmlns:a16="http://schemas.microsoft.com/office/drawing/2014/main" id="{AC254F23-D533-EB3D-5C13-36527EA0B3D6}"/>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5" name="Rechteck 334">
              <a:extLst>
                <a:ext uri="{FF2B5EF4-FFF2-40B4-BE49-F238E27FC236}">
                  <a16:creationId xmlns:a16="http://schemas.microsoft.com/office/drawing/2014/main" id="{68C5C69D-93FC-82F2-7084-7F7066AB4A46}"/>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6" name="Rechteck 335">
              <a:extLst>
                <a:ext uri="{FF2B5EF4-FFF2-40B4-BE49-F238E27FC236}">
                  <a16:creationId xmlns:a16="http://schemas.microsoft.com/office/drawing/2014/main" id="{35BF837C-3B3A-882D-9EFE-6EB3BF2A5BC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7" name="Rechteck 336">
              <a:extLst>
                <a:ext uri="{FF2B5EF4-FFF2-40B4-BE49-F238E27FC236}">
                  <a16:creationId xmlns:a16="http://schemas.microsoft.com/office/drawing/2014/main" id="{B366EACB-E632-DD95-30E9-EA5003620DEC}"/>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8" name="Ellipse 337">
              <a:extLst>
                <a:ext uri="{FF2B5EF4-FFF2-40B4-BE49-F238E27FC236}">
                  <a16:creationId xmlns:a16="http://schemas.microsoft.com/office/drawing/2014/main" id="{FE0DAC40-2429-2801-8E66-BB125020201D}"/>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39" name="Gruppieren 338">
            <a:extLst>
              <a:ext uri="{FF2B5EF4-FFF2-40B4-BE49-F238E27FC236}">
                <a16:creationId xmlns:a16="http://schemas.microsoft.com/office/drawing/2014/main" id="{6AD7B29D-782B-CB7A-9F90-AAB4D8576AF1}"/>
              </a:ext>
            </a:extLst>
          </p:cNvPr>
          <p:cNvGrpSpPr/>
          <p:nvPr/>
        </p:nvGrpSpPr>
        <p:grpSpPr>
          <a:xfrm rot="14490658">
            <a:off x="4066601" y="4627280"/>
            <a:ext cx="355784" cy="283224"/>
            <a:chOff x="4119560" y="2325983"/>
            <a:chExt cx="355784" cy="283224"/>
          </a:xfrm>
        </p:grpSpPr>
        <p:sp>
          <p:nvSpPr>
            <p:cNvPr id="340" name="Rechteck 339">
              <a:extLst>
                <a:ext uri="{FF2B5EF4-FFF2-40B4-BE49-F238E27FC236}">
                  <a16:creationId xmlns:a16="http://schemas.microsoft.com/office/drawing/2014/main" id="{DBBC27D9-2DA5-EB4A-2AAB-43F182A9E387}"/>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1" name="Rechteck 340">
              <a:extLst>
                <a:ext uri="{FF2B5EF4-FFF2-40B4-BE49-F238E27FC236}">
                  <a16:creationId xmlns:a16="http://schemas.microsoft.com/office/drawing/2014/main" id="{2FBCA7AF-A32F-98BA-D985-B28CFD093B8C}"/>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2" name="Rechteck 341">
              <a:extLst>
                <a:ext uri="{FF2B5EF4-FFF2-40B4-BE49-F238E27FC236}">
                  <a16:creationId xmlns:a16="http://schemas.microsoft.com/office/drawing/2014/main" id="{57380F10-B2FE-6D3B-762D-9899E881965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3" name="Ellipse 342">
              <a:extLst>
                <a:ext uri="{FF2B5EF4-FFF2-40B4-BE49-F238E27FC236}">
                  <a16:creationId xmlns:a16="http://schemas.microsoft.com/office/drawing/2014/main" id="{F234D963-3A96-C908-D881-C483F44F8B76}"/>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4" name="Rechteck 343">
              <a:extLst>
                <a:ext uri="{FF2B5EF4-FFF2-40B4-BE49-F238E27FC236}">
                  <a16:creationId xmlns:a16="http://schemas.microsoft.com/office/drawing/2014/main" id="{E97B738B-9F4A-F0B9-640B-D4A6E5E66EA6}"/>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5" name="Rechteck 344">
              <a:extLst>
                <a:ext uri="{FF2B5EF4-FFF2-40B4-BE49-F238E27FC236}">
                  <a16:creationId xmlns:a16="http://schemas.microsoft.com/office/drawing/2014/main" id="{5EA16622-96F9-E449-891E-6B383160E278}"/>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6" name="Rechteck 345">
              <a:extLst>
                <a:ext uri="{FF2B5EF4-FFF2-40B4-BE49-F238E27FC236}">
                  <a16:creationId xmlns:a16="http://schemas.microsoft.com/office/drawing/2014/main" id="{F55DFA08-9C88-458C-91C8-0B9D8E248961}"/>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7" name="Rechteck 346">
              <a:extLst>
                <a:ext uri="{FF2B5EF4-FFF2-40B4-BE49-F238E27FC236}">
                  <a16:creationId xmlns:a16="http://schemas.microsoft.com/office/drawing/2014/main" id="{B2A4B13E-6C68-0DE0-1B73-7B644EA8D65F}"/>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8" name="Ellipse 347">
              <a:extLst>
                <a:ext uri="{FF2B5EF4-FFF2-40B4-BE49-F238E27FC236}">
                  <a16:creationId xmlns:a16="http://schemas.microsoft.com/office/drawing/2014/main" id="{E92B8907-0EF7-3E01-E651-1EBACF9C5420}"/>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49" name="Gruppieren 348">
            <a:extLst>
              <a:ext uri="{FF2B5EF4-FFF2-40B4-BE49-F238E27FC236}">
                <a16:creationId xmlns:a16="http://schemas.microsoft.com/office/drawing/2014/main" id="{B64D3A71-1A37-3B8E-DB89-C1A55070FEDD}"/>
              </a:ext>
            </a:extLst>
          </p:cNvPr>
          <p:cNvGrpSpPr/>
          <p:nvPr/>
        </p:nvGrpSpPr>
        <p:grpSpPr>
          <a:xfrm rot="19836658">
            <a:off x="4666175" y="2651337"/>
            <a:ext cx="355784" cy="283224"/>
            <a:chOff x="4119560" y="2325983"/>
            <a:chExt cx="355784" cy="283224"/>
          </a:xfrm>
        </p:grpSpPr>
        <p:sp>
          <p:nvSpPr>
            <p:cNvPr id="350" name="Rechteck 349">
              <a:extLst>
                <a:ext uri="{FF2B5EF4-FFF2-40B4-BE49-F238E27FC236}">
                  <a16:creationId xmlns:a16="http://schemas.microsoft.com/office/drawing/2014/main" id="{C26CD555-FACE-36DE-1FEE-A04117C260D9}"/>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1" name="Rechteck 350">
              <a:extLst>
                <a:ext uri="{FF2B5EF4-FFF2-40B4-BE49-F238E27FC236}">
                  <a16:creationId xmlns:a16="http://schemas.microsoft.com/office/drawing/2014/main" id="{B13D9EC9-2D8C-FAA3-E303-4C0F464DB58D}"/>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2" name="Rechteck 351">
              <a:extLst>
                <a:ext uri="{FF2B5EF4-FFF2-40B4-BE49-F238E27FC236}">
                  <a16:creationId xmlns:a16="http://schemas.microsoft.com/office/drawing/2014/main" id="{7C250BD7-09DE-0148-A6FD-1288FED31FF9}"/>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3" name="Ellipse 352">
              <a:extLst>
                <a:ext uri="{FF2B5EF4-FFF2-40B4-BE49-F238E27FC236}">
                  <a16:creationId xmlns:a16="http://schemas.microsoft.com/office/drawing/2014/main" id="{75F68AB0-D9CC-BDC6-DA9C-EDD6218F7B35}"/>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4" name="Rechteck 353">
              <a:extLst>
                <a:ext uri="{FF2B5EF4-FFF2-40B4-BE49-F238E27FC236}">
                  <a16:creationId xmlns:a16="http://schemas.microsoft.com/office/drawing/2014/main" id="{72B81A46-D571-EA03-4631-7E3208A761BD}"/>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5" name="Rechteck 354">
              <a:extLst>
                <a:ext uri="{FF2B5EF4-FFF2-40B4-BE49-F238E27FC236}">
                  <a16:creationId xmlns:a16="http://schemas.microsoft.com/office/drawing/2014/main" id="{D218F709-F3A0-67B3-526B-365264C98966}"/>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6" name="Rechteck 355">
              <a:extLst>
                <a:ext uri="{FF2B5EF4-FFF2-40B4-BE49-F238E27FC236}">
                  <a16:creationId xmlns:a16="http://schemas.microsoft.com/office/drawing/2014/main" id="{F04F4069-677E-08C7-9A93-C33E533A8C71}"/>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7" name="Rechteck 356">
              <a:extLst>
                <a:ext uri="{FF2B5EF4-FFF2-40B4-BE49-F238E27FC236}">
                  <a16:creationId xmlns:a16="http://schemas.microsoft.com/office/drawing/2014/main" id="{27280FD1-CF96-2CEB-D897-504B489A3675}"/>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8" name="Ellipse 357">
              <a:extLst>
                <a:ext uri="{FF2B5EF4-FFF2-40B4-BE49-F238E27FC236}">
                  <a16:creationId xmlns:a16="http://schemas.microsoft.com/office/drawing/2014/main" id="{D0E99F9F-1586-5902-BFAA-14732F223292}"/>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0" name="Gruppieren 359">
            <a:extLst>
              <a:ext uri="{FF2B5EF4-FFF2-40B4-BE49-F238E27FC236}">
                <a16:creationId xmlns:a16="http://schemas.microsoft.com/office/drawing/2014/main" id="{B42B85B2-1B87-1952-4357-31A8E275C011}"/>
              </a:ext>
            </a:extLst>
          </p:cNvPr>
          <p:cNvGrpSpPr/>
          <p:nvPr/>
        </p:nvGrpSpPr>
        <p:grpSpPr>
          <a:xfrm rot="7070041">
            <a:off x="6621782" y="4659031"/>
            <a:ext cx="355784" cy="283224"/>
            <a:chOff x="4119560" y="2325983"/>
            <a:chExt cx="355784" cy="283224"/>
          </a:xfrm>
        </p:grpSpPr>
        <p:sp>
          <p:nvSpPr>
            <p:cNvPr id="361" name="Rechteck 360">
              <a:extLst>
                <a:ext uri="{FF2B5EF4-FFF2-40B4-BE49-F238E27FC236}">
                  <a16:creationId xmlns:a16="http://schemas.microsoft.com/office/drawing/2014/main" id="{C99CB9A4-3CB2-65A6-5F94-CB4A5F8F97E8}"/>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62" name="Rechteck 361">
              <a:extLst>
                <a:ext uri="{FF2B5EF4-FFF2-40B4-BE49-F238E27FC236}">
                  <a16:creationId xmlns:a16="http://schemas.microsoft.com/office/drawing/2014/main" id="{DA9038DF-3D50-4EEC-7089-957EE9B40C10}"/>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3" name="Rechteck 362">
              <a:extLst>
                <a:ext uri="{FF2B5EF4-FFF2-40B4-BE49-F238E27FC236}">
                  <a16:creationId xmlns:a16="http://schemas.microsoft.com/office/drawing/2014/main" id="{E4C0C007-A969-BE11-597E-D96D83E021A4}"/>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4" name="Ellipse 363">
              <a:extLst>
                <a:ext uri="{FF2B5EF4-FFF2-40B4-BE49-F238E27FC236}">
                  <a16:creationId xmlns:a16="http://schemas.microsoft.com/office/drawing/2014/main" id="{E4319533-2B90-CA76-218F-787FA3FB3A49}"/>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65" name="Rechteck 364">
              <a:extLst>
                <a:ext uri="{FF2B5EF4-FFF2-40B4-BE49-F238E27FC236}">
                  <a16:creationId xmlns:a16="http://schemas.microsoft.com/office/drawing/2014/main" id="{5815E01F-8408-20BA-99DA-6F2206B8EDE4}"/>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6" name="Rechteck 365">
              <a:extLst>
                <a:ext uri="{FF2B5EF4-FFF2-40B4-BE49-F238E27FC236}">
                  <a16:creationId xmlns:a16="http://schemas.microsoft.com/office/drawing/2014/main" id="{AADA2831-F750-0EE5-24F2-26113E410C7D}"/>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7" name="Rechteck 366">
              <a:extLst>
                <a:ext uri="{FF2B5EF4-FFF2-40B4-BE49-F238E27FC236}">
                  <a16:creationId xmlns:a16="http://schemas.microsoft.com/office/drawing/2014/main" id="{B35EF189-DBD2-3495-8704-7D84CE91B389}"/>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8" name="Rechteck 367">
              <a:extLst>
                <a:ext uri="{FF2B5EF4-FFF2-40B4-BE49-F238E27FC236}">
                  <a16:creationId xmlns:a16="http://schemas.microsoft.com/office/drawing/2014/main" id="{F0AE1A70-5178-5D55-3D05-977C1E0C21CA}"/>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69" name="Ellipse 368">
              <a:extLst>
                <a:ext uri="{FF2B5EF4-FFF2-40B4-BE49-F238E27FC236}">
                  <a16:creationId xmlns:a16="http://schemas.microsoft.com/office/drawing/2014/main" id="{EA248DD8-84D6-70B6-62A3-9EE8934EE863}"/>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70" name="Gruppieren 369">
            <a:extLst>
              <a:ext uri="{FF2B5EF4-FFF2-40B4-BE49-F238E27FC236}">
                <a16:creationId xmlns:a16="http://schemas.microsoft.com/office/drawing/2014/main" id="{A166F70A-3B3A-5E3F-B5FF-21DBF2E65C43}"/>
              </a:ext>
            </a:extLst>
          </p:cNvPr>
          <p:cNvGrpSpPr/>
          <p:nvPr/>
        </p:nvGrpSpPr>
        <p:grpSpPr>
          <a:xfrm rot="8957023">
            <a:off x="6081170" y="5211230"/>
            <a:ext cx="355784" cy="283224"/>
            <a:chOff x="4119560" y="2325983"/>
            <a:chExt cx="355784" cy="283224"/>
          </a:xfrm>
        </p:grpSpPr>
        <p:sp>
          <p:nvSpPr>
            <p:cNvPr id="371" name="Rechteck 370">
              <a:extLst>
                <a:ext uri="{FF2B5EF4-FFF2-40B4-BE49-F238E27FC236}">
                  <a16:creationId xmlns:a16="http://schemas.microsoft.com/office/drawing/2014/main" id="{1A4919CA-09E2-CF67-2FAC-23D3EAFA231B}"/>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2" name="Rechteck 371">
              <a:extLst>
                <a:ext uri="{FF2B5EF4-FFF2-40B4-BE49-F238E27FC236}">
                  <a16:creationId xmlns:a16="http://schemas.microsoft.com/office/drawing/2014/main" id="{582028F9-C9F6-E193-A791-BC6D8FC8F76B}"/>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3" name="Rechteck 372">
              <a:extLst>
                <a:ext uri="{FF2B5EF4-FFF2-40B4-BE49-F238E27FC236}">
                  <a16:creationId xmlns:a16="http://schemas.microsoft.com/office/drawing/2014/main" id="{400BD7DA-8B29-6A64-B556-29A933E19707}"/>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4" name="Ellipse 373">
              <a:extLst>
                <a:ext uri="{FF2B5EF4-FFF2-40B4-BE49-F238E27FC236}">
                  <a16:creationId xmlns:a16="http://schemas.microsoft.com/office/drawing/2014/main" id="{09F86228-6C37-3C16-D306-3AB4C46F1034}"/>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5" name="Rechteck 374">
              <a:extLst>
                <a:ext uri="{FF2B5EF4-FFF2-40B4-BE49-F238E27FC236}">
                  <a16:creationId xmlns:a16="http://schemas.microsoft.com/office/drawing/2014/main" id="{1F44E3DB-3A42-DBD4-CD4F-1D16FD4B636A}"/>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6" name="Rechteck 375">
              <a:extLst>
                <a:ext uri="{FF2B5EF4-FFF2-40B4-BE49-F238E27FC236}">
                  <a16:creationId xmlns:a16="http://schemas.microsoft.com/office/drawing/2014/main" id="{FEB6C31C-687B-F0E3-610F-89E38BCCB6B8}"/>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7" name="Rechteck 376">
              <a:extLst>
                <a:ext uri="{FF2B5EF4-FFF2-40B4-BE49-F238E27FC236}">
                  <a16:creationId xmlns:a16="http://schemas.microsoft.com/office/drawing/2014/main" id="{CC33D106-D173-0112-C1D4-6D866755EAF0}"/>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8" name="Rechteck 377">
              <a:extLst>
                <a:ext uri="{FF2B5EF4-FFF2-40B4-BE49-F238E27FC236}">
                  <a16:creationId xmlns:a16="http://schemas.microsoft.com/office/drawing/2014/main" id="{E466B3DB-B8FF-4D9D-9345-DAE47FC57265}"/>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79" name="Ellipse 378">
              <a:extLst>
                <a:ext uri="{FF2B5EF4-FFF2-40B4-BE49-F238E27FC236}">
                  <a16:creationId xmlns:a16="http://schemas.microsoft.com/office/drawing/2014/main" id="{4A9715E7-29C8-0433-E40A-A7E6A8D3A034}"/>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80" name="Gruppieren 379">
            <a:extLst>
              <a:ext uri="{FF2B5EF4-FFF2-40B4-BE49-F238E27FC236}">
                <a16:creationId xmlns:a16="http://schemas.microsoft.com/office/drawing/2014/main" id="{115E7A88-AC20-E212-FC3A-862FA6D94FEC}"/>
              </a:ext>
            </a:extLst>
          </p:cNvPr>
          <p:cNvGrpSpPr/>
          <p:nvPr/>
        </p:nvGrpSpPr>
        <p:grpSpPr>
          <a:xfrm rot="17931805">
            <a:off x="4073272" y="3234839"/>
            <a:ext cx="355784" cy="283224"/>
            <a:chOff x="4119560" y="2325983"/>
            <a:chExt cx="355784" cy="283224"/>
          </a:xfrm>
        </p:grpSpPr>
        <p:sp>
          <p:nvSpPr>
            <p:cNvPr id="381" name="Rechteck 380">
              <a:extLst>
                <a:ext uri="{FF2B5EF4-FFF2-40B4-BE49-F238E27FC236}">
                  <a16:creationId xmlns:a16="http://schemas.microsoft.com/office/drawing/2014/main" id="{B05D10EC-EF88-0128-7E93-2568B58D44F4}"/>
                </a:ext>
              </a:extLst>
            </p:cNvPr>
            <p:cNvSpPr/>
            <p:nvPr/>
          </p:nvSpPr>
          <p:spPr>
            <a:xfrm>
              <a:off x="4254179" y="2366122"/>
              <a:ext cx="87607" cy="312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2" name="Rechteck 381">
              <a:extLst>
                <a:ext uri="{FF2B5EF4-FFF2-40B4-BE49-F238E27FC236}">
                  <a16:creationId xmlns:a16="http://schemas.microsoft.com/office/drawing/2014/main" id="{7220111E-6679-A2FD-9F17-BFE99D79008B}"/>
                </a:ext>
              </a:extLst>
            </p:cNvPr>
            <p:cNvSpPr/>
            <p:nvPr/>
          </p:nvSpPr>
          <p:spPr>
            <a:xfrm>
              <a:off x="4136227"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3" name="Rechteck 382">
              <a:extLst>
                <a:ext uri="{FF2B5EF4-FFF2-40B4-BE49-F238E27FC236}">
                  <a16:creationId xmlns:a16="http://schemas.microsoft.com/office/drawing/2014/main" id="{9CC131E4-F7C8-B094-3C1D-9DD6A797B519}"/>
                </a:ext>
              </a:extLst>
            </p:cNvPr>
            <p:cNvSpPr/>
            <p:nvPr/>
          </p:nvSpPr>
          <p:spPr>
            <a:xfrm>
              <a:off x="4211888"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4" name="Ellipse 383">
              <a:extLst>
                <a:ext uri="{FF2B5EF4-FFF2-40B4-BE49-F238E27FC236}">
                  <a16:creationId xmlns:a16="http://schemas.microsoft.com/office/drawing/2014/main" id="{EE3AB6FA-2988-DD60-633B-7190014FC7F5}"/>
                </a:ext>
              </a:extLst>
            </p:cNvPr>
            <p:cNvSpPr/>
            <p:nvPr/>
          </p:nvSpPr>
          <p:spPr>
            <a:xfrm>
              <a:off x="4176093" y="2361513"/>
              <a:ext cx="41334"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5" name="Rechteck 384">
              <a:extLst>
                <a:ext uri="{FF2B5EF4-FFF2-40B4-BE49-F238E27FC236}">
                  <a16:creationId xmlns:a16="http://schemas.microsoft.com/office/drawing/2014/main" id="{5025AAF1-545D-113F-5695-211E90143AF9}"/>
                </a:ext>
              </a:extLst>
            </p:cNvPr>
            <p:cNvSpPr/>
            <p:nvPr/>
          </p:nvSpPr>
          <p:spPr>
            <a:xfrm>
              <a:off x="4119560" y="2509339"/>
              <a:ext cx="156842" cy="998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6" name="Rechteck 385">
              <a:extLst>
                <a:ext uri="{FF2B5EF4-FFF2-40B4-BE49-F238E27FC236}">
                  <a16:creationId xmlns:a16="http://schemas.microsoft.com/office/drawing/2014/main" id="{CBE3F219-028A-18D8-5667-B7F3A770E0AF}"/>
                </a:ext>
              </a:extLst>
            </p:cNvPr>
            <p:cNvSpPr/>
            <p:nvPr/>
          </p:nvSpPr>
          <p:spPr>
            <a:xfrm>
              <a:off x="4337550"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7" name="Rechteck 386">
              <a:extLst>
                <a:ext uri="{FF2B5EF4-FFF2-40B4-BE49-F238E27FC236}">
                  <a16:creationId xmlns:a16="http://schemas.microsoft.com/office/drawing/2014/main" id="{EBC51C7E-2B97-3C39-15EE-EB14FB12A2A7}"/>
                </a:ext>
              </a:extLst>
            </p:cNvPr>
            <p:cNvSpPr/>
            <p:nvPr/>
          </p:nvSpPr>
          <p:spPr>
            <a:xfrm>
              <a:off x="4410829" y="2325983"/>
              <a:ext cx="45467" cy="18335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8" name="Rechteck 387">
              <a:extLst>
                <a:ext uri="{FF2B5EF4-FFF2-40B4-BE49-F238E27FC236}">
                  <a16:creationId xmlns:a16="http://schemas.microsoft.com/office/drawing/2014/main" id="{BFC8AF75-DACC-6BF0-509A-4FA9C1770D37}"/>
                </a:ext>
              </a:extLst>
            </p:cNvPr>
            <p:cNvSpPr/>
            <p:nvPr/>
          </p:nvSpPr>
          <p:spPr>
            <a:xfrm>
              <a:off x="4318502" y="2509338"/>
              <a:ext cx="156842" cy="998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89" name="Ellipse 388">
              <a:extLst>
                <a:ext uri="{FF2B5EF4-FFF2-40B4-BE49-F238E27FC236}">
                  <a16:creationId xmlns:a16="http://schemas.microsoft.com/office/drawing/2014/main" id="{B0DA7BC3-05B0-39EF-922C-BEB312CA852E}"/>
                </a:ext>
              </a:extLst>
            </p:cNvPr>
            <p:cNvSpPr/>
            <p:nvPr/>
          </p:nvSpPr>
          <p:spPr>
            <a:xfrm>
              <a:off x="4376711" y="2361511"/>
              <a:ext cx="41563" cy="37785"/>
            </a:xfrm>
            <a:prstGeom prst="ellipse">
              <a:avLst/>
            </a:prstGeom>
            <a:gradFill>
              <a:gsLst>
                <a:gs pos="0">
                  <a:schemeClr val="accent6">
                    <a:lumMod val="75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90" name="Rechteck: abgerundete Ecken 389">
            <a:extLst>
              <a:ext uri="{FF2B5EF4-FFF2-40B4-BE49-F238E27FC236}">
                <a16:creationId xmlns:a16="http://schemas.microsoft.com/office/drawing/2014/main" id="{808C1F1B-2D67-C08D-3ED3-E4BAAA353DED}"/>
              </a:ext>
            </a:extLst>
          </p:cNvPr>
          <p:cNvSpPr/>
          <p:nvPr/>
        </p:nvSpPr>
        <p:spPr>
          <a:xfrm>
            <a:off x="4647101" y="4016197"/>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1   </a:t>
            </a:r>
          </a:p>
        </p:txBody>
      </p:sp>
      <p:sp>
        <p:nvSpPr>
          <p:cNvPr id="391" name="Rechteck: abgerundete Ecken 390">
            <a:extLst>
              <a:ext uri="{FF2B5EF4-FFF2-40B4-BE49-F238E27FC236}">
                <a16:creationId xmlns:a16="http://schemas.microsoft.com/office/drawing/2014/main" id="{E3703532-0138-BF6E-9397-B5DDB90F60FA}"/>
              </a:ext>
            </a:extLst>
          </p:cNvPr>
          <p:cNvSpPr/>
          <p:nvPr/>
        </p:nvSpPr>
        <p:spPr>
          <a:xfrm>
            <a:off x="4784802" y="3554646"/>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2   </a:t>
            </a:r>
          </a:p>
        </p:txBody>
      </p:sp>
      <p:sp>
        <p:nvSpPr>
          <p:cNvPr id="392" name="Rechteck: abgerundete Ecken 391">
            <a:extLst>
              <a:ext uri="{FF2B5EF4-FFF2-40B4-BE49-F238E27FC236}">
                <a16:creationId xmlns:a16="http://schemas.microsoft.com/office/drawing/2014/main" id="{872A9AAB-D2E6-96B3-08B1-B1453228AF93}"/>
              </a:ext>
            </a:extLst>
          </p:cNvPr>
          <p:cNvSpPr/>
          <p:nvPr/>
        </p:nvSpPr>
        <p:spPr>
          <a:xfrm>
            <a:off x="5124412" y="3243855"/>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3   </a:t>
            </a:r>
          </a:p>
        </p:txBody>
      </p:sp>
      <p:sp>
        <p:nvSpPr>
          <p:cNvPr id="393" name="Rechteck: abgerundete Ecken 392">
            <a:extLst>
              <a:ext uri="{FF2B5EF4-FFF2-40B4-BE49-F238E27FC236}">
                <a16:creationId xmlns:a16="http://schemas.microsoft.com/office/drawing/2014/main" id="{2ED9036E-88E7-E698-EBAE-FA57BFEEA9DE}"/>
              </a:ext>
            </a:extLst>
          </p:cNvPr>
          <p:cNvSpPr/>
          <p:nvPr/>
        </p:nvSpPr>
        <p:spPr>
          <a:xfrm>
            <a:off x="5496643" y="3152299"/>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4   </a:t>
            </a:r>
          </a:p>
        </p:txBody>
      </p:sp>
      <p:sp>
        <p:nvSpPr>
          <p:cNvPr id="394" name="Rechteck: abgerundete Ecken 393">
            <a:extLst>
              <a:ext uri="{FF2B5EF4-FFF2-40B4-BE49-F238E27FC236}">
                <a16:creationId xmlns:a16="http://schemas.microsoft.com/office/drawing/2014/main" id="{BB887423-C413-9947-D671-10DA6C3A9F05}"/>
              </a:ext>
            </a:extLst>
          </p:cNvPr>
          <p:cNvSpPr/>
          <p:nvPr/>
        </p:nvSpPr>
        <p:spPr>
          <a:xfrm>
            <a:off x="5874863" y="3243855"/>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5   </a:t>
            </a:r>
          </a:p>
        </p:txBody>
      </p:sp>
      <p:sp>
        <p:nvSpPr>
          <p:cNvPr id="395" name="Rechteck: abgerundete Ecken 394">
            <a:extLst>
              <a:ext uri="{FF2B5EF4-FFF2-40B4-BE49-F238E27FC236}">
                <a16:creationId xmlns:a16="http://schemas.microsoft.com/office/drawing/2014/main" id="{3177D31C-2E70-EF3A-ACB4-0C1D6CB21FF0}"/>
              </a:ext>
            </a:extLst>
          </p:cNvPr>
          <p:cNvSpPr/>
          <p:nvPr/>
        </p:nvSpPr>
        <p:spPr>
          <a:xfrm>
            <a:off x="6189726" y="3553876"/>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6   </a:t>
            </a:r>
          </a:p>
        </p:txBody>
      </p:sp>
      <p:sp>
        <p:nvSpPr>
          <p:cNvPr id="396" name="Rechteck: abgerundete Ecken 395">
            <a:extLst>
              <a:ext uri="{FF2B5EF4-FFF2-40B4-BE49-F238E27FC236}">
                <a16:creationId xmlns:a16="http://schemas.microsoft.com/office/drawing/2014/main" id="{8BF58316-C8D9-E393-16CB-3E700F4811C0}"/>
              </a:ext>
            </a:extLst>
          </p:cNvPr>
          <p:cNvSpPr/>
          <p:nvPr/>
        </p:nvSpPr>
        <p:spPr>
          <a:xfrm>
            <a:off x="6354149" y="3984763"/>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7   </a:t>
            </a:r>
          </a:p>
        </p:txBody>
      </p:sp>
      <p:sp>
        <p:nvSpPr>
          <p:cNvPr id="397" name="Rechteck: abgerundete Ecken 396">
            <a:extLst>
              <a:ext uri="{FF2B5EF4-FFF2-40B4-BE49-F238E27FC236}">
                <a16:creationId xmlns:a16="http://schemas.microsoft.com/office/drawing/2014/main" id="{29E7BA72-A9CF-D4DF-9DF0-10318BAF8D7B}"/>
              </a:ext>
            </a:extLst>
          </p:cNvPr>
          <p:cNvSpPr/>
          <p:nvPr/>
        </p:nvSpPr>
        <p:spPr>
          <a:xfrm>
            <a:off x="6212404" y="4408649"/>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8   </a:t>
            </a:r>
          </a:p>
        </p:txBody>
      </p:sp>
      <p:sp>
        <p:nvSpPr>
          <p:cNvPr id="398" name="Rechteck: abgerundete Ecken 397">
            <a:extLst>
              <a:ext uri="{FF2B5EF4-FFF2-40B4-BE49-F238E27FC236}">
                <a16:creationId xmlns:a16="http://schemas.microsoft.com/office/drawing/2014/main" id="{14C3D773-63F8-35CB-5D38-1F189A87AF6F}"/>
              </a:ext>
            </a:extLst>
          </p:cNvPr>
          <p:cNvSpPr/>
          <p:nvPr/>
        </p:nvSpPr>
        <p:spPr>
          <a:xfrm>
            <a:off x="5878491" y="4731602"/>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de-DE" sz="1100" dirty="0"/>
              <a:t>9   </a:t>
            </a:r>
          </a:p>
        </p:txBody>
      </p:sp>
      <p:sp>
        <p:nvSpPr>
          <p:cNvPr id="399" name="Rechteck: abgerundete Ecken 398">
            <a:extLst>
              <a:ext uri="{FF2B5EF4-FFF2-40B4-BE49-F238E27FC236}">
                <a16:creationId xmlns:a16="http://schemas.microsoft.com/office/drawing/2014/main" id="{33DF65C4-BDCF-D0C1-E095-B696709EC91A}"/>
              </a:ext>
            </a:extLst>
          </p:cNvPr>
          <p:cNvSpPr/>
          <p:nvPr/>
        </p:nvSpPr>
        <p:spPr>
          <a:xfrm>
            <a:off x="5496643" y="4835049"/>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wrap="none" rIns="0" rtlCol="0" anchor="ctr"/>
          <a:lstStyle/>
          <a:p>
            <a:pPr algn="ctr"/>
            <a:r>
              <a:rPr lang="de-DE" sz="1100" dirty="0"/>
              <a:t>10   </a:t>
            </a:r>
          </a:p>
        </p:txBody>
      </p:sp>
      <p:sp>
        <p:nvSpPr>
          <p:cNvPr id="400" name="Rechteck: abgerundete Ecken 399">
            <a:extLst>
              <a:ext uri="{FF2B5EF4-FFF2-40B4-BE49-F238E27FC236}">
                <a16:creationId xmlns:a16="http://schemas.microsoft.com/office/drawing/2014/main" id="{FE7D26CE-062D-AA4E-F347-5A7EE0BBA766}"/>
              </a:ext>
            </a:extLst>
          </p:cNvPr>
          <p:cNvSpPr/>
          <p:nvPr/>
        </p:nvSpPr>
        <p:spPr>
          <a:xfrm>
            <a:off x="5099296" y="4743493"/>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wrap="none" rIns="0" rtlCol="0" anchor="ctr"/>
          <a:lstStyle/>
          <a:p>
            <a:pPr algn="ctr"/>
            <a:r>
              <a:rPr lang="de-DE" sz="1100" dirty="0"/>
              <a:t>11   </a:t>
            </a:r>
          </a:p>
        </p:txBody>
      </p:sp>
      <p:sp>
        <p:nvSpPr>
          <p:cNvPr id="401" name="Rechteck: abgerundete Ecken 400">
            <a:extLst>
              <a:ext uri="{FF2B5EF4-FFF2-40B4-BE49-F238E27FC236}">
                <a16:creationId xmlns:a16="http://schemas.microsoft.com/office/drawing/2014/main" id="{A811E89E-7138-EC7B-FF5D-85A09D348CDD}"/>
              </a:ext>
            </a:extLst>
          </p:cNvPr>
          <p:cNvSpPr/>
          <p:nvPr/>
        </p:nvSpPr>
        <p:spPr>
          <a:xfrm>
            <a:off x="4760644" y="4411497"/>
            <a:ext cx="175658" cy="183111"/>
          </a:xfrm>
          <a:prstGeom prst="roundRect">
            <a:avLst/>
          </a:prstGeom>
          <a:gradFill>
            <a:gsLst>
              <a:gs pos="0">
                <a:schemeClr val="accent5">
                  <a:tint val="100000"/>
                  <a:shade val="100000"/>
                  <a:satMod val="130000"/>
                  <a:lumMod val="44000"/>
                </a:schemeClr>
              </a:gs>
              <a:gs pos="100000">
                <a:schemeClr val="accent5">
                  <a:tint val="50000"/>
                  <a:shade val="100000"/>
                  <a:satMod val="350000"/>
                </a:schemeClr>
              </a:gs>
            </a:gsLst>
          </a:gradFill>
        </p:spPr>
        <p:style>
          <a:lnRef idx="1">
            <a:schemeClr val="accent5"/>
          </a:lnRef>
          <a:fillRef idx="3">
            <a:schemeClr val="accent5"/>
          </a:fillRef>
          <a:effectRef idx="2">
            <a:schemeClr val="accent5"/>
          </a:effectRef>
          <a:fontRef idx="minor">
            <a:schemeClr val="lt1"/>
          </a:fontRef>
        </p:style>
        <p:txBody>
          <a:bodyPr wrap="none" rIns="0" rtlCol="0" anchor="ctr"/>
          <a:lstStyle/>
          <a:p>
            <a:pPr algn="ctr"/>
            <a:r>
              <a:rPr lang="de-DE" sz="1100" dirty="0"/>
              <a:t>12   </a:t>
            </a:r>
          </a:p>
        </p:txBody>
      </p:sp>
      <p:sp>
        <p:nvSpPr>
          <p:cNvPr id="429" name="Rechteck 428">
            <a:extLst>
              <a:ext uri="{FF2B5EF4-FFF2-40B4-BE49-F238E27FC236}">
                <a16:creationId xmlns:a16="http://schemas.microsoft.com/office/drawing/2014/main" id="{D8E3CC8B-9170-46C4-5C55-2120D770008C}"/>
              </a:ext>
            </a:extLst>
          </p:cNvPr>
          <p:cNvSpPr/>
          <p:nvPr/>
        </p:nvSpPr>
        <p:spPr>
          <a:xfrm>
            <a:off x="219919" y="825610"/>
            <a:ext cx="8076508" cy="554655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436" name="Gerader Verbinder 435">
            <a:extLst>
              <a:ext uri="{FF2B5EF4-FFF2-40B4-BE49-F238E27FC236}">
                <a16:creationId xmlns:a16="http://schemas.microsoft.com/office/drawing/2014/main" id="{0E36889C-FEC8-3DC6-3B0E-6A31552B3661}"/>
              </a:ext>
            </a:extLst>
          </p:cNvPr>
          <p:cNvCxnSpPr/>
          <p:nvPr/>
        </p:nvCxnSpPr>
        <p:spPr>
          <a:xfrm>
            <a:off x="7888544" y="3837880"/>
            <a:ext cx="0" cy="1440000"/>
          </a:xfrm>
          <a:prstGeom prst="line">
            <a:avLst/>
          </a:prstGeom>
        </p:spPr>
        <p:style>
          <a:lnRef idx="2">
            <a:schemeClr val="accent1"/>
          </a:lnRef>
          <a:fillRef idx="0">
            <a:schemeClr val="accent1"/>
          </a:fillRef>
          <a:effectRef idx="1">
            <a:schemeClr val="accent1"/>
          </a:effectRef>
          <a:fontRef idx="minor">
            <a:schemeClr val="tx1"/>
          </a:fontRef>
        </p:style>
      </p:cxnSp>
      <p:sp>
        <p:nvSpPr>
          <p:cNvPr id="462" name="Rechteck 461">
            <a:extLst>
              <a:ext uri="{FF2B5EF4-FFF2-40B4-BE49-F238E27FC236}">
                <a16:creationId xmlns:a16="http://schemas.microsoft.com/office/drawing/2014/main" id="{199D6958-0B60-0DA4-9243-8A469E6B9F7D}"/>
              </a:ext>
            </a:extLst>
          </p:cNvPr>
          <p:cNvSpPr/>
          <p:nvPr/>
        </p:nvSpPr>
        <p:spPr>
          <a:xfrm rot="19844037">
            <a:off x="3204473" y="4880315"/>
            <a:ext cx="955890" cy="64038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5" name="Rechteck 464">
            <a:extLst>
              <a:ext uri="{FF2B5EF4-FFF2-40B4-BE49-F238E27FC236}">
                <a16:creationId xmlns:a16="http://schemas.microsoft.com/office/drawing/2014/main" id="{3E50F9B1-6BA4-ECFF-893B-1430A19D9651}"/>
              </a:ext>
            </a:extLst>
          </p:cNvPr>
          <p:cNvSpPr/>
          <p:nvPr/>
        </p:nvSpPr>
        <p:spPr>
          <a:xfrm>
            <a:off x="3231077" y="3736987"/>
            <a:ext cx="291024" cy="47671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6" name="Rechteck 465">
            <a:extLst>
              <a:ext uri="{FF2B5EF4-FFF2-40B4-BE49-F238E27FC236}">
                <a16:creationId xmlns:a16="http://schemas.microsoft.com/office/drawing/2014/main" id="{AABF2D5F-88E3-0DE9-09A3-3A950F18B868}"/>
              </a:ext>
            </a:extLst>
          </p:cNvPr>
          <p:cNvSpPr/>
          <p:nvPr/>
        </p:nvSpPr>
        <p:spPr>
          <a:xfrm rot="19919682">
            <a:off x="1976542" y="5089280"/>
            <a:ext cx="2035607" cy="794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8" name="Bogen 467">
            <a:extLst>
              <a:ext uri="{FF2B5EF4-FFF2-40B4-BE49-F238E27FC236}">
                <a16:creationId xmlns:a16="http://schemas.microsoft.com/office/drawing/2014/main" id="{428527F6-22E4-6C05-EE9A-656A830EBF7F}"/>
              </a:ext>
            </a:extLst>
          </p:cNvPr>
          <p:cNvSpPr/>
          <p:nvPr/>
        </p:nvSpPr>
        <p:spPr>
          <a:xfrm>
            <a:off x="3884051" y="2416792"/>
            <a:ext cx="3304846" cy="3333749"/>
          </a:xfrm>
          <a:prstGeom prst="arc">
            <a:avLst>
              <a:gd name="adj1" fmla="val 11539009"/>
              <a:gd name="adj2" fmla="val 8508771"/>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71" name="Gerader Verbinder 470">
            <a:extLst>
              <a:ext uri="{FF2B5EF4-FFF2-40B4-BE49-F238E27FC236}">
                <a16:creationId xmlns:a16="http://schemas.microsoft.com/office/drawing/2014/main" id="{796AC236-AE92-09FD-0363-0E1DDC06D04D}"/>
              </a:ext>
            </a:extLst>
          </p:cNvPr>
          <p:cNvCxnSpPr>
            <a:stCxn id="468" idx="0"/>
          </p:cNvCxnSpPr>
          <p:nvPr/>
        </p:nvCxnSpPr>
        <p:spPr>
          <a:xfrm flipH="1">
            <a:off x="3884051" y="3731038"/>
            <a:ext cx="37399" cy="1145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65" name="Bogen 264">
            <a:extLst>
              <a:ext uri="{FF2B5EF4-FFF2-40B4-BE49-F238E27FC236}">
                <a16:creationId xmlns:a16="http://schemas.microsoft.com/office/drawing/2014/main" id="{3BC29438-DD62-07B2-9978-329DC3E98454}"/>
              </a:ext>
            </a:extLst>
          </p:cNvPr>
          <p:cNvSpPr/>
          <p:nvPr/>
        </p:nvSpPr>
        <p:spPr>
          <a:xfrm rot="10800000">
            <a:off x="2067914" y="3854768"/>
            <a:ext cx="1340903" cy="185880"/>
          </a:xfrm>
          <a:prstGeom prst="arc">
            <a:avLst>
              <a:gd name="adj1" fmla="val 5076651"/>
              <a:gd name="adj2" fmla="val 16703222"/>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de-DE"/>
          </a:p>
        </p:txBody>
      </p:sp>
      <p:sp>
        <p:nvSpPr>
          <p:cNvPr id="472" name="Bogen 471">
            <a:extLst>
              <a:ext uri="{FF2B5EF4-FFF2-40B4-BE49-F238E27FC236}">
                <a16:creationId xmlns:a16="http://schemas.microsoft.com/office/drawing/2014/main" id="{4EFCB3B6-73B8-8BA4-6401-DC634DC8BA1F}"/>
              </a:ext>
            </a:extLst>
          </p:cNvPr>
          <p:cNvSpPr/>
          <p:nvPr/>
        </p:nvSpPr>
        <p:spPr>
          <a:xfrm rot="19992601">
            <a:off x="3257786" y="4782906"/>
            <a:ext cx="1340903" cy="185880"/>
          </a:xfrm>
          <a:prstGeom prst="arc">
            <a:avLst>
              <a:gd name="adj1" fmla="val 5076651"/>
              <a:gd name="adj2" fmla="val 16703222"/>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de-DE"/>
          </a:p>
        </p:txBody>
      </p:sp>
      <p:sp>
        <p:nvSpPr>
          <p:cNvPr id="473" name="Rechteck 472">
            <a:extLst>
              <a:ext uri="{FF2B5EF4-FFF2-40B4-BE49-F238E27FC236}">
                <a16:creationId xmlns:a16="http://schemas.microsoft.com/office/drawing/2014/main" id="{4832B734-9BDC-1E6C-BA0D-5DAECED3C7DD}"/>
              </a:ext>
            </a:extLst>
          </p:cNvPr>
          <p:cNvSpPr/>
          <p:nvPr/>
        </p:nvSpPr>
        <p:spPr>
          <a:xfrm rot="19844037">
            <a:off x="2344454" y="5353114"/>
            <a:ext cx="955890" cy="64038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4" name="Rechteck 473">
            <a:extLst>
              <a:ext uri="{FF2B5EF4-FFF2-40B4-BE49-F238E27FC236}">
                <a16:creationId xmlns:a16="http://schemas.microsoft.com/office/drawing/2014/main" id="{8268B07B-B4ED-E4FF-94EA-F0D76EF9501A}"/>
              </a:ext>
            </a:extLst>
          </p:cNvPr>
          <p:cNvSpPr/>
          <p:nvPr/>
        </p:nvSpPr>
        <p:spPr>
          <a:xfrm rot="19919682">
            <a:off x="2376592" y="5762380"/>
            <a:ext cx="2035607" cy="7942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76" name="Grafik 475">
            <a:extLst>
              <a:ext uri="{FF2B5EF4-FFF2-40B4-BE49-F238E27FC236}">
                <a16:creationId xmlns:a16="http://schemas.microsoft.com/office/drawing/2014/main" id="{68564D7C-D16A-0411-1E46-133665000D9D}"/>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aturation sat="0"/>
                    </a14:imgEffect>
                  </a14:imgLayer>
                </a14:imgProps>
              </a:ext>
            </a:extLst>
          </a:blip>
          <a:srcRect t="24501"/>
          <a:stretch/>
        </p:blipFill>
        <p:spPr>
          <a:xfrm rot="16200000">
            <a:off x="-2425" y="1230900"/>
            <a:ext cx="2467148" cy="1440000"/>
          </a:xfrm>
          <a:prstGeom prst="rect">
            <a:avLst/>
          </a:prstGeom>
        </p:spPr>
      </p:pic>
      <p:pic>
        <p:nvPicPr>
          <p:cNvPr id="478" name="Grafik 477">
            <a:extLst>
              <a:ext uri="{FF2B5EF4-FFF2-40B4-BE49-F238E27FC236}">
                <a16:creationId xmlns:a16="http://schemas.microsoft.com/office/drawing/2014/main" id="{24FA0C10-31CC-9E65-79E3-172EA45A29D2}"/>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451507" y="3747261"/>
            <a:ext cx="1410685" cy="996232"/>
          </a:xfrm>
          <a:prstGeom prst="rect">
            <a:avLst/>
          </a:prstGeom>
        </p:spPr>
      </p:pic>
      <p:pic>
        <p:nvPicPr>
          <p:cNvPr id="12" name="Grafik 11">
            <a:extLst>
              <a:ext uri="{FF2B5EF4-FFF2-40B4-BE49-F238E27FC236}">
                <a16:creationId xmlns:a16="http://schemas.microsoft.com/office/drawing/2014/main" id="{973BA861-A87C-906A-2935-F97A8B253487}"/>
              </a:ext>
            </a:extLst>
          </p:cNvPr>
          <p:cNvPicPr>
            <a:picLocks noChangeAspect="1"/>
          </p:cNvPicPr>
          <p:nvPr/>
        </p:nvPicPr>
        <p:blipFill>
          <a:blip r:embed="rId6"/>
          <a:stretch>
            <a:fillRect/>
          </a:stretch>
        </p:blipFill>
        <p:spPr>
          <a:xfrm rot="5400000">
            <a:off x="1079328" y="3765896"/>
            <a:ext cx="1014480" cy="747512"/>
          </a:xfrm>
          <a:prstGeom prst="rect">
            <a:avLst/>
          </a:prstGeom>
        </p:spPr>
      </p:pic>
      <p:pic>
        <p:nvPicPr>
          <p:cNvPr id="20" name="Grafik 19">
            <a:extLst>
              <a:ext uri="{FF2B5EF4-FFF2-40B4-BE49-F238E27FC236}">
                <a16:creationId xmlns:a16="http://schemas.microsoft.com/office/drawing/2014/main" id="{2FAFF359-2373-AAD4-020A-7F73FF1054C4}"/>
              </a:ext>
            </a:extLst>
          </p:cNvPr>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saturation sat="33000"/>
                    </a14:imgEffect>
                  </a14:imgLayer>
                </a14:imgProps>
              </a:ext>
            </a:extLst>
          </a:blip>
          <a:stretch>
            <a:fillRect/>
          </a:stretch>
        </p:blipFill>
        <p:spPr>
          <a:xfrm>
            <a:off x="1126730" y="1306678"/>
            <a:ext cx="208837" cy="126525"/>
          </a:xfrm>
          <a:prstGeom prst="rect">
            <a:avLst/>
          </a:prstGeom>
        </p:spPr>
      </p:pic>
      <p:sp>
        <p:nvSpPr>
          <p:cNvPr id="19" name="Textfeld 18">
            <a:extLst>
              <a:ext uri="{FF2B5EF4-FFF2-40B4-BE49-F238E27FC236}">
                <a16:creationId xmlns:a16="http://schemas.microsoft.com/office/drawing/2014/main" id="{3E582553-0418-49BC-600F-DD05680931B7}"/>
              </a:ext>
            </a:extLst>
          </p:cNvPr>
          <p:cNvSpPr txBox="1"/>
          <p:nvPr/>
        </p:nvSpPr>
        <p:spPr>
          <a:xfrm>
            <a:off x="8572412" y="1191881"/>
            <a:ext cx="3925436" cy="5078313"/>
          </a:xfrm>
          <a:prstGeom prst="rect">
            <a:avLst/>
          </a:prstGeom>
          <a:noFill/>
        </p:spPr>
        <p:txBody>
          <a:bodyPr wrap="square" rtlCol="0">
            <a:spAutoFit/>
          </a:bodyPr>
          <a:lstStyle/>
          <a:p>
            <a:r>
              <a:rPr lang="de-DE" dirty="0"/>
              <a:t>1 Cutting and Stripping</a:t>
            </a:r>
          </a:p>
          <a:p>
            <a:r>
              <a:rPr lang="de-DE" dirty="0"/>
              <a:t>2 Insert </a:t>
            </a:r>
            <a:r>
              <a:rPr lang="de-DE" dirty="0" err="1"/>
              <a:t>Shrinksleeve</a:t>
            </a:r>
            <a:endParaRPr lang="de-DE" dirty="0"/>
          </a:p>
          <a:p>
            <a:r>
              <a:rPr lang="de-DE" dirty="0"/>
              <a:t>3 </a:t>
            </a:r>
            <a:r>
              <a:rPr lang="de-DE" dirty="0" err="1"/>
              <a:t>Removing</a:t>
            </a:r>
            <a:r>
              <a:rPr lang="de-DE" dirty="0"/>
              <a:t> </a:t>
            </a:r>
            <a:r>
              <a:rPr lang="de-DE" dirty="0" err="1"/>
              <a:t>Isolationpart</a:t>
            </a:r>
            <a:endParaRPr lang="de-DE" dirty="0"/>
          </a:p>
          <a:p>
            <a:r>
              <a:rPr lang="de-DE" dirty="0"/>
              <a:t>4 </a:t>
            </a:r>
            <a:r>
              <a:rPr lang="de-DE" dirty="0" err="1"/>
              <a:t>Feeding</a:t>
            </a:r>
            <a:r>
              <a:rPr lang="de-DE" dirty="0"/>
              <a:t> Terminal and </a:t>
            </a:r>
            <a:r>
              <a:rPr lang="de-DE" dirty="0" err="1"/>
              <a:t>Crimping</a:t>
            </a:r>
            <a:r>
              <a:rPr lang="de-DE" dirty="0"/>
              <a:t> 1</a:t>
            </a:r>
          </a:p>
          <a:p>
            <a:r>
              <a:rPr lang="de-DE" dirty="0"/>
              <a:t>5 Bending 1</a:t>
            </a:r>
          </a:p>
          <a:p>
            <a:r>
              <a:rPr lang="de-DE" dirty="0"/>
              <a:t>6 </a:t>
            </a:r>
            <a:r>
              <a:rPr lang="de-DE" dirty="0" err="1"/>
              <a:t>Tinning</a:t>
            </a:r>
            <a:r>
              <a:rPr lang="de-DE" dirty="0"/>
              <a:t> 1</a:t>
            </a:r>
          </a:p>
          <a:p>
            <a:r>
              <a:rPr lang="de-DE" dirty="0"/>
              <a:t>7 </a:t>
            </a:r>
            <a:r>
              <a:rPr lang="de-DE" dirty="0" err="1"/>
              <a:t>Turning</a:t>
            </a:r>
            <a:r>
              <a:rPr lang="de-DE" dirty="0"/>
              <a:t> </a:t>
            </a:r>
            <a:r>
              <a:rPr lang="de-DE" dirty="0" err="1"/>
              <a:t>station</a:t>
            </a:r>
            <a:r>
              <a:rPr lang="de-DE" dirty="0"/>
              <a:t> 3-6-9</a:t>
            </a:r>
          </a:p>
          <a:p>
            <a:r>
              <a:rPr lang="de-DE" dirty="0"/>
              <a:t>8 </a:t>
            </a:r>
            <a:r>
              <a:rPr lang="de-DE" dirty="0" err="1"/>
              <a:t>Feeding</a:t>
            </a:r>
            <a:r>
              <a:rPr lang="de-DE" dirty="0"/>
              <a:t> Terminal and </a:t>
            </a:r>
            <a:r>
              <a:rPr lang="de-DE" dirty="0" err="1"/>
              <a:t>Crimping</a:t>
            </a:r>
            <a:r>
              <a:rPr lang="de-DE" dirty="0"/>
              <a:t> 2</a:t>
            </a:r>
          </a:p>
          <a:p>
            <a:r>
              <a:rPr lang="de-DE" dirty="0"/>
              <a:t>9 Bending 2</a:t>
            </a:r>
          </a:p>
          <a:p>
            <a:r>
              <a:rPr lang="de-DE" dirty="0"/>
              <a:t>10 </a:t>
            </a:r>
            <a:r>
              <a:rPr lang="de-DE" dirty="0" err="1"/>
              <a:t>Tinning</a:t>
            </a:r>
            <a:r>
              <a:rPr lang="de-DE" dirty="0"/>
              <a:t> 2</a:t>
            </a:r>
          </a:p>
          <a:p>
            <a:r>
              <a:rPr lang="de-DE" dirty="0"/>
              <a:t>11 </a:t>
            </a:r>
            <a:r>
              <a:rPr lang="de-DE" dirty="0" err="1"/>
              <a:t>Turning</a:t>
            </a:r>
            <a:r>
              <a:rPr lang="de-DE" dirty="0"/>
              <a:t> </a:t>
            </a:r>
            <a:r>
              <a:rPr lang="de-DE" dirty="0" err="1"/>
              <a:t>station</a:t>
            </a:r>
            <a:r>
              <a:rPr lang="de-DE" dirty="0"/>
              <a:t> 12</a:t>
            </a:r>
          </a:p>
          <a:p>
            <a:r>
              <a:rPr lang="de-DE" dirty="0"/>
              <a:t>12 Optical </a:t>
            </a:r>
            <a:r>
              <a:rPr lang="de-DE" dirty="0" err="1"/>
              <a:t>Inspection</a:t>
            </a:r>
            <a:endParaRPr lang="de-DE" dirty="0"/>
          </a:p>
          <a:p>
            <a:r>
              <a:rPr lang="de-DE" dirty="0"/>
              <a:t>13 </a:t>
            </a:r>
            <a:r>
              <a:rPr lang="de-DE" dirty="0" err="1"/>
              <a:t>Positioning</a:t>
            </a:r>
            <a:r>
              <a:rPr lang="de-DE" dirty="0"/>
              <a:t> </a:t>
            </a:r>
            <a:r>
              <a:rPr lang="de-DE" dirty="0" err="1"/>
              <a:t>Shrink</a:t>
            </a:r>
            <a:r>
              <a:rPr lang="de-DE" dirty="0"/>
              <a:t> </a:t>
            </a:r>
            <a:r>
              <a:rPr lang="de-DE" dirty="0" err="1"/>
              <a:t>Sleeve</a:t>
            </a:r>
            <a:endParaRPr lang="de-DE" dirty="0"/>
          </a:p>
          <a:p>
            <a:r>
              <a:rPr lang="de-DE" dirty="0"/>
              <a:t>14 </a:t>
            </a:r>
            <a:r>
              <a:rPr lang="de-DE" dirty="0" err="1"/>
              <a:t>Shrinking</a:t>
            </a:r>
            <a:endParaRPr lang="de-DE" dirty="0"/>
          </a:p>
          <a:p>
            <a:r>
              <a:rPr lang="de-DE" dirty="0"/>
              <a:t>15 Free </a:t>
            </a:r>
            <a:r>
              <a:rPr lang="de-DE" dirty="0" err="1"/>
              <a:t>station</a:t>
            </a:r>
            <a:r>
              <a:rPr lang="de-DE" dirty="0"/>
              <a:t> (</a:t>
            </a:r>
            <a:r>
              <a:rPr lang="de-DE" dirty="0" err="1"/>
              <a:t>cooling</a:t>
            </a:r>
            <a:r>
              <a:rPr lang="de-DE" dirty="0"/>
              <a:t> Time)</a:t>
            </a:r>
          </a:p>
          <a:p>
            <a:r>
              <a:rPr lang="de-DE" dirty="0"/>
              <a:t>16 </a:t>
            </a:r>
            <a:r>
              <a:rPr lang="de-DE" dirty="0" err="1"/>
              <a:t>Electrical</a:t>
            </a:r>
            <a:r>
              <a:rPr lang="de-DE" dirty="0"/>
              <a:t> </a:t>
            </a:r>
            <a:r>
              <a:rPr lang="de-DE" dirty="0" err="1"/>
              <a:t>Testing</a:t>
            </a:r>
            <a:endParaRPr lang="de-DE" dirty="0"/>
          </a:p>
          <a:p>
            <a:r>
              <a:rPr lang="de-DE" dirty="0"/>
              <a:t>17 </a:t>
            </a:r>
            <a:r>
              <a:rPr lang="de-DE" dirty="0" err="1"/>
              <a:t>Labeling</a:t>
            </a:r>
            <a:endParaRPr lang="de-DE" dirty="0"/>
          </a:p>
          <a:p>
            <a:r>
              <a:rPr lang="de-DE" dirty="0"/>
              <a:t>18 Output</a:t>
            </a:r>
          </a:p>
        </p:txBody>
      </p:sp>
      <p:cxnSp>
        <p:nvCxnSpPr>
          <p:cNvPr id="21" name="Gerader Verbinder 20">
            <a:extLst>
              <a:ext uri="{FF2B5EF4-FFF2-40B4-BE49-F238E27FC236}">
                <a16:creationId xmlns:a16="http://schemas.microsoft.com/office/drawing/2014/main" id="{840B29B1-C77D-9AC3-9D7C-23449C951FD2}"/>
              </a:ext>
            </a:extLst>
          </p:cNvPr>
          <p:cNvCxnSpPr/>
          <p:nvPr/>
        </p:nvCxnSpPr>
        <p:spPr>
          <a:xfrm flipV="1">
            <a:off x="1476563" y="2270033"/>
            <a:ext cx="5707337" cy="3431894"/>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Gerader Verbinder 22">
            <a:extLst>
              <a:ext uri="{FF2B5EF4-FFF2-40B4-BE49-F238E27FC236}">
                <a16:creationId xmlns:a16="http://schemas.microsoft.com/office/drawing/2014/main" id="{8CE7654F-1B1C-9C6A-0B73-2D0A861F6612}"/>
              </a:ext>
            </a:extLst>
          </p:cNvPr>
          <p:cNvCxnSpPr>
            <a:cxnSpLocks/>
          </p:cNvCxnSpPr>
          <p:nvPr/>
        </p:nvCxnSpPr>
        <p:spPr>
          <a:xfrm>
            <a:off x="2605248" y="1832171"/>
            <a:ext cx="5180631" cy="4045194"/>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7106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Pfeil: 180-Grad 24">
            <a:extLst>
              <a:ext uri="{FF2B5EF4-FFF2-40B4-BE49-F238E27FC236}">
                <a16:creationId xmlns:a16="http://schemas.microsoft.com/office/drawing/2014/main" id="{5E2028FF-CC4A-F187-CF50-699353B35F48}"/>
              </a:ext>
            </a:extLst>
          </p:cNvPr>
          <p:cNvSpPr/>
          <p:nvPr/>
        </p:nvSpPr>
        <p:spPr>
          <a:xfrm rot="10800000">
            <a:off x="6416222" y="3426750"/>
            <a:ext cx="583139" cy="485338"/>
          </a:xfrm>
          <a:prstGeom prst="uturnArrow">
            <a:avLst>
              <a:gd name="adj1" fmla="val 15842"/>
              <a:gd name="adj2" fmla="val 7895"/>
              <a:gd name="adj3" fmla="val 1308"/>
              <a:gd name="adj4" fmla="val 43750"/>
              <a:gd name="adj5" fmla="val 100000"/>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p:txBody>
          <a:bodyPr/>
          <a:lstStyle/>
          <a:p>
            <a:r>
              <a:rPr lang="de-DE" dirty="0"/>
              <a:t>Insert Cable</a:t>
            </a:r>
          </a:p>
        </p:txBody>
      </p:sp>
      <p:grpSp>
        <p:nvGrpSpPr>
          <p:cNvPr id="609" name="Gruppieren 608">
            <a:extLst>
              <a:ext uri="{FF2B5EF4-FFF2-40B4-BE49-F238E27FC236}">
                <a16:creationId xmlns:a16="http://schemas.microsoft.com/office/drawing/2014/main" id="{7333129A-B862-6244-FB7D-059842C5FF5D}"/>
              </a:ext>
            </a:extLst>
          </p:cNvPr>
          <p:cNvGrpSpPr/>
          <p:nvPr/>
        </p:nvGrpSpPr>
        <p:grpSpPr>
          <a:xfrm>
            <a:off x="10373946" y="1654823"/>
            <a:ext cx="766368" cy="1774177"/>
            <a:chOff x="2794873" y="734073"/>
            <a:chExt cx="1658891" cy="3840410"/>
          </a:xfrm>
        </p:grpSpPr>
        <p:sp>
          <p:nvSpPr>
            <p:cNvPr id="610" name="Rechteck 609">
              <a:extLst>
                <a:ext uri="{FF2B5EF4-FFF2-40B4-BE49-F238E27FC236}">
                  <a16:creationId xmlns:a16="http://schemas.microsoft.com/office/drawing/2014/main" id="{A4EBB992-5C35-9EAC-BDE7-96E0B41521B1}"/>
                </a:ext>
              </a:extLst>
            </p:cNvPr>
            <p:cNvSpPr/>
            <p:nvPr/>
          </p:nvSpPr>
          <p:spPr>
            <a:xfrm>
              <a:off x="2926092" y="734073"/>
              <a:ext cx="71437" cy="285892"/>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1" name="Rechteck 610">
              <a:extLst>
                <a:ext uri="{FF2B5EF4-FFF2-40B4-BE49-F238E27FC236}">
                  <a16:creationId xmlns:a16="http://schemas.microsoft.com/office/drawing/2014/main" id="{BD0548BB-8249-DAE0-0442-E0229BD665DA}"/>
                </a:ext>
              </a:extLst>
            </p:cNvPr>
            <p:cNvSpPr/>
            <p:nvPr/>
          </p:nvSpPr>
          <p:spPr>
            <a:xfrm>
              <a:off x="2876775" y="1019964"/>
              <a:ext cx="170071" cy="3554519"/>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cxnSp>
          <p:nvCxnSpPr>
            <p:cNvPr id="612" name="Gerader Verbinder 611">
              <a:extLst>
                <a:ext uri="{FF2B5EF4-FFF2-40B4-BE49-F238E27FC236}">
                  <a16:creationId xmlns:a16="http://schemas.microsoft.com/office/drawing/2014/main" id="{46FB6F4E-14F7-D570-4378-A29E8BCA0759}"/>
                </a:ext>
              </a:extLst>
            </p:cNvPr>
            <p:cNvCxnSpPr>
              <a:cxnSpLocks/>
            </p:cNvCxnSpPr>
            <p:nvPr/>
          </p:nvCxnSpPr>
          <p:spPr>
            <a:xfrm>
              <a:off x="3622114" y="1864361"/>
              <a:ext cx="786494" cy="0"/>
            </a:xfrm>
            <a:prstGeom prst="line">
              <a:avLst/>
            </a:prstGeom>
            <a:solidFill>
              <a:schemeClr val="tx1"/>
            </a:solidFill>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3" name="Gerader Verbinder 612">
              <a:extLst>
                <a:ext uri="{FF2B5EF4-FFF2-40B4-BE49-F238E27FC236}">
                  <a16:creationId xmlns:a16="http://schemas.microsoft.com/office/drawing/2014/main" id="{82415F6D-CBB7-F815-5403-9BEC5F4C95D5}"/>
                </a:ext>
              </a:extLst>
            </p:cNvPr>
            <p:cNvCxnSpPr>
              <a:cxnSpLocks/>
            </p:cNvCxnSpPr>
            <p:nvPr/>
          </p:nvCxnSpPr>
          <p:spPr>
            <a:xfrm>
              <a:off x="3622114" y="2255387"/>
              <a:ext cx="786494" cy="0"/>
            </a:xfrm>
            <a:prstGeom prst="line">
              <a:avLst/>
            </a:prstGeom>
            <a:solidFill>
              <a:schemeClr val="tx1"/>
            </a:solidFill>
            <a:ln>
              <a:solidFill>
                <a:schemeClr val="tx1"/>
              </a:solidFill>
            </a:ln>
          </p:spPr>
          <p:style>
            <a:lnRef idx="2">
              <a:schemeClr val="accent1"/>
            </a:lnRef>
            <a:fillRef idx="0">
              <a:schemeClr val="accent1"/>
            </a:fillRef>
            <a:effectRef idx="1">
              <a:schemeClr val="accent1"/>
            </a:effectRef>
            <a:fontRef idx="minor">
              <a:schemeClr val="tx1"/>
            </a:fontRef>
          </p:style>
        </p:cxnSp>
        <p:sp>
          <p:nvSpPr>
            <p:cNvPr id="614" name="Freihandform: Form 613">
              <a:extLst>
                <a:ext uri="{FF2B5EF4-FFF2-40B4-BE49-F238E27FC236}">
                  <a16:creationId xmlns:a16="http://schemas.microsoft.com/office/drawing/2014/main" id="{199818DC-98D9-07CA-B9E4-363C3FD72C0B}"/>
                </a:ext>
              </a:extLst>
            </p:cNvPr>
            <p:cNvSpPr/>
            <p:nvPr/>
          </p:nvSpPr>
          <p:spPr>
            <a:xfrm>
              <a:off x="4363452" y="1864361"/>
              <a:ext cx="90312" cy="400783"/>
            </a:xfrm>
            <a:custGeom>
              <a:avLst/>
              <a:gdLst>
                <a:gd name="connsiteX0" fmla="*/ 36095 w 90312"/>
                <a:gd name="connsiteY0" fmla="*/ 0 h 400783"/>
                <a:gd name="connsiteX1" fmla="*/ 30079 w 90312"/>
                <a:gd name="connsiteY1" fmla="*/ 36095 h 400783"/>
                <a:gd name="connsiteX2" fmla="*/ 18047 w 90312"/>
                <a:gd name="connsiteY2" fmla="*/ 114300 h 400783"/>
                <a:gd name="connsiteX3" fmla="*/ 6016 w 90312"/>
                <a:gd name="connsiteY3" fmla="*/ 144379 h 400783"/>
                <a:gd name="connsiteX4" fmla="*/ 0 w 90312"/>
                <a:gd name="connsiteY4" fmla="*/ 162426 h 400783"/>
                <a:gd name="connsiteX5" fmla="*/ 12031 w 90312"/>
                <a:gd name="connsiteY5" fmla="*/ 180474 h 400783"/>
                <a:gd name="connsiteX6" fmla="*/ 60158 w 90312"/>
                <a:gd name="connsiteY6" fmla="*/ 204537 h 400783"/>
                <a:gd name="connsiteX7" fmla="*/ 84221 w 90312"/>
                <a:gd name="connsiteY7" fmla="*/ 240632 h 400783"/>
                <a:gd name="connsiteX8" fmla="*/ 90237 w 90312"/>
                <a:gd name="connsiteY8" fmla="*/ 258679 h 400783"/>
                <a:gd name="connsiteX9" fmla="*/ 72189 w 90312"/>
                <a:gd name="connsiteY9" fmla="*/ 354932 h 400783"/>
                <a:gd name="connsiteX10" fmla="*/ 60158 w 90312"/>
                <a:gd name="connsiteY10" fmla="*/ 372979 h 400783"/>
                <a:gd name="connsiteX11" fmla="*/ 30079 w 90312"/>
                <a:gd name="connsiteY11" fmla="*/ 391026 h 40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12" h="400783">
                  <a:moveTo>
                    <a:pt x="36095" y="0"/>
                  </a:moveTo>
                  <a:cubicBezTo>
                    <a:pt x="34090" y="12032"/>
                    <a:pt x="31804" y="24020"/>
                    <a:pt x="30079" y="36095"/>
                  </a:cubicBezTo>
                  <a:cubicBezTo>
                    <a:pt x="27410" y="54777"/>
                    <a:pt x="24315" y="93407"/>
                    <a:pt x="18047" y="114300"/>
                  </a:cubicBezTo>
                  <a:cubicBezTo>
                    <a:pt x="14944" y="124643"/>
                    <a:pt x="9808" y="134268"/>
                    <a:pt x="6016" y="144379"/>
                  </a:cubicBezTo>
                  <a:cubicBezTo>
                    <a:pt x="3790" y="150316"/>
                    <a:pt x="2005" y="156410"/>
                    <a:pt x="0" y="162426"/>
                  </a:cubicBezTo>
                  <a:cubicBezTo>
                    <a:pt x="4010" y="168442"/>
                    <a:pt x="6108" y="176328"/>
                    <a:pt x="12031" y="180474"/>
                  </a:cubicBezTo>
                  <a:cubicBezTo>
                    <a:pt x="26725" y="190760"/>
                    <a:pt x="60158" y="204537"/>
                    <a:pt x="60158" y="204537"/>
                  </a:cubicBezTo>
                  <a:cubicBezTo>
                    <a:pt x="68179" y="216569"/>
                    <a:pt x="77198" y="227992"/>
                    <a:pt x="84221" y="240632"/>
                  </a:cubicBezTo>
                  <a:cubicBezTo>
                    <a:pt x="87301" y="246175"/>
                    <a:pt x="90237" y="252338"/>
                    <a:pt x="90237" y="258679"/>
                  </a:cubicBezTo>
                  <a:cubicBezTo>
                    <a:pt x="90237" y="312608"/>
                    <a:pt x="92509" y="319372"/>
                    <a:pt x="72189" y="354932"/>
                  </a:cubicBezTo>
                  <a:cubicBezTo>
                    <a:pt x="68602" y="361209"/>
                    <a:pt x="65712" y="368350"/>
                    <a:pt x="60158" y="372979"/>
                  </a:cubicBezTo>
                  <a:cubicBezTo>
                    <a:pt x="-19699" y="439528"/>
                    <a:pt x="59277" y="361833"/>
                    <a:pt x="30079" y="391026"/>
                  </a:cubicBezTo>
                </a:path>
              </a:pathLst>
            </a:cu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615" name="Rechteck 614">
              <a:extLst>
                <a:ext uri="{FF2B5EF4-FFF2-40B4-BE49-F238E27FC236}">
                  <a16:creationId xmlns:a16="http://schemas.microsoft.com/office/drawing/2014/main" id="{89F4F65E-00B9-ADAB-50B1-6A194B04D25C}"/>
                </a:ext>
              </a:extLst>
            </p:cNvPr>
            <p:cNvSpPr/>
            <p:nvPr/>
          </p:nvSpPr>
          <p:spPr>
            <a:xfrm>
              <a:off x="3458670" y="937354"/>
              <a:ext cx="170072" cy="2501396"/>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6" name="Rechteck 615">
              <a:extLst>
                <a:ext uri="{FF2B5EF4-FFF2-40B4-BE49-F238E27FC236}">
                  <a16:creationId xmlns:a16="http://schemas.microsoft.com/office/drawing/2014/main" id="{08D5481A-9266-4122-77FA-BDA7880B1D3E}"/>
                </a:ext>
              </a:extLst>
            </p:cNvPr>
            <p:cNvSpPr/>
            <p:nvPr/>
          </p:nvSpPr>
          <p:spPr>
            <a:xfrm>
              <a:off x="3276942" y="1245563"/>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17" name="Rechteck 616">
              <a:extLst>
                <a:ext uri="{FF2B5EF4-FFF2-40B4-BE49-F238E27FC236}">
                  <a16:creationId xmlns:a16="http://schemas.microsoft.com/office/drawing/2014/main" id="{ED95CED3-85DE-7704-5BF9-350162A16D14}"/>
                </a:ext>
              </a:extLst>
            </p:cNvPr>
            <p:cNvSpPr/>
            <p:nvPr/>
          </p:nvSpPr>
          <p:spPr>
            <a:xfrm>
              <a:off x="3276942" y="2511168"/>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18" name="Rechteck 617">
              <a:extLst>
                <a:ext uri="{FF2B5EF4-FFF2-40B4-BE49-F238E27FC236}">
                  <a16:creationId xmlns:a16="http://schemas.microsoft.com/office/drawing/2014/main" id="{AC1128AF-F935-731A-B7E9-9401C4D8097F}"/>
                </a:ext>
              </a:extLst>
            </p:cNvPr>
            <p:cNvSpPr/>
            <p:nvPr/>
          </p:nvSpPr>
          <p:spPr>
            <a:xfrm>
              <a:off x="3142958" y="937353"/>
              <a:ext cx="165600" cy="2120146"/>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19" name="Rechteck 618">
              <a:extLst>
                <a:ext uri="{FF2B5EF4-FFF2-40B4-BE49-F238E27FC236}">
                  <a16:creationId xmlns:a16="http://schemas.microsoft.com/office/drawing/2014/main" id="{D1F50F4C-EB52-60B9-85E9-20CB6445C61D}"/>
                </a:ext>
              </a:extLst>
            </p:cNvPr>
            <p:cNvSpPr/>
            <p:nvPr/>
          </p:nvSpPr>
          <p:spPr>
            <a:xfrm rot="10800000">
              <a:off x="2794873" y="934717"/>
              <a:ext cx="342000"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20" name="Rechteck 619">
              <a:extLst>
                <a:ext uri="{FF2B5EF4-FFF2-40B4-BE49-F238E27FC236}">
                  <a16:creationId xmlns:a16="http://schemas.microsoft.com/office/drawing/2014/main" id="{2CCEC123-40B1-0CEE-C15F-EFE72F883811}"/>
                </a:ext>
              </a:extLst>
            </p:cNvPr>
            <p:cNvSpPr/>
            <p:nvPr/>
          </p:nvSpPr>
          <p:spPr>
            <a:xfrm rot="10800000">
              <a:off x="2796872" y="2674520"/>
              <a:ext cx="34200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21" name="Ellipse 620">
              <a:extLst>
                <a:ext uri="{FF2B5EF4-FFF2-40B4-BE49-F238E27FC236}">
                  <a16:creationId xmlns:a16="http://schemas.microsoft.com/office/drawing/2014/main" id="{04836289-2FDB-B614-3D0E-8BE9C37AB3EA}"/>
                </a:ext>
              </a:extLst>
            </p:cNvPr>
            <p:cNvSpPr/>
            <p:nvPr/>
          </p:nvSpPr>
          <p:spPr>
            <a:xfrm>
              <a:off x="2887659" y="1052317"/>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22" name="Ellipse 621">
              <a:extLst>
                <a:ext uri="{FF2B5EF4-FFF2-40B4-BE49-F238E27FC236}">
                  <a16:creationId xmlns:a16="http://schemas.microsoft.com/office/drawing/2014/main" id="{17C188E0-C3D9-5436-98FF-3E88E635D41B}"/>
                </a:ext>
              </a:extLst>
            </p:cNvPr>
            <p:cNvSpPr/>
            <p:nvPr/>
          </p:nvSpPr>
          <p:spPr>
            <a:xfrm>
              <a:off x="2897473" y="266596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623" name="Rechteck 622">
            <a:extLst>
              <a:ext uri="{FF2B5EF4-FFF2-40B4-BE49-F238E27FC236}">
                <a16:creationId xmlns:a16="http://schemas.microsoft.com/office/drawing/2014/main" id="{DEC6CBE4-A4E7-C332-A856-BD47DC1C5DA1}"/>
              </a:ext>
            </a:extLst>
          </p:cNvPr>
          <p:cNvSpPr/>
          <p:nvPr/>
        </p:nvSpPr>
        <p:spPr>
          <a:xfrm>
            <a:off x="2734595" y="1732095"/>
            <a:ext cx="2147303" cy="74370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a:t>Cut &amp; Strip</a:t>
            </a:r>
          </a:p>
        </p:txBody>
      </p:sp>
      <p:sp>
        <p:nvSpPr>
          <p:cNvPr id="624" name="Rechteck 623">
            <a:extLst>
              <a:ext uri="{FF2B5EF4-FFF2-40B4-BE49-F238E27FC236}">
                <a16:creationId xmlns:a16="http://schemas.microsoft.com/office/drawing/2014/main" id="{A9890028-41EC-6BC4-C963-CD3CD5D759F3}"/>
              </a:ext>
            </a:extLst>
          </p:cNvPr>
          <p:cNvSpPr/>
          <p:nvPr/>
        </p:nvSpPr>
        <p:spPr>
          <a:xfrm>
            <a:off x="10415147" y="1567061"/>
            <a:ext cx="78569" cy="1332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6" name="Ellipse 625">
            <a:extLst>
              <a:ext uri="{FF2B5EF4-FFF2-40B4-BE49-F238E27FC236}">
                <a16:creationId xmlns:a16="http://schemas.microsoft.com/office/drawing/2014/main" id="{C52FCDF3-3CFE-6B7E-7512-8ABDC0E88945}"/>
              </a:ext>
            </a:extLst>
          </p:cNvPr>
          <p:cNvSpPr/>
          <p:nvPr/>
        </p:nvSpPr>
        <p:spPr>
          <a:xfrm>
            <a:off x="1947707" y="1636357"/>
            <a:ext cx="210953" cy="210953"/>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7" name="Ellipse 626">
            <a:extLst>
              <a:ext uri="{FF2B5EF4-FFF2-40B4-BE49-F238E27FC236}">
                <a16:creationId xmlns:a16="http://schemas.microsoft.com/office/drawing/2014/main" id="{2A5F4AD2-E0AF-E944-58C9-E9A29EF47883}"/>
              </a:ext>
            </a:extLst>
          </p:cNvPr>
          <p:cNvSpPr/>
          <p:nvPr/>
        </p:nvSpPr>
        <p:spPr>
          <a:xfrm>
            <a:off x="1947707" y="2609726"/>
            <a:ext cx="210953" cy="210953"/>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9" name="Gerader Verbinder 628">
            <a:extLst>
              <a:ext uri="{FF2B5EF4-FFF2-40B4-BE49-F238E27FC236}">
                <a16:creationId xmlns:a16="http://schemas.microsoft.com/office/drawing/2014/main" id="{7E08F785-A8F0-6967-EF87-B114CD815B6E}"/>
              </a:ext>
            </a:extLst>
          </p:cNvPr>
          <p:cNvCxnSpPr>
            <a:endCxn id="626" idx="1"/>
          </p:cNvCxnSpPr>
          <p:nvPr/>
        </p:nvCxnSpPr>
        <p:spPr>
          <a:xfrm flipV="1">
            <a:off x="704346" y="1667250"/>
            <a:ext cx="1274254" cy="432261"/>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cxnSp>
        <p:nvCxnSpPr>
          <p:cNvPr id="630" name="Gerader Verbinder 629">
            <a:extLst>
              <a:ext uri="{FF2B5EF4-FFF2-40B4-BE49-F238E27FC236}">
                <a16:creationId xmlns:a16="http://schemas.microsoft.com/office/drawing/2014/main" id="{22C51221-575F-0A85-DE86-7A5759D23E6F}"/>
              </a:ext>
            </a:extLst>
          </p:cNvPr>
          <p:cNvCxnSpPr>
            <a:cxnSpLocks/>
            <a:stCxn id="627" idx="6"/>
            <a:endCxn id="626" idx="6"/>
          </p:cNvCxnSpPr>
          <p:nvPr/>
        </p:nvCxnSpPr>
        <p:spPr>
          <a:xfrm flipV="1">
            <a:off x="2158660" y="1741834"/>
            <a:ext cx="0" cy="973369"/>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cxnSp>
        <p:nvCxnSpPr>
          <p:cNvPr id="633" name="Gerader Verbinder 632">
            <a:extLst>
              <a:ext uri="{FF2B5EF4-FFF2-40B4-BE49-F238E27FC236}">
                <a16:creationId xmlns:a16="http://schemas.microsoft.com/office/drawing/2014/main" id="{154252C1-E92F-B323-A65B-A0AB89E64F44}"/>
              </a:ext>
            </a:extLst>
          </p:cNvPr>
          <p:cNvCxnSpPr>
            <a:cxnSpLocks/>
          </p:cNvCxnSpPr>
          <p:nvPr/>
        </p:nvCxnSpPr>
        <p:spPr>
          <a:xfrm flipV="1">
            <a:off x="1947707" y="1741833"/>
            <a:ext cx="0" cy="973369"/>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cxnSp>
        <p:nvCxnSpPr>
          <p:cNvPr id="634" name="Gerader Verbinder 633">
            <a:extLst>
              <a:ext uri="{FF2B5EF4-FFF2-40B4-BE49-F238E27FC236}">
                <a16:creationId xmlns:a16="http://schemas.microsoft.com/office/drawing/2014/main" id="{952AA21C-3F77-0C45-5B33-CD180309414F}"/>
              </a:ext>
            </a:extLst>
          </p:cNvPr>
          <p:cNvCxnSpPr>
            <a:cxnSpLocks/>
            <a:stCxn id="626" idx="7"/>
          </p:cNvCxnSpPr>
          <p:nvPr/>
        </p:nvCxnSpPr>
        <p:spPr>
          <a:xfrm>
            <a:off x="2127767" y="1667250"/>
            <a:ext cx="606828" cy="602315"/>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pic>
        <p:nvPicPr>
          <p:cNvPr id="637" name="Grafik 636" descr="Roboterhand mit einfarbiger Füllung">
            <a:extLst>
              <a:ext uri="{FF2B5EF4-FFF2-40B4-BE49-F238E27FC236}">
                <a16:creationId xmlns:a16="http://schemas.microsoft.com/office/drawing/2014/main" id="{68358574-5D53-0A2C-635D-ED8A0C4056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558065" y="919394"/>
            <a:ext cx="1829905" cy="1829905"/>
          </a:xfrm>
          <a:prstGeom prst="rect">
            <a:avLst/>
          </a:prstGeom>
        </p:spPr>
      </p:pic>
      <p:grpSp>
        <p:nvGrpSpPr>
          <p:cNvPr id="643" name="Gruppieren 642">
            <a:extLst>
              <a:ext uri="{FF2B5EF4-FFF2-40B4-BE49-F238E27FC236}">
                <a16:creationId xmlns:a16="http://schemas.microsoft.com/office/drawing/2014/main" id="{E66760AA-D534-1A3A-EB40-98721C3DC40E}"/>
              </a:ext>
            </a:extLst>
          </p:cNvPr>
          <p:cNvGrpSpPr/>
          <p:nvPr/>
        </p:nvGrpSpPr>
        <p:grpSpPr>
          <a:xfrm rot="5400000">
            <a:off x="5972461" y="1252829"/>
            <a:ext cx="78569" cy="2068826"/>
            <a:chOff x="6851814" y="1766023"/>
            <a:chExt cx="78569" cy="2068826"/>
          </a:xfrm>
        </p:grpSpPr>
        <p:sp>
          <p:nvSpPr>
            <p:cNvPr id="638" name="Rechteck 637">
              <a:extLst>
                <a:ext uri="{FF2B5EF4-FFF2-40B4-BE49-F238E27FC236}">
                  <a16:creationId xmlns:a16="http://schemas.microsoft.com/office/drawing/2014/main" id="{C0D6BED8-F112-A151-1A82-7E9E3AFCAC77}"/>
                </a:ext>
              </a:extLst>
            </p:cNvPr>
            <p:cNvSpPr/>
            <p:nvPr/>
          </p:nvSpPr>
          <p:spPr>
            <a:xfrm>
              <a:off x="6874597" y="1847310"/>
              <a:ext cx="33002" cy="132075"/>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39" name="Rechteck 638">
              <a:extLst>
                <a:ext uri="{FF2B5EF4-FFF2-40B4-BE49-F238E27FC236}">
                  <a16:creationId xmlns:a16="http://schemas.microsoft.com/office/drawing/2014/main" id="{CDDAA9BC-8BE4-61D1-F5BE-856DB4A3EA2A}"/>
                </a:ext>
              </a:extLst>
            </p:cNvPr>
            <p:cNvSpPr/>
            <p:nvPr/>
          </p:nvSpPr>
          <p:spPr>
            <a:xfrm>
              <a:off x="6851814" y="1979385"/>
              <a:ext cx="78569" cy="1642102"/>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40" name="Rechteck 639">
              <a:extLst>
                <a:ext uri="{FF2B5EF4-FFF2-40B4-BE49-F238E27FC236}">
                  <a16:creationId xmlns:a16="http://schemas.microsoft.com/office/drawing/2014/main" id="{8D677E5D-0C5A-1FF8-D335-B7E8F804CE50}"/>
                </a:ext>
              </a:extLst>
            </p:cNvPr>
            <p:cNvSpPr/>
            <p:nvPr/>
          </p:nvSpPr>
          <p:spPr>
            <a:xfrm>
              <a:off x="6851814" y="1766023"/>
              <a:ext cx="78569" cy="1332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41" name="Rechteck 640">
              <a:extLst>
                <a:ext uri="{FF2B5EF4-FFF2-40B4-BE49-F238E27FC236}">
                  <a16:creationId xmlns:a16="http://schemas.microsoft.com/office/drawing/2014/main" id="{06FFC919-043B-F7B8-B1A5-9E694131CB73}"/>
                </a:ext>
              </a:extLst>
            </p:cNvPr>
            <p:cNvSpPr/>
            <p:nvPr/>
          </p:nvSpPr>
          <p:spPr>
            <a:xfrm>
              <a:off x="6874597" y="3621487"/>
              <a:ext cx="33002" cy="132075"/>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42" name="Rechteck 641">
              <a:extLst>
                <a:ext uri="{FF2B5EF4-FFF2-40B4-BE49-F238E27FC236}">
                  <a16:creationId xmlns:a16="http://schemas.microsoft.com/office/drawing/2014/main" id="{D500387F-1CCD-4847-9407-793077840AEA}"/>
                </a:ext>
              </a:extLst>
            </p:cNvPr>
            <p:cNvSpPr/>
            <p:nvPr/>
          </p:nvSpPr>
          <p:spPr>
            <a:xfrm>
              <a:off x="6851814" y="3701649"/>
              <a:ext cx="78569" cy="1332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625" name="Ellipse 624">
            <a:extLst>
              <a:ext uri="{FF2B5EF4-FFF2-40B4-BE49-F238E27FC236}">
                <a16:creationId xmlns:a16="http://schemas.microsoft.com/office/drawing/2014/main" id="{9F9F894C-4E26-F390-56AA-E05502514BD3}"/>
              </a:ext>
            </a:extLst>
          </p:cNvPr>
          <p:cNvSpPr/>
          <p:nvPr/>
        </p:nvSpPr>
        <p:spPr>
          <a:xfrm>
            <a:off x="493295" y="2051384"/>
            <a:ext cx="751974" cy="751974"/>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 name="Gerade Verbindung mit Pfeil 3">
            <a:extLst>
              <a:ext uri="{FF2B5EF4-FFF2-40B4-BE49-F238E27FC236}">
                <a16:creationId xmlns:a16="http://schemas.microsoft.com/office/drawing/2014/main" id="{0E53C269-4F7C-5786-28F4-266E913FAB48}"/>
              </a:ext>
            </a:extLst>
          </p:cNvPr>
          <p:cNvCxnSpPr/>
          <p:nvPr/>
        </p:nvCxnSpPr>
        <p:spPr>
          <a:xfrm>
            <a:off x="2057400" y="2610476"/>
            <a:ext cx="0" cy="21055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6" name="Rechteck 5">
            <a:extLst>
              <a:ext uri="{FF2B5EF4-FFF2-40B4-BE49-F238E27FC236}">
                <a16:creationId xmlns:a16="http://schemas.microsoft.com/office/drawing/2014/main" id="{0CE47EB3-0400-A2DE-518B-CA0BE43FB079}"/>
              </a:ext>
            </a:extLst>
          </p:cNvPr>
          <p:cNvSpPr/>
          <p:nvPr/>
        </p:nvSpPr>
        <p:spPr>
          <a:xfrm>
            <a:off x="5058619" y="2855441"/>
            <a:ext cx="388737" cy="35994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FE2E775E-877B-91BC-29C5-AA58E5B3A899}"/>
              </a:ext>
            </a:extLst>
          </p:cNvPr>
          <p:cNvSpPr/>
          <p:nvPr/>
        </p:nvSpPr>
        <p:spPr>
          <a:xfrm>
            <a:off x="5125879" y="2644488"/>
            <a:ext cx="45719" cy="21095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4D8A0006-78FC-A27F-7977-609573252616}"/>
              </a:ext>
            </a:extLst>
          </p:cNvPr>
          <p:cNvSpPr/>
          <p:nvPr/>
        </p:nvSpPr>
        <p:spPr>
          <a:xfrm>
            <a:off x="5338991" y="2644488"/>
            <a:ext cx="45719" cy="21095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B73A979E-5074-CF4B-B640-DE2E803A3F31}"/>
              </a:ext>
            </a:extLst>
          </p:cNvPr>
          <p:cNvSpPr/>
          <p:nvPr/>
        </p:nvSpPr>
        <p:spPr>
          <a:xfrm>
            <a:off x="5751194" y="2855441"/>
            <a:ext cx="388737" cy="35994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44D3BC28-D6C8-2D4F-63FD-9988F1FF7CC3}"/>
              </a:ext>
            </a:extLst>
          </p:cNvPr>
          <p:cNvSpPr/>
          <p:nvPr/>
        </p:nvSpPr>
        <p:spPr>
          <a:xfrm>
            <a:off x="5818454" y="2644488"/>
            <a:ext cx="45719" cy="21095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A8162EBC-111A-A5E6-EDEB-44A8DBA5FCD8}"/>
              </a:ext>
            </a:extLst>
          </p:cNvPr>
          <p:cNvSpPr/>
          <p:nvPr/>
        </p:nvSpPr>
        <p:spPr>
          <a:xfrm>
            <a:off x="6031566" y="2644488"/>
            <a:ext cx="45719" cy="21095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B82D7CB3-51A8-8533-12CA-B4EAA73D933E}"/>
              </a:ext>
            </a:extLst>
          </p:cNvPr>
          <p:cNvSpPr/>
          <p:nvPr/>
        </p:nvSpPr>
        <p:spPr>
          <a:xfrm rot="10800000" flipV="1">
            <a:off x="5058619" y="3215390"/>
            <a:ext cx="1081312" cy="113702"/>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700" dirty="0" err="1">
                <a:solidFill>
                  <a:schemeClr val="tx1"/>
                </a:solidFill>
              </a:rPr>
              <a:t>Handover</a:t>
            </a:r>
            <a:r>
              <a:rPr lang="de-DE" sz="700" dirty="0">
                <a:solidFill>
                  <a:schemeClr val="tx1"/>
                </a:solidFill>
              </a:rPr>
              <a:t> Unit</a:t>
            </a:r>
          </a:p>
        </p:txBody>
      </p:sp>
      <p:sp>
        <p:nvSpPr>
          <p:cNvPr id="19" name="Rechteck 18">
            <a:extLst>
              <a:ext uri="{FF2B5EF4-FFF2-40B4-BE49-F238E27FC236}">
                <a16:creationId xmlns:a16="http://schemas.microsoft.com/office/drawing/2014/main" id="{2C38F99B-A3F4-E415-D3AC-F33834643CA0}"/>
              </a:ext>
            </a:extLst>
          </p:cNvPr>
          <p:cNvSpPr/>
          <p:nvPr/>
        </p:nvSpPr>
        <p:spPr>
          <a:xfrm>
            <a:off x="6416223" y="2981762"/>
            <a:ext cx="78569" cy="485338"/>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0" name="Rechteck 19">
            <a:extLst>
              <a:ext uri="{FF2B5EF4-FFF2-40B4-BE49-F238E27FC236}">
                <a16:creationId xmlns:a16="http://schemas.microsoft.com/office/drawing/2014/main" id="{ABD033AF-536B-0C14-1995-D34BC25E25CB}"/>
              </a:ext>
            </a:extLst>
          </p:cNvPr>
          <p:cNvSpPr/>
          <p:nvPr/>
        </p:nvSpPr>
        <p:spPr>
          <a:xfrm rot="10800000">
            <a:off x="6439007" y="2850679"/>
            <a:ext cx="33002" cy="132075"/>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F1132DDE-E962-60EA-9C64-9A45C296D9E6}"/>
              </a:ext>
            </a:extLst>
          </p:cNvPr>
          <p:cNvSpPr/>
          <p:nvPr/>
        </p:nvSpPr>
        <p:spPr>
          <a:xfrm rot="10800000">
            <a:off x="6416706" y="2738606"/>
            <a:ext cx="78569" cy="1332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2" name="Rechteck 21">
            <a:extLst>
              <a:ext uri="{FF2B5EF4-FFF2-40B4-BE49-F238E27FC236}">
                <a16:creationId xmlns:a16="http://schemas.microsoft.com/office/drawing/2014/main" id="{92D86E63-1E44-4634-09BD-E2D9D807D576}"/>
              </a:ext>
            </a:extLst>
          </p:cNvPr>
          <p:cNvSpPr/>
          <p:nvPr/>
        </p:nvSpPr>
        <p:spPr>
          <a:xfrm rot="10800000">
            <a:off x="6943094" y="2848831"/>
            <a:ext cx="33002" cy="132075"/>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35342812-BBFC-4854-A4D6-FC0BBA14C382}"/>
              </a:ext>
            </a:extLst>
          </p:cNvPr>
          <p:cNvSpPr/>
          <p:nvPr/>
        </p:nvSpPr>
        <p:spPr>
          <a:xfrm rot="10800000">
            <a:off x="6920793" y="2736758"/>
            <a:ext cx="78569" cy="1332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 name="Rechteck 23">
            <a:extLst>
              <a:ext uri="{FF2B5EF4-FFF2-40B4-BE49-F238E27FC236}">
                <a16:creationId xmlns:a16="http://schemas.microsoft.com/office/drawing/2014/main" id="{898D2933-8FB1-C481-9B43-1FD8CE7A633E}"/>
              </a:ext>
            </a:extLst>
          </p:cNvPr>
          <p:cNvSpPr/>
          <p:nvPr/>
        </p:nvSpPr>
        <p:spPr>
          <a:xfrm>
            <a:off x="6922152" y="2981762"/>
            <a:ext cx="78569" cy="485338"/>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 name="Rechteck 25">
            <a:extLst>
              <a:ext uri="{FF2B5EF4-FFF2-40B4-BE49-F238E27FC236}">
                <a16:creationId xmlns:a16="http://schemas.microsoft.com/office/drawing/2014/main" id="{F4FD53FD-E589-625A-44D4-E6D12A2BE839}"/>
              </a:ext>
            </a:extLst>
          </p:cNvPr>
          <p:cNvSpPr/>
          <p:nvPr/>
        </p:nvSpPr>
        <p:spPr>
          <a:xfrm>
            <a:off x="6929834" y="3442149"/>
            <a:ext cx="64800" cy="49901"/>
          </a:xfrm>
          <a:prstGeom prst="rect">
            <a:avLst/>
          </a:prstGeom>
          <a:solidFill>
            <a:srgbClr val="FF9966"/>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7" name="Rechteck 26">
            <a:extLst>
              <a:ext uri="{FF2B5EF4-FFF2-40B4-BE49-F238E27FC236}">
                <a16:creationId xmlns:a16="http://schemas.microsoft.com/office/drawing/2014/main" id="{22DDB281-2A47-40FA-3B6E-4ED775B795C9}"/>
              </a:ext>
            </a:extLst>
          </p:cNvPr>
          <p:cNvSpPr/>
          <p:nvPr/>
        </p:nvSpPr>
        <p:spPr>
          <a:xfrm>
            <a:off x="6420768" y="3438540"/>
            <a:ext cx="64800" cy="49901"/>
          </a:xfrm>
          <a:prstGeom prst="rect">
            <a:avLst/>
          </a:prstGeom>
          <a:solidFill>
            <a:srgbClr val="FF9966"/>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cxnSp>
        <p:nvCxnSpPr>
          <p:cNvPr id="29" name="Gerade Verbindung mit Pfeil 28">
            <a:extLst>
              <a:ext uri="{FF2B5EF4-FFF2-40B4-BE49-F238E27FC236}">
                <a16:creationId xmlns:a16="http://schemas.microsoft.com/office/drawing/2014/main" id="{ADBD5F99-53F6-D0D1-3490-A2728CB98621}"/>
              </a:ext>
            </a:extLst>
          </p:cNvPr>
          <p:cNvCxnSpPr/>
          <p:nvPr/>
        </p:nvCxnSpPr>
        <p:spPr>
          <a:xfrm>
            <a:off x="6453168" y="2578911"/>
            <a:ext cx="522928"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30" name="Textfeld 29">
            <a:extLst>
              <a:ext uri="{FF2B5EF4-FFF2-40B4-BE49-F238E27FC236}">
                <a16:creationId xmlns:a16="http://schemas.microsoft.com/office/drawing/2014/main" id="{F15E642F-B2A6-A95F-4F93-950A6305BA44}"/>
              </a:ext>
            </a:extLst>
          </p:cNvPr>
          <p:cNvSpPr txBox="1"/>
          <p:nvPr/>
        </p:nvSpPr>
        <p:spPr>
          <a:xfrm>
            <a:off x="6523123" y="2447004"/>
            <a:ext cx="397670" cy="169277"/>
          </a:xfrm>
          <a:prstGeom prst="rect">
            <a:avLst/>
          </a:prstGeom>
          <a:noFill/>
        </p:spPr>
        <p:txBody>
          <a:bodyPr wrap="square" rtlCol="0">
            <a:spAutoFit/>
          </a:bodyPr>
          <a:lstStyle/>
          <a:p>
            <a:r>
              <a:rPr lang="de-DE" sz="500" dirty="0"/>
              <a:t>100mm</a:t>
            </a:r>
          </a:p>
        </p:txBody>
      </p:sp>
      <p:cxnSp>
        <p:nvCxnSpPr>
          <p:cNvPr id="31" name="Gerade Verbindung mit Pfeil 30">
            <a:extLst>
              <a:ext uri="{FF2B5EF4-FFF2-40B4-BE49-F238E27FC236}">
                <a16:creationId xmlns:a16="http://schemas.microsoft.com/office/drawing/2014/main" id="{628BC11A-D18A-18F3-019C-854E420970ED}"/>
              </a:ext>
            </a:extLst>
          </p:cNvPr>
          <p:cNvCxnSpPr>
            <a:cxnSpLocks/>
          </p:cNvCxnSpPr>
          <p:nvPr/>
        </p:nvCxnSpPr>
        <p:spPr>
          <a:xfrm flipH="1" flipV="1">
            <a:off x="7148206" y="2803358"/>
            <a:ext cx="0" cy="623392"/>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32" name="Textfeld 31">
            <a:extLst>
              <a:ext uri="{FF2B5EF4-FFF2-40B4-BE49-F238E27FC236}">
                <a16:creationId xmlns:a16="http://schemas.microsoft.com/office/drawing/2014/main" id="{4C15466D-D7E5-DEFD-4D2F-D01907FFE878}"/>
              </a:ext>
            </a:extLst>
          </p:cNvPr>
          <p:cNvSpPr txBox="1"/>
          <p:nvPr/>
        </p:nvSpPr>
        <p:spPr>
          <a:xfrm rot="16200000">
            <a:off x="6897012" y="2994232"/>
            <a:ext cx="397670" cy="169277"/>
          </a:xfrm>
          <a:prstGeom prst="rect">
            <a:avLst/>
          </a:prstGeom>
          <a:noFill/>
        </p:spPr>
        <p:txBody>
          <a:bodyPr wrap="square" rtlCol="0">
            <a:spAutoFit/>
          </a:bodyPr>
          <a:lstStyle/>
          <a:p>
            <a:r>
              <a:rPr lang="de-DE" sz="500" dirty="0"/>
              <a:t>70mm</a:t>
            </a:r>
          </a:p>
        </p:txBody>
      </p:sp>
      <p:cxnSp>
        <p:nvCxnSpPr>
          <p:cNvPr id="36" name="Gerade Verbindung mit Pfeil 35">
            <a:extLst>
              <a:ext uri="{FF2B5EF4-FFF2-40B4-BE49-F238E27FC236}">
                <a16:creationId xmlns:a16="http://schemas.microsoft.com/office/drawing/2014/main" id="{7A911E1A-756A-B425-02E1-0DFAA5915EE0}"/>
              </a:ext>
            </a:extLst>
          </p:cNvPr>
          <p:cNvCxnSpPr>
            <a:cxnSpLocks/>
          </p:cNvCxnSpPr>
          <p:nvPr/>
        </p:nvCxnSpPr>
        <p:spPr>
          <a:xfrm flipV="1">
            <a:off x="7148206" y="3426749"/>
            <a:ext cx="0" cy="507076"/>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37" name="Textfeld 36">
            <a:extLst>
              <a:ext uri="{FF2B5EF4-FFF2-40B4-BE49-F238E27FC236}">
                <a16:creationId xmlns:a16="http://schemas.microsoft.com/office/drawing/2014/main" id="{68C72A34-3742-ACD8-CF5C-6BA96C961A95}"/>
              </a:ext>
            </a:extLst>
          </p:cNvPr>
          <p:cNvSpPr txBox="1"/>
          <p:nvPr/>
        </p:nvSpPr>
        <p:spPr>
          <a:xfrm rot="16200000">
            <a:off x="6897013" y="3572378"/>
            <a:ext cx="397670" cy="169277"/>
          </a:xfrm>
          <a:prstGeom prst="rect">
            <a:avLst/>
          </a:prstGeom>
          <a:noFill/>
        </p:spPr>
        <p:txBody>
          <a:bodyPr wrap="square" rtlCol="0">
            <a:spAutoFit/>
          </a:bodyPr>
          <a:lstStyle/>
          <a:p>
            <a:r>
              <a:rPr lang="de-DE" sz="500" dirty="0"/>
              <a:t>variable</a:t>
            </a:r>
          </a:p>
        </p:txBody>
      </p:sp>
      <p:sp>
        <p:nvSpPr>
          <p:cNvPr id="39" name="Rechteck 38">
            <a:extLst>
              <a:ext uri="{FF2B5EF4-FFF2-40B4-BE49-F238E27FC236}">
                <a16:creationId xmlns:a16="http://schemas.microsoft.com/office/drawing/2014/main" id="{38C93908-82AD-0251-26EC-1568927AABF0}"/>
              </a:ext>
            </a:extLst>
          </p:cNvPr>
          <p:cNvSpPr/>
          <p:nvPr/>
        </p:nvSpPr>
        <p:spPr>
          <a:xfrm>
            <a:off x="370537" y="4216585"/>
            <a:ext cx="2147303" cy="37185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err="1"/>
              <a:t>Feeding</a:t>
            </a:r>
            <a:r>
              <a:rPr lang="de-DE" dirty="0"/>
              <a:t> Unit</a:t>
            </a:r>
          </a:p>
        </p:txBody>
      </p:sp>
      <p:sp>
        <p:nvSpPr>
          <p:cNvPr id="40" name="Rechteck 39">
            <a:extLst>
              <a:ext uri="{FF2B5EF4-FFF2-40B4-BE49-F238E27FC236}">
                <a16:creationId xmlns:a16="http://schemas.microsoft.com/office/drawing/2014/main" id="{B0ADF997-5FD8-AE10-4DA0-064FE09E7247}"/>
              </a:ext>
            </a:extLst>
          </p:cNvPr>
          <p:cNvSpPr/>
          <p:nvPr/>
        </p:nvSpPr>
        <p:spPr>
          <a:xfrm>
            <a:off x="2533145" y="4216585"/>
            <a:ext cx="2147303" cy="37185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a:t>Cut  &amp; Strip Unit</a:t>
            </a:r>
          </a:p>
        </p:txBody>
      </p:sp>
      <p:sp>
        <p:nvSpPr>
          <p:cNvPr id="41" name="Rechteck 40">
            <a:extLst>
              <a:ext uri="{FF2B5EF4-FFF2-40B4-BE49-F238E27FC236}">
                <a16:creationId xmlns:a16="http://schemas.microsoft.com/office/drawing/2014/main" id="{47F83E76-0BEF-7C7A-F429-BB66B8A2EC26}"/>
              </a:ext>
            </a:extLst>
          </p:cNvPr>
          <p:cNvSpPr/>
          <p:nvPr/>
        </p:nvSpPr>
        <p:spPr>
          <a:xfrm>
            <a:off x="4685493" y="4216585"/>
            <a:ext cx="2674312" cy="37185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err="1"/>
              <a:t>Handover</a:t>
            </a:r>
            <a:r>
              <a:rPr lang="de-DE" dirty="0"/>
              <a:t> Unit</a:t>
            </a:r>
          </a:p>
        </p:txBody>
      </p:sp>
      <p:sp>
        <p:nvSpPr>
          <p:cNvPr id="42" name="Rechteck 41">
            <a:extLst>
              <a:ext uri="{FF2B5EF4-FFF2-40B4-BE49-F238E27FC236}">
                <a16:creationId xmlns:a16="http://schemas.microsoft.com/office/drawing/2014/main" id="{8C677279-FE55-DDB3-D14C-BF9CDE5C9EA0}"/>
              </a:ext>
            </a:extLst>
          </p:cNvPr>
          <p:cNvSpPr/>
          <p:nvPr/>
        </p:nvSpPr>
        <p:spPr>
          <a:xfrm>
            <a:off x="7359805" y="4216585"/>
            <a:ext cx="2674312" cy="37185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a:t>Robot Handling</a:t>
            </a:r>
          </a:p>
        </p:txBody>
      </p:sp>
      <p:sp>
        <p:nvSpPr>
          <p:cNvPr id="43" name="Rechteck 42">
            <a:extLst>
              <a:ext uri="{FF2B5EF4-FFF2-40B4-BE49-F238E27FC236}">
                <a16:creationId xmlns:a16="http://schemas.microsoft.com/office/drawing/2014/main" id="{9BDC22C4-46BF-512E-A30A-FC7AA454E56F}"/>
              </a:ext>
            </a:extLst>
          </p:cNvPr>
          <p:cNvSpPr/>
          <p:nvPr/>
        </p:nvSpPr>
        <p:spPr>
          <a:xfrm>
            <a:off x="10034117" y="4216585"/>
            <a:ext cx="1550019" cy="37185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a:t>Round Table</a:t>
            </a:r>
          </a:p>
        </p:txBody>
      </p:sp>
    </p:spTree>
    <p:extLst>
      <p:ext uri="{BB962C8B-B14F-4D97-AF65-F5344CB8AC3E}">
        <p14:creationId xmlns:p14="http://schemas.microsoft.com/office/powerpoint/2010/main" val="3459956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DF03E8-9B56-69A6-3BF8-21220AD95BBB}"/>
              </a:ext>
            </a:extLst>
          </p:cNvPr>
          <p:cNvSpPr>
            <a:spLocks noGrp="1"/>
          </p:cNvSpPr>
          <p:nvPr>
            <p:ph type="title"/>
          </p:nvPr>
        </p:nvSpPr>
        <p:spPr/>
        <p:txBody>
          <a:bodyPr/>
          <a:lstStyle/>
          <a:p>
            <a:endParaRPr lang="de-DE"/>
          </a:p>
        </p:txBody>
      </p:sp>
      <p:sp>
        <p:nvSpPr>
          <p:cNvPr id="3" name="Rechteck 2">
            <a:extLst>
              <a:ext uri="{FF2B5EF4-FFF2-40B4-BE49-F238E27FC236}">
                <a16:creationId xmlns:a16="http://schemas.microsoft.com/office/drawing/2014/main" id="{95F73DDE-78B3-C47C-6115-9B8DCC51ACC3}"/>
              </a:ext>
            </a:extLst>
          </p:cNvPr>
          <p:cNvSpPr/>
          <p:nvPr/>
        </p:nvSpPr>
        <p:spPr>
          <a:xfrm>
            <a:off x="688139" y="2944060"/>
            <a:ext cx="914400" cy="73994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0920B234-2B55-8F3E-1CC6-036D6AB77E7D}"/>
              </a:ext>
            </a:extLst>
          </p:cNvPr>
          <p:cNvSpPr/>
          <p:nvPr/>
        </p:nvSpPr>
        <p:spPr>
          <a:xfrm>
            <a:off x="2518945" y="2944059"/>
            <a:ext cx="914400" cy="73994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id="{55BFE1A4-190A-C76F-4BC0-25625FD50577}"/>
              </a:ext>
            </a:extLst>
          </p:cNvPr>
          <p:cNvPicPr>
            <a:picLocks noChangeAspect="1"/>
          </p:cNvPicPr>
          <p:nvPr/>
        </p:nvPicPr>
        <p:blipFill>
          <a:blip r:embed="rId2"/>
          <a:srcRect t="45250" r="39886"/>
          <a:stretch/>
        </p:blipFill>
        <p:spPr>
          <a:xfrm rot="5400000">
            <a:off x="1189766" y="2797362"/>
            <a:ext cx="1299412" cy="473867"/>
          </a:xfrm>
          <a:prstGeom prst="rect">
            <a:avLst/>
          </a:prstGeom>
        </p:spPr>
      </p:pic>
      <p:sp>
        <p:nvSpPr>
          <p:cNvPr id="8" name="Rechteck 7">
            <a:extLst>
              <a:ext uri="{FF2B5EF4-FFF2-40B4-BE49-F238E27FC236}">
                <a16:creationId xmlns:a16="http://schemas.microsoft.com/office/drawing/2014/main" id="{5800E408-03AB-61D9-BFAD-6ADBB46B2038}"/>
              </a:ext>
            </a:extLst>
          </p:cNvPr>
          <p:cNvSpPr/>
          <p:nvPr/>
        </p:nvSpPr>
        <p:spPr>
          <a:xfrm>
            <a:off x="4427779" y="2956091"/>
            <a:ext cx="3507206" cy="153402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9" name="Rechteck 8">
            <a:extLst>
              <a:ext uri="{FF2B5EF4-FFF2-40B4-BE49-F238E27FC236}">
                <a16:creationId xmlns:a16="http://schemas.microsoft.com/office/drawing/2014/main" id="{86E22C7E-8D55-4830-D76C-4C7AF4798C55}"/>
              </a:ext>
            </a:extLst>
          </p:cNvPr>
          <p:cNvSpPr/>
          <p:nvPr/>
        </p:nvSpPr>
        <p:spPr>
          <a:xfrm>
            <a:off x="5552908" y="1602540"/>
            <a:ext cx="992605" cy="134152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 name="Rechteck 9">
            <a:extLst>
              <a:ext uri="{FF2B5EF4-FFF2-40B4-BE49-F238E27FC236}">
                <a16:creationId xmlns:a16="http://schemas.microsoft.com/office/drawing/2014/main" id="{CC260936-6CB0-3043-CF5B-5C46B8AA6AE8}"/>
              </a:ext>
            </a:extLst>
          </p:cNvPr>
          <p:cNvSpPr/>
          <p:nvPr/>
        </p:nvSpPr>
        <p:spPr>
          <a:xfrm>
            <a:off x="838534" y="1043070"/>
            <a:ext cx="10312066" cy="56548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1" name="Rechteck 10">
            <a:extLst>
              <a:ext uri="{FF2B5EF4-FFF2-40B4-BE49-F238E27FC236}">
                <a16:creationId xmlns:a16="http://schemas.microsoft.com/office/drawing/2014/main" id="{93942A4F-CFDC-0AB7-12B8-9F3B59128581}"/>
              </a:ext>
            </a:extLst>
          </p:cNvPr>
          <p:cNvSpPr/>
          <p:nvPr/>
        </p:nvSpPr>
        <p:spPr>
          <a:xfrm>
            <a:off x="1210511" y="1776994"/>
            <a:ext cx="992605" cy="4391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2" name="Rechteck 11">
            <a:extLst>
              <a:ext uri="{FF2B5EF4-FFF2-40B4-BE49-F238E27FC236}">
                <a16:creationId xmlns:a16="http://schemas.microsoft.com/office/drawing/2014/main" id="{0B742419-43E8-AB3F-535C-1607CFC4D2E1}"/>
              </a:ext>
            </a:extLst>
          </p:cNvPr>
          <p:cNvSpPr/>
          <p:nvPr/>
        </p:nvSpPr>
        <p:spPr>
          <a:xfrm>
            <a:off x="1448800" y="2240211"/>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3" name="Rechteck 12">
            <a:extLst>
              <a:ext uri="{FF2B5EF4-FFF2-40B4-BE49-F238E27FC236}">
                <a16:creationId xmlns:a16="http://schemas.microsoft.com/office/drawing/2014/main" id="{9939EA46-00AF-2F61-6F55-18991CCF9DC9}"/>
              </a:ext>
            </a:extLst>
          </p:cNvPr>
          <p:cNvSpPr/>
          <p:nvPr/>
        </p:nvSpPr>
        <p:spPr>
          <a:xfrm>
            <a:off x="1731520" y="2246229"/>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cxnSp>
        <p:nvCxnSpPr>
          <p:cNvPr id="15" name="Gerade Verbindung mit Pfeil 14">
            <a:extLst>
              <a:ext uri="{FF2B5EF4-FFF2-40B4-BE49-F238E27FC236}">
                <a16:creationId xmlns:a16="http://schemas.microsoft.com/office/drawing/2014/main" id="{70665C2C-DBF5-7C54-FC69-112C096888C1}"/>
              </a:ext>
            </a:extLst>
          </p:cNvPr>
          <p:cNvCxnSpPr>
            <a:cxnSpLocks/>
          </p:cNvCxnSpPr>
          <p:nvPr/>
        </p:nvCxnSpPr>
        <p:spPr>
          <a:xfrm>
            <a:off x="6010109" y="2047705"/>
            <a:ext cx="0" cy="445165"/>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cxnSp>
        <p:nvCxnSpPr>
          <p:cNvPr id="17" name="Gerade Verbindung mit Pfeil 16">
            <a:extLst>
              <a:ext uri="{FF2B5EF4-FFF2-40B4-BE49-F238E27FC236}">
                <a16:creationId xmlns:a16="http://schemas.microsoft.com/office/drawing/2014/main" id="{EBE442C0-B9E4-1615-DD9E-EF195323A7A2}"/>
              </a:ext>
            </a:extLst>
          </p:cNvPr>
          <p:cNvCxnSpPr>
            <a:cxnSpLocks/>
          </p:cNvCxnSpPr>
          <p:nvPr/>
        </p:nvCxnSpPr>
        <p:spPr>
          <a:xfrm flipV="1">
            <a:off x="2360551" y="4547270"/>
            <a:ext cx="0" cy="625641"/>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0" name="Gerade Verbindung mit Pfeil 19">
            <a:extLst>
              <a:ext uri="{FF2B5EF4-FFF2-40B4-BE49-F238E27FC236}">
                <a16:creationId xmlns:a16="http://schemas.microsoft.com/office/drawing/2014/main" id="{A2A872EF-85CB-0A9A-370C-6828B467C5BD}"/>
              </a:ext>
            </a:extLst>
          </p:cNvPr>
          <p:cNvCxnSpPr>
            <a:cxnSpLocks/>
          </p:cNvCxnSpPr>
          <p:nvPr/>
        </p:nvCxnSpPr>
        <p:spPr>
          <a:xfrm>
            <a:off x="961877" y="3314029"/>
            <a:ext cx="436123"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2" name="Gerade Verbindung mit Pfeil 21">
            <a:extLst>
              <a:ext uri="{FF2B5EF4-FFF2-40B4-BE49-F238E27FC236}">
                <a16:creationId xmlns:a16="http://schemas.microsoft.com/office/drawing/2014/main" id="{0C4AE6EC-0C05-7387-2840-E2AAC7BD19D1}"/>
              </a:ext>
            </a:extLst>
          </p:cNvPr>
          <p:cNvCxnSpPr>
            <a:cxnSpLocks/>
          </p:cNvCxnSpPr>
          <p:nvPr/>
        </p:nvCxnSpPr>
        <p:spPr>
          <a:xfrm flipH="1">
            <a:off x="2736852" y="3332077"/>
            <a:ext cx="473244"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24" name="Rechteck 23">
            <a:extLst>
              <a:ext uri="{FF2B5EF4-FFF2-40B4-BE49-F238E27FC236}">
                <a16:creationId xmlns:a16="http://schemas.microsoft.com/office/drawing/2014/main" id="{FB388657-6FE2-31A0-0FEB-E53E11F16C2A}"/>
              </a:ext>
            </a:extLst>
          </p:cNvPr>
          <p:cNvSpPr/>
          <p:nvPr/>
        </p:nvSpPr>
        <p:spPr>
          <a:xfrm>
            <a:off x="952169" y="1602539"/>
            <a:ext cx="1522660" cy="16843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cxnSp>
        <p:nvCxnSpPr>
          <p:cNvPr id="25" name="Gerade Verbindung mit Pfeil 24">
            <a:extLst>
              <a:ext uri="{FF2B5EF4-FFF2-40B4-BE49-F238E27FC236}">
                <a16:creationId xmlns:a16="http://schemas.microsoft.com/office/drawing/2014/main" id="{3032CA36-3B0B-CD11-5DF5-048B08BF2C75}"/>
              </a:ext>
            </a:extLst>
          </p:cNvPr>
          <p:cNvCxnSpPr>
            <a:cxnSpLocks/>
          </p:cNvCxnSpPr>
          <p:nvPr/>
        </p:nvCxnSpPr>
        <p:spPr>
          <a:xfrm flipH="1">
            <a:off x="1519961" y="2134931"/>
            <a:ext cx="365989"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cxnSp>
        <p:nvCxnSpPr>
          <p:cNvPr id="27" name="Gerade Verbindung mit Pfeil 26">
            <a:extLst>
              <a:ext uri="{FF2B5EF4-FFF2-40B4-BE49-F238E27FC236}">
                <a16:creationId xmlns:a16="http://schemas.microsoft.com/office/drawing/2014/main" id="{8A96BB37-F5B9-4ED7-C6CE-4E13BEF975C9}"/>
              </a:ext>
            </a:extLst>
          </p:cNvPr>
          <p:cNvCxnSpPr>
            <a:cxnSpLocks/>
          </p:cNvCxnSpPr>
          <p:nvPr/>
        </p:nvCxnSpPr>
        <p:spPr>
          <a:xfrm flipH="1">
            <a:off x="1376293" y="1684875"/>
            <a:ext cx="700513"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30" name="Pfeil: nach links gekrümmt 29">
            <a:extLst>
              <a:ext uri="{FF2B5EF4-FFF2-40B4-BE49-F238E27FC236}">
                <a16:creationId xmlns:a16="http://schemas.microsoft.com/office/drawing/2014/main" id="{3EF4D7FD-BFDE-AFB7-6AC6-72B993BBB926}"/>
              </a:ext>
            </a:extLst>
          </p:cNvPr>
          <p:cNvSpPr/>
          <p:nvPr/>
        </p:nvSpPr>
        <p:spPr>
          <a:xfrm>
            <a:off x="5677231" y="3510707"/>
            <a:ext cx="1339718" cy="659395"/>
          </a:xfrm>
          <a:prstGeom prst="curvedLeftArrow">
            <a:avLst>
              <a:gd name="adj1" fmla="val 2609"/>
              <a:gd name="adj2" fmla="val 29910"/>
              <a:gd name="adj3" fmla="val 3334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pic>
        <p:nvPicPr>
          <p:cNvPr id="31" name="Grafik 30">
            <a:extLst>
              <a:ext uri="{FF2B5EF4-FFF2-40B4-BE49-F238E27FC236}">
                <a16:creationId xmlns:a16="http://schemas.microsoft.com/office/drawing/2014/main" id="{7F5E38C3-65E8-B76F-EE63-561499E6F21D}"/>
              </a:ext>
            </a:extLst>
          </p:cNvPr>
          <p:cNvPicPr>
            <a:picLocks noChangeAspect="1"/>
          </p:cNvPicPr>
          <p:nvPr/>
        </p:nvPicPr>
        <p:blipFill>
          <a:blip r:embed="rId2"/>
          <a:srcRect t="45250" r="39886"/>
          <a:stretch/>
        </p:blipFill>
        <p:spPr>
          <a:xfrm rot="5400000" flipV="1">
            <a:off x="9393920" y="2805962"/>
            <a:ext cx="1299412" cy="456664"/>
          </a:xfrm>
          <a:prstGeom prst="rect">
            <a:avLst/>
          </a:prstGeom>
        </p:spPr>
      </p:pic>
      <p:sp>
        <p:nvSpPr>
          <p:cNvPr id="32" name="Rechteck 31">
            <a:extLst>
              <a:ext uri="{FF2B5EF4-FFF2-40B4-BE49-F238E27FC236}">
                <a16:creationId xmlns:a16="http://schemas.microsoft.com/office/drawing/2014/main" id="{1CB0BC50-A8A9-2D51-9976-5244BA448CCB}"/>
              </a:ext>
            </a:extLst>
          </p:cNvPr>
          <p:cNvSpPr/>
          <p:nvPr/>
        </p:nvSpPr>
        <p:spPr>
          <a:xfrm>
            <a:off x="9679720" y="1801053"/>
            <a:ext cx="992605" cy="4391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3" name="Rechteck 32">
            <a:extLst>
              <a:ext uri="{FF2B5EF4-FFF2-40B4-BE49-F238E27FC236}">
                <a16:creationId xmlns:a16="http://schemas.microsoft.com/office/drawing/2014/main" id="{C4494629-F3E7-8C6B-8879-C5B2697DB418}"/>
              </a:ext>
            </a:extLst>
          </p:cNvPr>
          <p:cNvSpPr/>
          <p:nvPr/>
        </p:nvSpPr>
        <p:spPr>
          <a:xfrm>
            <a:off x="9835459" y="2264270"/>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4" name="Rechteck 33">
            <a:extLst>
              <a:ext uri="{FF2B5EF4-FFF2-40B4-BE49-F238E27FC236}">
                <a16:creationId xmlns:a16="http://schemas.microsoft.com/office/drawing/2014/main" id="{1AD2A470-C35B-42F4-A28A-1A8AED8F8FEC}"/>
              </a:ext>
            </a:extLst>
          </p:cNvPr>
          <p:cNvSpPr/>
          <p:nvPr/>
        </p:nvSpPr>
        <p:spPr>
          <a:xfrm>
            <a:off x="10308679" y="2270288"/>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35" name="Rechteck 34">
            <a:extLst>
              <a:ext uri="{FF2B5EF4-FFF2-40B4-BE49-F238E27FC236}">
                <a16:creationId xmlns:a16="http://schemas.microsoft.com/office/drawing/2014/main" id="{7C5FD186-95D1-4E08-7657-ECB2620C1F4E}"/>
              </a:ext>
            </a:extLst>
          </p:cNvPr>
          <p:cNvSpPr/>
          <p:nvPr/>
        </p:nvSpPr>
        <p:spPr>
          <a:xfrm>
            <a:off x="9440428" y="1626598"/>
            <a:ext cx="1522660" cy="16843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cxnSp>
        <p:nvCxnSpPr>
          <p:cNvPr id="36" name="Gerade Verbindung mit Pfeil 35">
            <a:extLst>
              <a:ext uri="{FF2B5EF4-FFF2-40B4-BE49-F238E27FC236}">
                <a16:creationId xmlns:a16="http://schemas.microsoft.com/office/drawing/2014/main" id="{4B12FC7E-E6B3-6AC9-A046-767C2828D59C}"/>
              </a:ext>
            </a:extLst>
          </p:cNvPr>
          <p:cNvCxnSpPr>
            <a:cxnSpLocks/>
          </p:cNvCxnSpPr>
          <p:nvPr/>
        </p:nvCxnSpPr>
        <p:spPr>
          <a:xfrm flipH="1">
            <a:off x="10033620" y="2158990"/>
            <a:ext cx="365989"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cxnSp>
        <p:nvCxnSpPr>
          <p:cNvPr id="37" name="Gerade Verbindung mit Pfeil 36">
            <a:extLst>
              <a:ext uri="{FF2B5EF4-FFF2-40B4-BE49-F238E27FC236}">
                <a16:creationId xmlns:a16="http://schemas.microsoft.com/office/drawing/2014/main" id="{D921D8C5-2BC6-57C2-D435-DE424799E8E6}"/>
              </a:ext>
            </a:extLst>
          </p:cNvPr>
          <p:cNvCxnSpPr>
            <a:cxnSpLocks/>
          </p:cNvCxnSpPr>
          <p:nvPr/>
        </p:nvCxnSpPr>
        <p:spPr>
          <a:xfrm flipH="1">
            <a:off x="9921702" y="1708934"/>
            <a:ext cx="700513"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pic>
        <p:nvPicPr>
          <p:cNvPr id="39" name="Grafik 38">
            <a:extLst>
              <a:ext uri="{FF2B5EF4-FFF2-40B4-BE49-F238E27FC236}">
                <a16:creationId xmlns:a16="http://schemas.microsoft.com/office/drawing/2014/main" id="{74F11004-C70A-EB98-870C-C64809EA2FB7}"/>
              </a:ext>
            </a:extLst>
          </p:cNvPr>
          <p:cNvPicPr>
            <a:picLocks noChangeAspect="1"/>
          </p:cNvPicPr>
          <p:nvPr/>
        </p:nvPicPr>
        <p:blipFill>
          <a:blip r:embed="rId3">
            <a:clrChange>
              <a:clrFrom>
                <a:srgbClr val="FFFFFF"/>
              </a:clrFrom>
              <a:clrTo>
                <a:srgbClr val="FFFFFF">
                  <a:alpha val="0"/>
                </a:srgbClr>
              </a:clrTo>
            </a:clrChange>
          </a:blip>
          <a:srcRect b="31546"/>
          <a:stretch/>
        </p:blipFill>
        <p:spPr>
          <a:xfrm flipH="1">
            <a:off x="219099" y="3635168"/>
            <a:ext cx="2622551" cy="3222832"/>
          </a:xfrm>
          <a:prstGeom prst="rect">
            <a:avLst/>
          </a:prstGeom>
        </p:spPr>
      </p:pic>
      <p:sp>
        <p:nvSpPr>
          <p:cNvPr id="41" name="Rechteck 40">
            <a:extLst>
              <a:ext uri="{FF2B5EF4-FFF2-40B4-BE49-F238E27FC236}">
                <a16:creationId xmlns:a16="http://schemas.microsoft.com/office/drawing/2014/main" id="{9896D8FF-94CC-921A-5ADF-E622DDFB018E}"/>
              </a:ext>
            </a:extLst>
          </p:cNvPr>
          <p:cNvSpPr/>
          <p:nvPr/>
        </p:nvSpPr>
        <p:spPr>
          <a:xfrm>
            <a:off x="10257923" y="3175000"/>
            <a:ext cx="393273" cy="4501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2" name="Rechteck 41">
            <a:extLst>
              <a:ext uri="{FF2B5EF4-FFF2-40B4-BE49-F238E27FC236}">
                <a16:creationId xmlns:a16="http://schemas.microsoft.com/office/drawing/2014/main" id="{A7DAF376-98F4-A00C-7EDA-51744B7F4D25}"/>
              </a:ext>
            </a:extLst>
          </p:cNvPr>
          <p:cNvSpPr/>
          <p:nvPr/>
        </p:nvSpPr>
        <p:spPr>
          <a:xfrm rot="5400000">
            <a:off x="9838356" y="3213773"/>
            <a:ext cx="393273" cy="12532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3" name="Rechteck 42">
            <a:extLst>
              <a:ext uri="{FF2B5EF4-FFF2-40B4-BE49-F238E27FC236}">
                <a16:creationId xmlns:a16="http://schemas.microsoft.com/office/drawing/2014/main" id="{4C59AA1F-1604-AB59-B568-0B8A3CF626BA}"/>
              </a:ext>
            </a:extLst>
          </p:cNvPr>
          <p:cNvSpPr/>
          <p:nvPr/>
        </p:nvSpPr>
        <p:spPr>
          <a:xfrm>
            <a:off x="9408362" y="3178699"/>
            <a:ext cx="393273" cy="4501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Textfeld 4">
            <a:extLst>
              <a:ext uri="{FF2B5EF4-FFF2-40B4-BE49-F238E27FC236}">
                <a16:creationId xmlns:a16="http://schemas.microsoft.com/office/drawing/2014/main" id="{A94594B3-409A-C4C4-E77C-9544322E11CC}"/>
              </a:ext>
            </a:extLst>
          </p:cNvPr>
          <p:cNvSpPr txBox="1"/>
          <p:nvPr/>
        </p:nvSpPr>
        <p:spPr>
          <a:xfrm>
            <a:off x="9236597" y="4547270"/>
            <a:ext cx="2129742" cy="369332"/>
          </a:xfrm>
          <a:prstGeom prst="rect">
            <a:avLst/>
          </a:prstGeom>
          <a:noFill/>
        </p:spPr>
        <p:txBody>
          <a:bodyPr wrap="square" rtlCol="0">
            <a:spAutoFit/>
          </a:bodyPr>
          <a:lstStyle/>
          <a:p>
            <a:r>
              <a:rPr lang="de-DE" dirty="0"/>
              <a:t>Orientation </a:t>
            </a:r>
            <a:r>
              <a:rPr lang="de-DE" dirty="0" err="1"/>
              <a:t>unit</a:t>
            </a:r>
            <a:endParaRPr lang="de-DE" dirty="0"/>
          </a:p>
        </p:txBody>
      </p:sp>
      <p:sp>
        <p:nvSpPr>
          <p:cNvPr id="7" name="Textfeld 6">
            <a:extLst>
              <a:ext uri="{FF2B5EF4-FFF2-40B4-BE49-F238E27FC236}">
                <a16:creationId xmlns:a16="http://schemas.microsoft.com/office/drawing/2014/main" id="{65C40E64-8349-8BA4-1384-2F0B80174C43}"/>
              </a:ext>
            </a:extLst>
          </p:cNvPr>
          <p:cNvSpPr txBox="1"/>
          <p:nvPr/>
        </p:nvSpPr>
        <p:spPr>
          <a:xfrm>
            <a:off x="2708029" y="2556328"/>
            <a:ext cx="2129742" cy="369332"/>
          </a:xfrm>
          <a:prstGeom prst="rect">
            <a:avLst/>
          </a:prstGeom>
          <a:noFill/>
        </p:spPr>
        <p:txBody>
          <a:bodyPr wrap="square" rtlCol="0">
            <a:spAutoFit/>
          </a:bodyPr>
          <a:lstStyle/>
          <a:p>
            <a:r>
              <a:rPr lang="de-DE" dirty="0" err="1"/>
              <a:t>Crimping</a:t>
            </a:r>
            <a:r>
              <a:rPr lang="de-DE" dirty="0"/>
              <a:t> </a:t>
            </a:r>
            <a:r>
              <a:rPr lang="de-DE" dirty="0" err="1"/>
              <a:t>unit</a:t>
            </a:r>
            <a:endParaRPr lang="de-DE" dirty="0"/>
          </a:p>
        </p:txBody>
      </p:sp>
      <p:sp>
        <p:nvSpPr>
          <p:cNvPr id="14" name="Textfeld 13">
            <a:extLst>
              <a:ext uri="{FF2B5EF4-FFF2-40B4-BE49-F238E27FC236}">
                <a16:creationId xmlns:a16="http://schemas.microsoft.com/office/drawing/2014/main" id="{17C1D51F-06AC-43FE-D862-44B7AB1B11FB}"/>
              </a:ext>
            </a:extLst>
          </p:cNvPr>
          <p:cNvSpPr txBox="1"/>
          <p:nvPr/>
        </p:nvSpPr>
        <p:spPr>
          <a:xfrm>
            <a:off x="2474829" y="6348348"/>
            <a:ext cx="2129742" cy="369332"/>
          </a:xfrm>
          <a:prstGeom prst="rect">
            <a:avLst/>
          </a:prstGeom>
          <a:noFill/>
        </p:spPr>
        <p:txBody>
          <a:bodyPr wrap="square" rtlCol="0">
            <a:spAutoFit/>
          </a:bodyPr>
          <a:lstStyle/>
          <a:p>
            <a:r>
              <a:rPr lang="de-DE" dirty="0"/>
              <a:t>Z-</a:t>
            </a:r>
            <a:r>
              <a:rPr lang="de-DE" dirty="0" err="1"/>
              <a:t>stroke</a:t>
            </a:r>
            <a:r>
              <a:rPr lang="de-DE" dirty="0"/>
              <a:t> </a:t>
            </a:r>
            <a:r>
              <a:rPr lang="de-DE" dirty="0" err="1"/>
              <a:t>for</a:t>
            </a:r>
            <a:r>
              <a:rPr lang="de-DE" dirty="0"/>
              <a:t> </a:t>
            </a:r>
            <a:r>
              <a:rPr lang="de-DE" dirty="0" err="1"/>
              <a:t>cable</a:t>
            </a:r>
            <a:endParaRPr lang="de-DE" dirty="0"/>
          </a:p>
        </p:txBody>
      </p:sp>
      <p:pic>
        <p:nvPicPr>
          <p:cNvPr id="16" name="Grafik 15">
            <a:extLst>
              <a:ext uri="{FF2B5EF4-FFF2-40B4-BE49-F238E27FC236}">
                <a16:creationId xmlns:a16="http://schemas.microsoft.com/office/drawing/2014/main" id="{A8FC87B0-4648-7D2C-B4FC-68693DA9FF54}"/>
              </a:ext>
            </a:extLst>
          </p:cNvPr>
          <p:cNvPicPr>
            <a:picLocks noChangeAspect="1"/>
          </p:cNvPicPr>
          <p:nvPr/>
        </p:nvPicPr>
        <p:blipFill>
          <a:blip r:embed="rId3">
            <a:clrChange>
              <a:clrFrom>
                <a:srgbClr val="FFFFFF"/>
              </a:clrFrom>
              <a:clrTo>
                <a:srgbClr val="FFFFFF">
                  <a:alpha val="0"/>
                </a:srgbClr>
              </a:clrTo>
            </a:clrChange>
          </a:blip>
          <a:srcRect r="55976" b="31546"/>
          <a:stretch/>
        </p:blipFill>
        <p:spPr>
          <a:xfrm flipH="1">
            <a:off x="1687091" y="3644045"/>
            <a:ext cx="1154559" cy="3222832"/>
          </a:xfrm>
          <a:prstGeom prst="rect">
            <a:avLst/>
          </a:prstGeom>
        </p:spPr>
      </p:pic>
    </p:spTree>
    <p:extLst>
      <p:ext uri="{BB962C8B-B14F-4D97-AF65-F5344CB8AC3E}">
        <p14:creationId xmlns:p14="http://schemas.microsoft.com/office/powerpoint/2010/main" val="271329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p:txBody>
          <a:bodyPr/>
          <a:lstStyle/>
          <a:p>
            <a:r>
              <a:rPr lang="de-DE" dirty="0"/>
              <a:t>Aufnahme Bauteil</a:t>
            </a:r>
          </a:p>
        </p:txBody>
      </p:sp>
      <p:grpSp>
        <p:nvGrpSpPr>
          <p:cNvPr id="540" name="Gruppieren 539">
            <a:extLst>
              <a:ext uri="{FF2B5EF4-FFF2-40B4-BE49-F238E27FC236}">
                <a16:creationId xmlns:a16="http://schemas.microsoft.com/office/drawing/2014/main" id="{082D2D84-ECBD-EE1D-5461-8746EC8A7021}"/>
              </a:ext>
            </a:extLst>
          </p:cNvPr>
          <p:cNvGrpSpPr/>
          <p:nvPr/>
        </p:nvGrpSpPr>
        <p:grpSpPr>
          <a:xfrm>
            <a:off x="5199647" y="470629"/>
            <a:ext cx="7173866" cy="3840410"/>
            <a:chOff x="342900" y="1627942"/>
            <a:chExt cx="7173866" cy="3840410"/>
          </a:xfrm>
        </p:grpSpPr>
        <p:grpSp>
          <p:nvGrpSpPr>
            <p:cNvPr id="539" name="Gruppieren 538">
              <a:extLst>
                <a:ext uri="{FF2B5EF4-FFF2-40B4-BE49-F238E27FC236}">
                  <a16:creationId xmlns:a16="http://schemas.microsoft.com/office/drawing/2014/main" id="{2BC7B0D2-999F-6A40-F9FB-01517DD309D1}"/>
                </a:ext>
              </a:extLst>
            </p:cNvPr>
            <p:cNvGrpSpPr/>
            <p:nvPr/>
          </p:nvGrpSpPr>
          <p:grpSpPr>
            <a:xfrm>
              <a:off x="342900" y="3021674"/>
              <a:ext cx="7173866" cy="400783"/>
              <a:chOff x="1203158" y="914400"/>
              <a:chExt cx="7173866" cy="400783"/>
            </a:xfrm>
            <a:solidFill>
              <a:schemeClr val="tx1"/>
            </a:solidFill>
          </p:grpSpPr>
          <p:cxnSp>
            <p:nvCxnSpPr>
              <p:cNvPr id="534" name="Gerader Verbinder 533">
                <a:extLst>
                  <a:ext uri="{FF2B5EF4-FFF2-40B4-BE49-F238E27FC236}">
                    <a16:creationId xmlns:a16="http://schemas.microsoft.com/office/drawing/2014/main" id="{55D8EFE9-4D6E-EE3E-EC47-C8B09EFCEF41}"/>
                  </a:ext>
                </a:extLst>
              </p:cNvPr>
              <p:cNvCxnSpPr/>
              <p:nvPr/>
            </p:nvCxnSpPr>
            <p:spPr>
              <a:xfrm>
                <a:off x="1227221" y="914400"/>
                <a:ext cx="7104647" cy="0"/>
              </a:xfrm>
              <a:prstGeom prst="line">
                <a:avLst/>
              </a:prstGeom>
              <a:grpFill/>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5" name="Gerader Verbinder 534">
                <a:extLst>
                  <a:ext uri="{FF2B5EF4-FFF2-40B4-BE49-F238E27FC236}">
                    <a16:creationId xmlns:a16="http://schemas.microsoft.com/office/drawing/2014/main" id="{F3E82B2C-E6B2-A567-407B-C8C72F36B8D9}"/>
                  </a:ext>
                </a:extLst>
              </p:cNvPr>
              <p:cNvCxnSpPr/>
              <p:nvPr/>
            </p:nvCxnSpPr>
            <p:spPr>
              <a:xfrm>
                <a:off x="1227221" y="1305426"/>
                <a:ext cx="7104647" cy="0"/>
              </a:xfrm>
              <a:prstGeom prst="line">
                <a:avLst/>
              </a:prstGeom>
              <a:grpFill/>
              <a:ln>
                <a:solidFill>
                  <a:schemeClr val="tx1"/>
                </a:solidFill>
              </a:ln>
            </p:spPr>
            <p:style>
              <a:lnRef idx="2">
                <a:schemeClr val="accent1"/>
              </a:lnRef>
              <a:fillRef idx="0">
                <a:schemeClr val="accent1"/>
              </a:fillRef>
              <a:effectRef idx="1">
                <a:schemeClr val="accent1"/>
              </a:effectRef>
              <a:fontRef idx="minor">
                <a:schemeClr val="tx1"/>
              </a:fontRef>
            </p:style>
          </p:cxnSp>
          <p:sp>
            <p:nvSpPr>
              <p:cNvPr id="537" name="Freihandform: Form 536">
                <a:extLst>
                  <a:ext uri="{FF2B5EF4-FFF2-40B4-BE49-F238E27FC236}">
                    <a16:creationId xmlns:a16="http://schemas.microsoft.com/office/drawing/2014/main" id="{3C326C9C-A64B-8728-AB92-EC043693181E}"/>
                  </a:ext>
                </a:extLst>
              </p:cNvPr>
              <p:cNvSpPr/>
              <p:nvPr/>
            </p:nvSpPr>
            <p:spPr>
              <a:xfrm>
                <a:off x="1203158" y="914400"/>
                <a:ext cx="90312" cy="400783"/>
              </a:xfrm>
              <a:custGeom>
                <a:avLst/>
                <a:gdLst>
                  <a:gd name="connsiteX0" fmla="*/ 36095 w 90312"/>
                  <a:gd name="connsiteY0" fmla="*/ 0 h 400783"/>
                  <a:gd name="connsiteX1" fmla="*/ 30079 w 90312"/>
                  <a:gd name="connsiteY1" fmla="*/ 36095 h 400783"/>
                  <a:gd name="connsiteX2" fmla="*/ 18047 w 90312"/>
                  <a:gd name="connsiteY2" fmla="*/ 114300 h 400783"/>
                  <a:gd name="connsiteX3" fmla="*/ 6016 w 90312"/>
                  <a:gd name="connsiteY3" fmla="*/ 144379 h 400783"/>
                  <a:gd name="connsiteX4" fmla="*/ 0 w 90312"/>
                  <a:gd name="connsiteY4" fmla="*/ 162426 h 400783"/>
                  <a:gd name="connsiteX5" fmla="*/ 12031 w 90312"/>
                  <a:gd name="connsiteY5" fmla="*/ 180474 h 400783"/>
                  <a:gd name="connsiteX6" fmla="*/ 60158 w 90312"/>
                  <a:gd name="connsiteY6" fmla="*/ 204537 h 400783"/>
                  <a:gd name="connsiteX7" fmla="*/ 84221 w 90312"/>
                  <a:gd name="connsiteY7" fmla="*/ 240632 h 400783"/>
                  <a:gd name="connsiteX8" fmla="*/ 90237 w 90312"/>
                  <a:gd name="connsiteY8" fmla="*/ 258679 h 400783"/>
                  <a:gd name="connsiteX9" fmla="*/ 72189 w 90312"/>
                  <a:gd name="connsiteY9" fmla="*/ 354932 h 400783"/>
                  <a:gd name="connsiteX10" fmla="*/ 60158 w 90312"/>
                  <a:gd name="connsiteY10" fmla="*/ 372979 h 400783"/>
                  <a:gd name="connsiteX11" fmla="*/ 30079 w 90312"/>
                  <a:gd name="connsiteY11" fmla="*/ 391026 h 40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12" h="400783">
                    <a:moveTo>
                      <a:pt x="36095" y="0"/>
                    </a:moveTo>
                    <a:cubicBezTo>
                      <a:pt x="34090" y="12032"/>
                      <a:pt x="31804" y="24020"/>
                      <a:pt x="30079" y="36095"/>
                    </a:cubicBezTo>
                    <a:cubicBezTo>
                      <a:pt x="27410" y="54777"/>
                      <a:pt x="24315" y="93407"/>
                      <a:pt x="18047" y="114300"/>
                    </a:cubicBezTo>
                    <a:cubicBezTo>
                      <a:pt x="14944" y="124643"/>
                      <a:pt x="9808" y="134268"/>
                      <a:pt x="6016" y="144379"/>
                    </a:cubicBezTo>
                    <a:cubicBezTo>
                      <a:pt x="3790" y="150316"/>
                      <a:pt x="2005" y="156410"/>
                      <a:pt x="0" y="162426"/>
                    </a:cubicBezTo>
                    <a:cubicBezTo>
                      <a:pt x="4010" y="168442"/>
                      <a:pt x="6108" y="176328"/>
                      <a:pt x="12031" y="180474"/>
                    </a:cubicBezTo>
                    <a:cubicBezTo>
                      <a:pt x="26725" y="190760"/>
                      <a:pt x="60158" y="204537"/>
                      <a:pt x="60158" y="204537"/>
                    </a:cubicBezTo>
                    <a:cubicBezTo>
                      <a:pt x="68179" y="216569"/>
                      <a:pt x="77198" y="227992"/>
                      <a:pt x="84221" y="240632"/>
                    </a:cubicBezTo>
                    <a:cubicBezTo>
                      <a:pt x="87301" y="246175"/>
                      <a:pt x="90237" y="252338"/>
                      <a:pt x="90237" y="258679"/>
                    </a:cubicBezTo>
                    <a:cubicBezTo>
                      <a:pt x="90237" y="312608"/>
                      <a:pt x="92509" y="319372"/>
                      <a:pt x="72189" y="354932"/>
                    </a:cubicBezTo>
                    <a:cubicBezTo>
                      <a:pt x="68602" y="361209"/>
                      <a:pt x="65712" y="368350"/>
                      <a:pt x="60158" y="372979"/>
                    </a:cubicBezTo>
                    <a:cubicBezTo>
                      <a:pt x="-19699" y="439528"/>
                      <a:pt x="59277" y="361833"/>
                      <a:pt x="30079" y="391026"/>
                    </a:cubicBezTo>
                  </a:path>
                </a:pathLst>
              </a:cu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538" name="Freihandform: Form 537">
                <a:extLst>
                  <a:ext uri="{FF2B5EF4-FFF2-40B4-BE49-F238E27FC236}">
                    <a16:creationId xmlns:a16="http://schemas.microsoft.com/office/drawing/2014/main" id="{755D97E4-6403-D715-DFB8-DCC3D548D00B}"/>
                  </a:ext>
                </a:extLst>
              </p:cNvPr>
              <p:cNvSpPr/>
              <p:nvPr/>
            </p:nvSpPr>
            <p:spPr>
              <a:xfrm>
                <a:off x="8286712" y="914400"/>
                <a:ext cx="90312" cy="400783"/>
              </a:xfrm>
              <a:custGeom>
                <a:avLst/>
                <a:gdLst>
                  <a:gd name="connsiteX0" fmla="*/ 36095 w 90312"/>
                  <a:gd name="connsiteY0" fmla="*/ 0 h 400783"/>
                  <a:gd name="connsiteX1" fmla="*/ 30079 w 90312"/>
                  <a:gd name="connsiteY1" fmla="*/ 36095 h 400783"/>
                  <a:gd name="connsiteX2" fmla="*/ 18047 w 90312"/>
                  <a:gd name="connsiteY2" fmla="*/ 114300 h 400783"/>
                  <a:gd name="connsiteX3" fmla="*/ 6016 w 90312"/>
                  <a:gd name="connsiteY3" fmla="*/ 144379 h 400783"/>
                  <a:gd name="connsiteX4" fmla="*/ 0 w 90312"/>
                  <a:gd name="connsiteY4" fmla="*/ 162426 h 400783"/>
                  <a:gd name="connsiteX5" fmla="*/ 12031 w 90312"/>
                  <a:gd name="connsiteY5" fmla="*/ 180474 h 400783"/>
                  <a:gd name="connsiteX6" fmla="*/ 60158 w 90312"/>
                  <a:gd name="connsiteY6" fmla="*/ 204537 h 400783"/>
                  <a:gd name="connsiteX7" fmla="*/ 84221 w 90312"/>
                  <a:gd name="connsiteY7" fmla="*/ 240632 h 400783"/>
                  <a:gd name="connsiteX8" fmla="*/ 90237 w 90312"/>
                  <a:gd name="connsiteY8" fmla="*/ 258679 h 400783"/>
                  <a:gd name="connsiteX9" fmla="*/ 72189 w 90312"/>
                  <a:gd name="connsiteY9" fmla="*/ 354932 h 400783"/>
                  <a:gd name="connsiteX10" fmla="*/ 60158 w 90312"/>
                  <a:gd name="connsiteY10" fmla="*/ 372979 h 400783"/>
                  <a:gd name="connsiteX11" fmla="*/ 30079 w 90312"/>
                  <a:gd name="connsiteY11" fmla="*/ 391026 h 40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12" h="400783">
                    <a:moveTo>
                      <a:pt x="36095" y="0"/>
                    </a:moveTo>
                    <a:cubicBezTo>
                      <a:pt x="34090" y="12032"/>
                      <a:pt x="31804" y="24020"/>
                      <a:pt x="30079" y="36095"/>
                    </a:cubicBezTo>
                    <a:cubicBezTo>
                      <a:pt x="27410" y="54777"/>
                      <a:pt x="24315" y="93407"/>
                      <a:pt x="18047" y="114300"/>
                    </a:cubicBezTo>
                    <a:cubicBezTo>
                      <a:pt x="14944" y="124643"/>
                      <a:pt x="9808" y="134268"/>
                      <a:pt x="6016" y="144379"/>
                    </a:cubicBezTo>
                    <a:cubicBezTo>
                      <a:pt x="3790" y="150316"/>
                      <a:pt x="2005" y="156410"/>
                      <a:pt x="0" y="162426"/>
                    </a:cubicBezTo>
                    <a:cubicBezTo>
                      <a:pt x="4010" y="168442"/>
                      <a:pt x="6108" y="176328"/>
                      <a:pt x="12031" y="180474"/>
                    </a:cubicBezTo>
                    <a:cubicBezTo>
                      <a:pt x="26725" y="190760"/>
                      <a:pt x="60158" y="204537"/>
                      <a:pt x="60158" y="204537"/>
                    </a:cubicBezTo>
                    <a:cubicBezTo>
                      <a:pt x="68179" y="216569"/>
                      <a:pt x="77198" y="227992"/>
                      <a:pt x="84221" y="240632"/>
                    </a:cubicBezTo>
                    <a:cubicBezTo>
                      <a:pt x="87301" y="246175"/>
                      <a:pt x="90237" y="252338"/>
                      <a:pt x="90237" y="258679"/>
                    </a:cubicBezTo>
                    <a:cubicBezTo>
                      <a:pt x="90237" y="312608"/>
                      <a:pt x="92509" y="319372"/>
                      <a:pt x="72189" y="354932"/>
                    </a:cubicBezTo>
                    <a:cubicBezTo>
                      <a:pt x="68602" y="361209"/>
                      <a:pt x="65712" y="368350"/>
                      <a:pt x="60158" y="372979"/>
                    </a:cubicBezTo>
                    <a:cubicBezTo>
                      <a:pt x="-19699" y="439528"/>
                      <a:pt x="59277" y="361833"/>
                      <a:pt x="30079" y="391026"/>
                    </a:cubicBezTo>
                  </a:path>
                </a:pathLst>
              </a:cu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sp>
          <p:nvSpPr>
            <p:cNvPr id="409" name="Rechteck 408">
              <a:extLst>
                <a:ext uri="{FF2B5EF4-FFF2-40B4-BE49-F238E27FC236}">
                  <a16:creationId xmlns:a16="http://schemas.microsoft.com/office/drawing/2014/main" id="{102A1A92-61C2-5D2E-9550-A91E20DCEB1E}"/>
                </a:ext>
              </a:extLst>
            </p:cNvPr>
            <p:cNvSpPr/>
            <p:nvPr/>
          </p:nvSpPr>
          <p:spPr>
            <a:xfrm>
              <a:off x="1179095" y="2094667"/>
              <a:ext cx="5221705" cy="2501396"/>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224" name="Gruppieren 223">
              <a:extLst>
                <a:ext uri="{FF2B5EF4-FFF2-40B4-BE49-F238E27FC236}">
                  <a16:creationId xmlns:a16="http://schemas.microsoft.com/office/drawing/2014/main" id="{542DF13A-15C1-12FB-13DD-297C762F44D9}"/>
                </a:ext>
              </a:extLst>
            </p:cNvPr>
            <p:cNvGrpSpPr/>
            <p:nvPr/>
          </p:nvGrpSpPr>
          <p:grpSpPr>
            <a:xfrm>
              <a:off x="1724025" y="1627942"/>
              <a:ext cx="1733550" cy="3840410"/>
              <a:chOff x="1724025" y="1627942"/>
              <a:chExt cx="1733550" cy="3840410"/>
            </a:xfrm>
          </p:grpSpPr>
          <p:sp>
            <p:nvSpPr>
              <p:cNvPr id="223" name="Rechteck 222">
                <a:extLst>
                  <a:ext uri="{FF2B5EF4-FFF2-40B4-BE49-F238E27FC236}">
                    <a16:creationId xmlns:a16="http://schemas.microsoft.com/office/drawing/2014/main" id="{CAE9E81E-5204-6B04-9081-00F7107E6170}"/>
                  </a:ext>
                </a:extLst>
              </p:cNvPr>
              <p:cNvSpPr/>
              <p:nvPr/>
            </p:nvSpPr>
            <p:spPr>
              <a:xfrm>
                <a:off x="1724025" y="2094667"/>
                <a:ext cx="1733550" cy="2120146"/>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52" name="Gruppieren 451">
                <a:extLst>
                  <a:ext uri="{FF2B5EF4-FFF2-40B4-BE49-F238E27FC236}">
                    <a16:creationId xmlns:a16="http://schemas.microsoft.com/office/drawing/2014/main" id="{0E23F1D9-9EA0-3AFA-81B2-1EDA75DE1678}"/>
                  </a:ext>
                </a:extLst>
              </p:cNvPr>
              <p:cNvGrpSpPr/>
              <p:nvPr/>
            </p:nvGrpSpPr>
            <p:grpSpPr>
              <a:xfrm>
                <a:off x="2510790" y="1627942"/>
                <a:ext cx="170071" cy="3840410"/>
                <a:chOff x="9057640" y="1671638"/>
                <a:chExt cx="170071" cy="3840410"/>
              </a:xfrm>
            </p:grpSpPr>
            <p:sp>
              <p:nvSpPr>
                <p:cNvPr id="450" name="Rechteck 449">
                  <a:extLst>
                    <a:ext uri="{FF2B5EF4-FFF2-40B4-BE49-F238E27FC236}">
                      <a16:creationId xmlns:a16="http://schemas.microsoft.com/office/drawing/2014/main" id="{076ED108-1435-DFB0-D468-B0E897410ED7}"/>
                    </a:ext>
                  </a:extLst>
                </p:cNvPr>
                <p:cNvSpPr/>
                <p:nvPr/>
              </p:nvSpPr>
              <p:spPr>
                <a:xfrm>
                  <a:off x="9106957" y="1671638"/>
                  <a:ext cx="71437" cy="285892"/>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1" name="Rechteck 450">
                  <a:extLst>
                    <a:ext uri="{FF2B5EF4-FFF2-40B4-BE49-F238E27FC236}">
                      <a16:creationId xmlns:a16="http://schemas.microsoft.com/office/drawing/2014/main" id="{5C836925-962B-06A7-B286-0B640A7F70B2}"/>
                    </a:ext>
                  </a:extLst>
                </p:cNvPr>
                <p:cNvSpPr/>
                <p:nvPr/>
              </p:nvSpPr>
              <p:spPr>
                <a:xfrm>
                  <a:off x="9057640" y="1957529"/>
                  <a:ext cx="170071" cy="3554519"/>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03" name="Gruppieren 502">
                <a:extLst>
                  <a:ext uri="{FF2B5EF4-FFF2-40B4-BE49-F238E27FC236}">
                    <a16:creationId xmlns:a16="http://schemas.microsoft.com/office/drawing/2014/main" id="{C09BEEE2-DC9F-7823-8FBC-AF61AACE0DE4}"/>
                  </a:ext>
                </a:extLst>
              </p:cNvPr>
              <p:cNvGrpSpPr/>
              <p:nvPr/>
            </p:nvGrpSpPr>
            <p:grpSpPr>
              <a:xfrm>
                <a:off x="1845763" y="2094667"/>
                <a:ext cx="665027" cy="353258"/>
                <a:chOff x="1845763" y="2094667"/>
                <a:chExt cx="665027" cy="353258"/>
              </a:xfrm>
            </p:grpSpPr>
            <p:grpSp>
              <p:nvGrpSpPr>
                <p:cNvPr id="482" name="Gruppieren 481">
                  <a:extLst>
                    <a:ext uri="{FF2B5EF4-FFF2-40B4-BE49-F238E27FC236}">
                      <a16:creationId xmlns:a16="http://schemas.microsoft.com/office/drawing/2014/main" id="{7F59ABC9-F88E-5FAA-14C8-E9C84319B520}"/>
                    </a:ext>
                  </a:extLst>
                </p:cNvPr>
                <p:cNvGrpSpPr/>
                <p:nvPr/>
              </p:nvGrpSpPr>
              <p:grpSpPr>
                <a:xfrm>
                  <a:off x="2194283" y="2094667"/>
                  <a:ext cx="316507" cy="353258"/>
                  <a:chOff x="1740480" y="2012117"/>
                  <a:chExt cx="316507" cy="353258"/>
                </a:xfrm>
              </p:grpSpPr>
              <p:sp>
                <p:nvSpPr>
                  <p:cNvPr id="456" name="Rechteck 455">
                    <a:extLst>
                      <a:ext uri="{FF2B5EF4-FFF2-40B4-BE49-F238E27FC236}">
                        <a16:creationId xmlns:a16="http://schemas.microsoft.com/office/drawing/2014/main" id="{0B5384FA-F104-13EA-6A8A-580480F8FC67}"/>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79" name="Rechteck 478">
                    <a:extLst>
                      <a:ext uri="{FF2B5EF4-FFF2-40B4-BE49-F238E27FC236}">
                        <a16:creationId xmlns:a16="http://schemas.microsoft.com/office/drawing/2014/main" id="{AE40D641-68C4-5451-AEE6-D9A51B337ED3}"/>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0" name="Rechteck 479">
                    <a:extLst>
                      <a:ext uri="{FF2B5EF4-FFF2-40B4-BE49-F238E27FC236}">
                        <a16:creationId xmlns:a16="http://schemas.microsoft.com/office/drawing/2014/main" id="{C64C90FD-1409-1B9A-48AB-3BF3C292C17D}"/>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1" name="Rechteck 480">
                    <a:extLst>
                      <a:ext uri="{FF2B5EF4-FFF2-40B4-BE49-F238E27FC236}">
                        <a16:creationId xmlns:a16="http://schemas.microsoft.com/office/drawing/2014/main" id="{FD8FBEA9-0F38-670F-5D5E-1A06195A565F}"/>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91" name="Gerader Verbinder 490">
                  <a:extLst>
                    <a:ext uri="{FF2B5EF4-FFF2-40B4-BE49-F238E27FC236}">
                      <a16:creationId xmlns:a16="http://schemas.microsoft.com/office/drawing/2014/main" id="{DB692A0B-1877-03FF-1112-626B013C5A32}"/>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4" name="Gerader Verbinder 493">
                  <a:extLst>
                    <a:ext uri="{FF2B5EF4-FFF2-40B4-BE49-F238E27FC236}">
                      <a16:creationId xmlns:a16="http://schemas.microsoft.com/office/drawing/2014/main" id="{AB190880-67D2-E56F-F665-CFE5ED1CC68B}"/>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7" name="Gerader Verbinder 496">
                  <a:extLst>
                    <a:ext uri="{FF2B5EF4-FFF2-40B4-BE49-F238E27FC236}">
                      <a16:creationId xmlns:a16="http://schemas.microsoft.com/office/drawing/2014/main" id="{5EBC00A7-8DAA-C824-5C68-AF6EB257C8B8}"/>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8" name="Gerader Verbinder 497">
                  <a:extLst>
                    <a:ext uri="{FF2B5EF4-FFF2-40B4-BE49-F238E27FC236}">
                      <a16:creationId xmlns:a16="http://schemas.microsoft.com/office/drawing/2014/main" id="{68792B84-7AC1-A80C-CA4B-06C23B503EF1}"/>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9" name="Gerader Verbinder 498">
                  <a:extLst>
                    <a:ext uri="{FF2B5EF4-FFF2-40B4-BE49-F238E27FC236}">
                      <a16:creationId xmlns:a16="http://schemas.microsoft.com/office/drawing/2014/main" id="{34EA2661-B924-1586-E9A7-6B0AC9A7E425}"/>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0" name="Gerader Verbinder 499">
                  <a:extLst>
                    <a:ext uri="{FF2B5EF4-FFF2-40B4-BE49-F238E27FC236}">
                      <a16:creationId xmlns:a16="http://schemas.microsoft.com/office/drawing/2014/main" id="{2EB71C10-0CF7-D255-65E9-AF18343E76DC}"/>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1" name="Gerader Verbinder 500">
                  <a:extLst>
                    <a:ext uri="{FF2B5EF4-FFF2-40B4-BE49-F238E27FC236}">
                      <a16:creationId xmlns:a16="http://schemas.microsoft.com/office/drawing/2014/main" id="{5B6A9175-C755-DF52-83C3-77963A7031A4}"/>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04" name="Gruppieren 503">
                <a:extLst>
                  <a:ext uri="{FF2B5EF4-FFF2-40B4-BE49-F238E27FC236}">
                    <a16:creationId xmlns:a16="http://schemas.microsoft.com/office/drawing/2014/main" id="{F15B180A-AD20-DEA8-D41E-31D0D6678479}"/>
                  </a:ext>
                </a:extLst>
              </p:cNvPr>
              <p:cNvGrpSpPr/>
              <p:nvPr/>
            </p:nvGrpSpPr>
            <p:grpSpPr>
              <a:xfrm rot="10800000">
                <a:off x="2680861" y="2094667"/>
                <a:ext cx="665027" cy="353258"/>
                <a:chOff x="1845763" y="2094667"/>
                <a:chExt cx="665027" cy="353258"/>
              </a:xfrm>
            </p:grpSpPr>
            <p:grpSp>
              <p:nvGrpSpPr>
                <p:cNvPr id="505" name="Gruppieren 504">
                  <a:extLst>
                    <a:ext uri="{FF2B5EF4-FFF2-40B4-BE49-F238E27FC236}">
                      <a16:creationId xmlns:a16="http://schemas.microsoft.com/office/drawing/2014/main" id="{5D7F3C8E-E10F-2B0B-B5DF-11E28B7D0F74}"/>
                    </a:ext>
                  </a:extLst>
                </p:cNvPr>
                <p:cNvGrpSpPr/>
                <p:nvPr/>
              </p:nvGrpSpPr>
              <p:grpSpPr>
                <a:xfrm>
                  <a:off x="2194283" y="2094667"/>
                  <a:ext cx="316507" cy="353258"/>
                  <a:chOff x="1740480" y="2012117"/>
                  <a:chExt cx="316507" cy="353258"/>
                </a:xfrm>
              </p:grpSpPr>
              <p:sp>
                <p:nvSpPr>
                  <p:cNvPr id="194" name="Rechteck 193">
                    <a:extLst>
                      <a:ext uri="{FF2B5EF4-FFF2-40B4-BE49-F238E27FC236}">
                        <a16:creationId xmlns:a16="http://schemas.microsoft.com/office/drawing/2014/main" id="{0A7A7869-7249-6E3E-7502-DEF369EEE319}"/>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6" name="Rechteck 195">
                    <a:extLst>
                      <a:ext uri="{FF2B5EF4-FFF2-40B4-BE49-F238E27FC236}">
                        <a16:creationId xmlns:a16="http://schemas.microsoft.com/office/drawing/2014/main" id="{BF553B8A-7718-DA7A-20F4-E1D725767BA3}"/>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D10A906F-AE89-1387-2B0E-617995C67A76}"/>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8" name="Rechteck 197">
                    <a:extLst>
                      <a:ext uri="{FF2B5EF4-FFF2-40B4-BE49-F238E27FC236}">
                        <a16:creationId xmlns:a16="http://schemas.microsoft.com/office/drawing/2014/main" id="{D43C6463-6C20-314C-6174-51DD20FB180F}"/>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506" name="Gerader Verbinder 505">
                  <a:extLst>
                    <a:ext uri="{FF2B5EF4-FFF2-40B4-BE49-F238E27FC236}">
                      <a16:creationId xmlns:a16="http://schemas.microsoft.com/office/drawing/2014/main" id="{D79181EA-E199-6B98-8A96-81DFF18E0DB9}"/>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7" name="Gerader Verbinder 506">
                  <a:extLst>
                    <a:ext uri="{FF2B5EF4-FFF2-40B4-BE49-F238E27FC236}">
                      <a16:creationId xmlns:a16="http://schemas.microsoft.com/office/drawing/2014/main" id="{76C37746-AC4D-C1AB-054C-7AC2B9375CAD}"/>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8" name="Gerader Verbinder 507">
                  <a:extLst>
                    <a:ext uri="{FF2B5EF4-FFF2-40B4-BE49-F238E27FC236}">
                      <a16:creationId xmlns:a16="http://schemas.microsoft.com/office/drawing/2014/main" id="{3AD75424-1E3C-FAC8-FE2A-DE09ECB410BD}"/>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9" name="Gerader Verbinder 508">
                  <a:extLst>
                    <a:ext uri="{FF2B5EF4-FFF2-40B4-BE49-F238E27FC236}">
                      <a16:creationId xmlns:a16="http://schemas.microsoft.com/office/drawing/2014/main" id="{93B78CA9-FF94-607E-5FB8-1AF2C6F47C8E}"/>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0" name="Gerader Verbinder 509">
                  <a:extLst>
                    <a:ext uri="{FF2B5EF4-FFF2-40B4-BE49-F238E27FC236}">
                      <a16:creationId xmlns:a16="http://schemas.microsoft.com/office/drawing/2014/main" id="{3F3943B0-4A5E-7F02-C9F0-52006737DC00}"/>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1" name="Gerader Verbinder 510">
                  <a:extLst>
                    <a:ext uri="{FF2B5EF4-FFF2-40B4-BE49-F238E27FC236}">
                      <a16:creationId xmlns:a16="http://schemas.microsoft.com/office/drawing/2014/main" id="{2EEDCCDA-2FAC-D452-D57E-9218DB71BB9B}"/>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3" name="Gerader Verbinder 192">
                  <a:extLst>
                    <a:ext uri="{FF2B5EF4-FFF2-40B4-BE49-F238E27FC236}">
                      <a16:creationId xmlns:a16="http://schemas.microsoft.com/office/drawing/2014/main" id="{C127CD3A-E1AC-5F95-0E30-77AF8F6C99E6}"/>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99" name="Gruppieren 198">
                <a:extLst>
                  <a:ext uri="{FF2B5EF4-FFF2-40B4-BE49-F238E27FC236}">
                    <a16:creationId xmlns:a16="http://schemas.microsoft.com/office/drawing/2014/main" id="{3119447E-9D4C-3080-E4DD-92D11AB54742}"/>
                  </a:ext>
                </a:extLst>
              </p:cNvPr>
              <p:cNvGrpSpPr/>
              <p:nvPr/>
            </p:nvGrpSpPr>
            <p:grpSpPr>
              <a:xfrm>
                <a:off x="1839439" y="3835388"/>
                <a:ext cx="665026" cy="138770"/>
                <a:chOff x="1845763" y="2203033"/>
                <a:chExt cx="665026" cy="138770"/>
              </a:xfrm>
            </p:grpSpPr>
            <p:grpSp>
              <p:nvGrpSpPr>
                <p:cNvPr id="200" name="Gruppieren 199">
                  <a:extLst>
                    <a:ext uri="{FF2B5EF4-FFF2-40B4-BE49-F238E27FC236}">
                      <a16:creationId xmlns:a16="http://schemas.microsoft.com/office/drawing/2014/main" id="{855CF71D-7E3C-1994-94B3-626184DCA678}"/>
                    </a:ext>
                  </a:extLst>
                </p:cNvPr>
                <p:cNvGrpSpPr/>
                <p:nvPr/>
              </p:nvGrpSpPr>
              <p:grpSpPr>
                <a:xfrm>
                  <a:off x="2194283" y="2203033"/>
                  <a:ext cx="316506" cy="138770"/>
                  <a:chOff x="1740480" y="2120483"/>
                  <a:chExt cx="316506" cy="138770"/>
                </a:xfrm>
              </p:grpSpPr>
              <p:sp>
                <p:nvSpPr>
                  <p:cNvPr id="208" name="Rechteck 207">
                    <a:extLst>
                      <a:ext uri="{FF2B5EF4-FFF2-40B4-BE49-F238E27FC236}">
                        <a16:creationId xmlns:a16="http://schemas.microsoft.com/office/drawing/2014/main" id="{D4E76153-0BE9-1D1E-D4FF-5CF6363591EF}"/>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11" name="Rechteck 210">
                    <a:extLst>
                      <a:ext uri="{FF2B5EF4-FFF2-40B4-BE49-F238E27FC236}">
                        <a16:creationId xmlns:a16="http://schemas.microsoft.com/office/drawing/2014/main" id="{B702EDB8-68EE-ECA9-A621-DA869012BB6F}"/>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201" name="Gerader Verbinder 200">
                  <a:extLst>
                    <a:ext uri="{FF2B5EF4-FFF2-40B4-BE49-F238E27FC236}">
                      <a16:creationId xmlns:a16="http://schemas.microsoft.com/office/drawing/2014/main" id="{A5866369-DD8A-C970-55D9-6A66E50D4696}"/>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2" name="Gerader Verbinder 201">
                  <a:extLst>
                    <a:ext uri="{FF2B5EF4-FFF2-40B4-BE49-F238E27FC236}">
                      <a16:creationId xmlns:a16="http://schemas.microsoft.com/office/drawing/2014/main" id="{9032665D-B443-52DE-3EB9-FC1EEA71AC08}"/>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3" name="Gerader Verbinder 202">
                  <a:extLst>
                    <a:ext uri="{FF2B5EF4-FFF2-40B4-BE49-F238E27FC236}">
                      <a16:creationId xmlns:a16="http://schemas.microsoft.com/office/drawing/2014/main" id="{4C898960-CC27-108F-8C94-A6C23C3A03E2}"/>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4" name="Gerader Verbinder 203">
                  <a:extLst>
                    <a:ext uri="{FF2B5EF4-FFF2-40B4-BE49-F238E27FC236}">
                      <a16:creationId xmlns:a16="http://schemas.microsoft.com/office/drawing/2014/main" id="{55098760-2BA1-00E0-E4CD-026EC3F48B9D}"/>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5" name="Gerader Verbinder 204">
                  <a:extLst>
                    <a:ext uri="{FF2B5EF4-FFF2-40B4-BE49-F238E27FC236}">
                      <a16:creationId xmlns:a16="http://schemas.microsoft.com/office/drawing/2014/main" id="{525A48F4-D2CD-E48E-8E0F-F6EE38045480}"/>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6" name="Gerader Verbinder 205">
                  <a:extLst>
                    <a:ext uri="{FF2B5EF4-FFF2-40B4-BE49-F238E27FC236}">
                      <a16:creationId xmlns:a16="http://schemas.microsoft.com/office/drawing/2014/main" id="{65664E6E-160E-61C6-9105-BDB6AC4F5202}"/>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7" name="Gerader Verbinder 206">
                  <a:extLst>
                    <a:ext uri="{FF2B5EF4-FFF2-40B4-BE49-F238E27FC236}">
                      <a16:creationId xmlns:a16="http://schemas.microsoft.com/office/drawing/2014/main" id="{5FD9DFEC-194E-8FD7-B7AC-D055C2AB55E4}"/>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12" name="Gruppieren 211">
                <a:extLst>
                  <a:ext uri="{FF2B5EF4-FFF2-40B4-BE49-F238E27FC236}">
                    <a16:creationId xmlns:a16="http://schemas.microsoft.com/office/drawing/2014/main" id="{06DDC351-330E-8150-2455-145AAF253525}"/>
                  </a:ext>
                </a:extLst>
              </p:cNvPr>
              <p:cNvGrpSpPr/>
              <p:nvPr/>
            </p:nvGrpSpPr>
            <p:grpSpPr>
              <a:xfrm rot="10800000">
                <a:off x="2682861" y="3832225"/>
                <a:ext cx="665026" cy="138770"/>
                <a:chOff x="1845763" y="2203033"/>
                <a:chExt cx="665026" cy="138770"/>
              </a:xfrm>
            </p:grpSpPr>
            <p:grpSp>
              <p:nvGrpSpPr>
                <p:cNvPr id="213" name="Gruppieren 212">
                  <a:extLst>
                    <a:ext uri="{FF2B5EF4-FFF2-40B4-BE49-F238E27FC236}">
                      <a16:creationId xmlns:a16="http://schemas.microsoft.com/office/drawing/2014/main" id="{A0586B8F-0F8A-524C-C088-9D450030AAC5}"/>
                    </a:ext>
                  </a:extLst>
                </p:cNvPr>
                <p:cNvGrpSpPr/>
                <p:nvPr/>
              </p:nvGrpSpPr>
              <p:grpSpPr>
                <a:xfrm>
                  <a:off x="2194283" y="2203033"/>
                  <a:ext cx="316506" cy="138770"/>
                  <a:chOff x="1740480" y="2120483"/>
                  <a:chExt cx="316506" cy="138770"/>
                </a:xfrm>
              </p:grpSpPr>
              <p:sp>
                <p:nvSpPr>
                  <p:cNvPr id="221" name="Rechteck 220">
                    <a:extLst>
                      <a:ext uri="{FF2B5EF4-FFF2-40B4-BE49-F238E27FC236}">
                        <a16:creationId xmlns:a16="http://schemas.microsoft.com/office/drawing/2014/main" id="{E7DFCB3B-3483-9B33-3F8B-DA2EBD0E7506}"/>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22" name="Rechteck 221">
                    <a:extLst>
                      <a:ext uri="{FF2B5EF4-FFF2-40B4-BE49-F238E27FC236}">
                        <a16:creationId xmlns:a16="http://schemas.microsoft.com/office/drawing/2014/main" id="{1E13CC59-D38C-4C14-2830-ADE4E1C383FF}"/>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214" name="Gerader Verbinder 213">
                  <a:extLst>
                    <a:ext uri="{FF2B5EF4-FFF2-40B4-BE49-F238E27FC236}">
                      <a16:creationId xmlns:a16="http://schemas.microsoft.com/office/drawing/2014/main" id="{6FEC2D03-6468-C0F4-C87A-2176D9020178}"/>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5" name="Gerader Verbinder 214">
                  <a:extLst>
                    <a:ext uri="{FF2B5EF4-FFF2-40B4-BE49-F238E27FC236}">
                      <a16:creationId xmlns:a16="http://schemas.microsoft.com/office/drawing/2014/main" id="{6509FEA4-C7BE-4283-01DD-518CE0B8C58F}"/>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6" name="Gerader Verbinder 215">
                  <a:extLst>
                    <a:ext uri="{FF2B5EF4-FFF2-40B4-BE49-F238E27FC236}">
                      <a16:creationId xmlns:a16="http://schemas.microsoft.com/office/drawing/2014/main" id="{C9C30195-E515-FBFD-EE95-E44B31C0383C}"/>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7" name="Gerader Verbinder 216">
                  <a:extLst>
                    <a:ext uri="{FF2B5EF4-FFF2-40B4-BE49-F238E27FC236}">
                      <a16:creationId xmlns:a16="http://schemas.microsoft.com/office/drawing/2014/main" id="{98DB5BD9-6A31-C6ED-799A-9E03D5A290B2}"/>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8" name="Gerader Verbinder 217">
                  <a:extLst>
                    <a:ext uri="{FF2B5EF4-FFF2-40B4-BE49-F238E27FC236}">
                      <a16:creationId xmlns:a16="http://schemas.microsoft.com/office/drawing/2014/main" id="{D54DB57E-4D75-02AC-B40E-28DF22893B4C}"/>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9" name="Gerader Verbinder 218">
                  <a:extLst>
                    <a:ext uri="{FF2B5EF4-FFF2-40B4-BE49-F238E27FC236}">
                      <a16:creationId xmlns:a16="http://schemas.microsoft.com/office/drawing/2014/main" id="{0A62AEF6-3F9C-8B44-A3DE-70218C6D2B73}"/>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0" name="Gerader Verbinder 219">
                  <a:extLst>
                    <a:ext uri="{FF2B5EF4-FFF2-40B4-BE49-F238E27FC236}">
                      <a16:creationId xmlns:a16="http://schemas.microsoft.com/office/drawing/2014/main" id="{8B55D0E6-FE66-32C4-1503-7943F8FB0EF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410" name="Gruppieren 409">
              <a:extLst>
                <a:ext uri="{FF2B5EF4-FFF2-40B4-BE49-F238E27FC236}">
                  <a16:creationId xmlns:a16="http://schemas.microsoft.com/office/drawing/2014/main" id="{CFA3FBD6-85F7-03E9-1621-84249869B5E0}"/>
                </a:ext>
              </a:extLst>
            </p:cNvPr>
            <p:cNvGrpSpPr/>
            <p:nvPr/>
          </p:nvGrpSpPr>
          <p:grpSpPr>
            <a:xfrm>
              <a:off x="4192296" y="1627942"/>
              <a:ext cx="1733550" cy="3840410"/>
              <a:chOff x="1724025" y="1627942"/>
              <a:chExt cx="1733550" cy="3840410"/>
            </a:xfrm>
          </p:grpSpPr>
          <p:sp>
            <p:nvSpPr>
              <p:cNvPr id="411" name="Rechteck 410">
                <a:extLst>
                  <a:ext uri="{FF2B5EF4-FFF2-40B4-BE49-F238E27FC236}">
                    <a16:creationId xmlns:a16="http://schemas.microsoft.com/office/drawing/2014/main" id="{8CE91B06-ED5F-FEF0-0952-B214A2D3A530}"/>
                  </a:ext>
                </a:extLst>
              </p:cNvPr>
              <p:cNvSpPr/>
              <p:nvPr/>
            </p:nvSpPr>
            <p:spPr>
              <a:xfrm>
                <a:off x="1724025" y="2094667"/>
                <a:ext cx="1733550" cy="2120146"/>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12" name="Gruppieren 411">
                <a:extLst>
                  <a:ext uri="{FF2B5EF4-FFF2-40B4-BE49-F238E27FC236}">
                    <a16:creationId xmlns:a16="http://schemas.microsoft.com/office/drawing/2014/main" id="{87A11504-ED23-6113-74F0-835249CB7018}"/>
                  </a:ext>
                </a:extLst>
              </p:cNvPr>
              <p:cNvGrpSpPr/>
              <p:nvPr/>
            </p:nvGrpSpPr>
            <p:grpSpPr>
              <a:xfrm>
                <a:off x="2510790" y="1627942"/>
                <a:ext cx="170071" cy="3840410"/>
                <a:chOff x="9057640" y="1671638"/>
                <a:chExt cx="170071" cy="3840410"/>
              </a:xfrm>
            </p:grpSpPr>
            <p:sp>
              <p:nvSpPr>
                <p:cNvPr id="528" name="Rechteck 527">
                  <a:extLst>
                    <a:ext uri="{FF2B5EF4-FFF2-40B4-BE49-F238E27FC236}">
                      <a16:creationId xmlns:a16="http://schemas.microsoft.com/office/drawing/2014/main" id="{44BC944A-D65C-C6FB-6946-8677DBF672C9}"/>
                    </a:ext>
                  </a:extLst>
                </p:cNvPr>
                <p:cNvSpPr/>
                <p:nvPr/>
              </p:nvSpPr>
              <p:spPr>
                <a:xfrm>
                  <a:off x="9106957" y="1671638"/>
                  <a:ext cx="71437" cy="285892"/>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29" name="Rechteck 528">
                  <a:extLst>
                    <a:ext uri="{FF2B5EF4-FFF2-40B4-BE49-F238E27FC236}">
                      <a16:creationId xmlns:a16="http://schemas.microsoft.com/office/drawing/2014/main" id="{16A4683D-BABC-4316-4E42-E8A9D1061A13}"/>
                    </a:ext>
                  </a:extLst>
                </p:cNvPr>
                <p:cNvSpPr/>
                <p:nvPr/>
              </p:nvSpPr>
              <p:spPr>
                <a:xfrm>
                  <a:off x="9057640" y="1957529"/>
                  <a:ext cx="170071" cy="3554519"/>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413" name="Gruppieren 412">
                <a:extLst>
                  <a:ext uri="{FF2B5EF4-FFF2-40B4-BE49-F238E27FC236}">
                    <a16:creationId xmlns:a16="http://schemas.microsoft.com/office/drawing/2014/main" id="{715D94D6-EFBB-26A0-D576-2DDB1FA91C71}"/>
                  </a:ext>
                </a:extLst>
              </p:cNvPr>
              <p:cNvGrpSpPr/>
              <p:nvPr/>
            </p:nvGrpSpPr>
            <p:grpSpPr>
              <a:xfrm>
                <a:off x="1845763" y="2094667"/>
                <a:ext cx="665027" cy="353258"/>
                <a:chOff x="1845763" y="2094667"/>
                <a:chExt cx="665027" cy="353258"/>
              </a:xfrm>
            </p:grpSpPr>
            <p:grpSp>
              <p:nvGrpSpPr>
                <p:cNvPr id="516" name="Gruppieren 515">
                  <a:extLst>
                    <a:ext uri="{FF2B5EF4-FFF2-40B4-BE49-F238E27FC236}">
                      <a16:creationId xmlns:a16="http://schemas.microsoft.com/office/drawing/2014/main" id="{1308E511-A417-BCFD-DE2C-A17B688537D9}"/>
                    </a:ext>
                  </a:extLst>
                </p:cNvPr>
                <p:cNvGrpSpPr/>
                <p:nvPr/>
              </p:nvGrpSpPr>
              <p:grpSpPr>
                <a:xfrm>
                  <a:off x="2194283" y="2094667"/>
                  <a:ext cx="316507" cy="353258"/>
                  <a:chOff x="1740480" y="2012117"/>
                  <a:chExt cx="316507" cy="353258"/>
                </a:xfrm>
              </p:grpSpPr>
              <p:sp>
                <p:nvSpPr>
                  <p:cNvPr id="524" name="Rechteck 523">
                    <a:extLst>
                      <a:ext uri="{FF2B5EF4-FFF2-40B4-BE49-F238E27FC236}">
                        <a16:creationId xmlns:a16="http://schemas.microsoft.com/office/drawing/2014/main" id="{47DBDAB7-3506-0ABA-2195-4F71D467C277}"/>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25" name="Rechteck 524">
                    <a:extLst>
                      <a:ext uri="{FF2B5EF4-FFF2-40B4-BE49-F238E27FC236}">
                        <a16:creationId xmlns:a16="http://schemas.microsoft.com/office/drawing/2014/main" id="{DCC344C2-56C2-2381-DAEA-306C14F253FC}"/>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26" name="Rechteck 525">
                    <a:extLst>
                      <a:ext uri="{FF2B5EF4-FFF2-40B4-BE49-F238E27FC236}">
                        <a16:creationId xmlns:a16="http://schemas.microsoft.com/office/drawing/2014/main" id="{C6F6A704-5121-6736-9A85-6D20F5908449}"/>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27" name="Rechteck 526">
                    <a:extLst>
                      <a:ext uri="{FF2B5EF4-FFF2-40B4-BE49-F238E27FC236}">
                        <a16:creationId xmlns:a16="http://schemas.microsoft.com/office/drawing/2014/main" id="{5DA3B63C-D31D-D83B-1069-CD54390ACA9B}"/>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517" name="Gerader Verbinder 516">
                  <a:extLst>
                    <a:ext uri="{FF2B5EF4-FFF2-40B4-BE49-F238E27FC236}">
                      <a16:creationId xmlns:a16="http://schemas.microsoft.com/office/drawing/2014/main" id="{2D19CF9B-CB27-6E36-6B6A-6D7F86F2CF0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8" name="Gerader Verbinder 517">
                  <a:extLst>
                    <a:ext uri="{FF2B5EF4-FFF2-40B4-BE49-F238E27FC236}">
                      <a16:creationId xmlns:a16="http://schemas.microsoft.com/office/drawing/2014/main" id="{20C4A887-E570-8260-8E24-835D03A34156}"/>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9" name="Gerader Verbinder 518">
                  <a:extLst>
                    <a:ext uri="{FF2B5EF4-FFF2-40B4-BE49-F238E27FC236}">
                      <a16:creationId xmlns:a16="http://schemas.microsoft.com/office/drawing/2014/main" id="{E1008D47-D3D6-D396-64BC-CA3C6F35FF46}"/>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0" name="Gerader Verbinder 519">
                  <a:extLst>
                    <a:ext uri="{FF2B5EF4-FFF2-40B4-BE49-F238E27FC236}">
                      <a16:creationId xmlns:a16="http://schemas.microsoft.com/office/drawing/2014/main" id="{27F5DA18-E27E-DE0E-7673-31DBB9DF9798}"/>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1" name="Gerader Verbinder 520">
                  <a:extLst>
                    <a:ext uri="{FF2B5EF4-FFF2-40B4-BE49-F238E27FC236}">
                      <a16:creationId xmlns:a16="http://schemas.microsoft.com/office/drawing/2014/main" id="{745971AB-233C-1646-8B38-93CB66C4BFAB}"/>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2" name="Gerader Verbinder 521">
                  <a:extLst>
                    <a:ext uri="{FF2B5EF4-FFF2-40B4-BE49-F238E27FC236}">
                      <a16:creationId xmlns:a16="http://schemas.microsoft.com/office/drawing/2014/main" id="{B9E99043-BA58-B855-433F-B2B4D89FF18A}"/>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3" name="Gerader Verbinder 522">
                  <a:extLst>
                    <a:ext uri="{FF2B5EF4-FFF2-40B4-BE49-F238E27FC236}">
                      <a16:creationId xmlns:a16="http://schemas.microsoft.com/office/drawing/2014/main" id="{C19CB318-5925-BB4E-832F-5CDA47F806DF}"/>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4" name="Gruppieren 413">
                <a:extLst>
                  <a:ext uri="{FF2B5EF4-FFF2-40B4-BE49-F238E27FC236}">
                    <a16:creationId xmlns:a16="http://schemas.microsoft.com/office/drawing/2014/main" id="{5553B781-F7E3-5418-7BDF-91D3B8791FB8}"/>
                  </a:ext>
                </a:extLst>
              </p:cNvPr>
              <p:cNvGrpSpPr/>
              <p:nvPr/>
            </p:nvGrpSpPr>
            <p:grpSpPr>
              <a:xfrm rot="10800000">
                <a:off x="2680861" y="2094667"/>
                <a:ext cx="665027" cy="353258"/>
                <a:chOff x="1845763" y="2094667"/>
                <a:chExt cx="665027" cy="353258"/>
              </a:xfrm>
            </p:grpSpPr>
            <p:grpSp>
              <p:nvGrpSpPr>
                <p:cNvPr id="440" name="Gruppieren 439">
                  <a:extLst>
                    <a:ext uri="{FF2B5EF4-FFF2-40B4-BE49-F238E27FC236}">
                      <a16:creationId xmlns:a16="http://schemas.microsoft.com/office/drawing/2014/main" id="{012AA655-A7EB-A903-2F81-440F4947AF79}"/>
                    </a:ext>
                  </a:extLst>
                </p:cNvPr>
                <p:cNvGrpSpPr/>
                <p:nvPr/>
              </p:nvGrpSpPr>
              <p:grpSpPr>
                <a:xfrm>
                  <a:off x="2194283" y="2094667"/>
                  <a:ext cx="316507" cy="353258"/>
                  <a:chOff x="1740480" y="2012117"/>
                  <a:chExt cx="316507" cy="353258"/>
                </a:xfrm>
              </p:grpSpPr>
              <p:sp>
                <p:nvSpPr>
                  <p:cNvPr id="512" name="Rechteck 511">
                    <a:extLst>
                      <a:ext uri="{FF2B5EF4-FFF2-40B4-BE49-F238E27FC236}">
                        <a16:creationId xmlns:a16="http://schemas.microsoft.com/office/drawing/2014/main" id="{818F1F2A-DAF6-DDAA-8C5D-FFA0B159C916}"/>
                      </a:ext>
                    </a:extLst>
                  </p:cNvPr>
                  <p:cNvSpPr/>
                  <p:nvPr/>
                </p:nvSpPr>
                <p:spPr>
                  <a:xfrm>
                    <a:off x="1740480" y="2012117"/>
                    <a:ext cx="270788"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13" name="Rechteck 512">
                    <a:extLst>
                      <a:ext uri="{FF2B5EF4-FFF2-40B4-BE49-F238E27FC236}">
                        <a16:creationId xmlns:a16="http://schemas.microsoft.com/office/drawing/2014/main" id="{F59F8233-3439-C706-EAA4-1BAFB19CBF75}"/>
                      </a:ext>
                    </a:extLst>
                  </p:cNvPr>
                  <p:cNvSpPr/>
                  <p:nvPr/>
                </p:nvSpPr>
                <p:spPr>
                  <a:xfrm>
                    <a:off x="2011268" y="201211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4" name="Rechteck 513">
                    <a:extLst>
                      <a:ext uri="{FF2B5EF4-FFF2-40B4-BE49-F238E27FC236}">
                        <a16:creationId xmlns:a16="http://schemas.microsoft.com/office/drawing/2014/main" id="{8DCFFF2C-750D-7EB7-16EC-539C326479EA}"/>
                      </a:ext>
                    </a:extLst>
                  </p:cNvPr>
                  <p:cNvSpPr/>
                  <p:nvPr/>
                </p:nvSpPr>
                <p:spPr>
                  <a:xfrm>
                    <a:off x="2011267" y="2148642"/>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5" name="Rechteck 514">
                    <a:extLst>
                      <a:ext uri="{FF2B5EF4-FFF2-40B4-BE49-F238E27FC236}">
                        <a16:creationId xmlns:a16="http://schemas.microsoft.com/office/drawing/2014/main" id="{4B5084FA-D308-DC8F-15EC-60CE369CB52E}"/>
                      </a:ext>
                    </a:extLst>
                  </p:cNvPr>
                  <p:cNvSpPr/>
                  <p:nvPr/>
                </p:nvSpPr>
                <p:spPr>
                  <a:xfrm>
                    <a:off x="2011267" y="2285167"/>
                    <a:ext cx="45719" cy="80208"/>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41" name="Gerader Verbinder 440">
                  <a:extLst>
                    <a:ext uri="{FF2B5EF4-FFF2-40B4-BE49-F238E27FC236}">
                      <a16:creationId xmlns:a16="http://schemas.microsoft.com/office/drawing/2014/main" id="{7632E751-3942-69C3-D60B-A862F20A4727}"/>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2" name="Gerader Verbinder 441">
                  <a:extLst>
                    <a:ext uri="{FF2B5EF4-FFF2-40B4-BE49-F238E27FC236}">
                      <a16:creationId xmlns:a16="http://schemas.microsoft.com/office/drawing/2014/main" id="{261FC457-9EF4-F907-E550-37CF32C8A0C1}"/>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3" name="Gerader Verbinder 442">
                  <a:extLst>
                    <a:ext uri="{FF2B5EF4-FFF2-40B4-BE49-F238E27FC236}">
                      <a16:creationId xmlns:a16="http://schemas.microsoft.com/office/drawing/2014/main" id="{AC645F6A-662A-E258-2583-A223B71B8A66}"/>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4" name="Gerader Verbinder 443">
                  <a:extLst>
                    <a:ext uri="{FF2B5EF4-FFF2-40B4-BE49-F238E27FC236}">
                      <a16:creationId xmlns:a16="http://schemas.microsoft.com/office/drawing/2014/main" id="{991048F2-CE32-9FBB-769C-6713C65D987F}"/>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5" name="Gerader Verbinder 444">
                  <a:extLst>
                    <a:ext uri="{FF2B5EF4-FFF2-40B4-BE49-F238E27FC236}">
                      <a16:creationId xmlns:a16="http://schemas.microsoft.com/office/drawing/2014/main" id="{1CE13D85-1256-830A-6054-196BB8D949C6}"/>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6" name="Gerader Verbinder 445">
                  <a:extLst>
                    <a:ext uri="{FF2B5EF4-FFF2-40B4-BE49-F238E27FC236}">
                      <a16:creationId xmlns:a16="http://schemas.microsoft.com/office/drawing/2014/main" id="{5EF0D042-F95E-9267-46DD-4C2E44EB5065}"/>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7" name="Gerader Verbinder 446">
                  <a:extLst>
                    <a:ext uri="{FF2B5EF4-FFF2-40B4-BE49-F238E27FC236}">
                      <a16:creationId xmlns:a16="http://schemas.microsoft.com/office/drawing/2014/main" id="{D319EB91-D7A3-08E6-F5C9-187DCA44403F}"/>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5" name="Gruppieren 414">
                <a:extLst>
                  <a:ext uri="{FF2B5EF4-FFF2-40B4-BE49-F238E27FC236}">
                    <a16:creationId xmlns:a16="http://schemas.microsoft.com/office/drawing/2014/main" id="{6A67A3AC-83CF-2927-AAD3-518B639278FE}"/>
                  </a:ext>
                </a:extLst>
              </p:cNvPr>
              <p:cNvGrpSpPr/>
              <p:nvPr/>
            </p:nvGrpSpPr>
            <p:grpSpPr>
              <a:xfrm>
                <a:off x="1839439" y="3835388"/>
                <a:ext cx="665026" cy="138770"/>
                <a:chOff x="1845763" y="2203033"/>
                <a:chExt cx="665026" cy="138770"/>
              </a:xfrm>
            </p:grpSpPr>
            <p:grpSp>
              <p:nvGrpSpPr>
                <p:cNvPr id="427" name="Gruppieren 426">
                  <a:extLst>
                    <a:ext uri="{FF2B5EF4-FFF2-40B4-BE49-F238E27FC236}">
                      <a16:creationId xmlns:a16="http://schemas.microsoft.com/office/drawing/2014/main" id="{D0C7914C-ED93-A4FA-8342-81C9CF7C9629}"/>
                    </a:ext>
                  </a:extLst>
                </p:cNvPr>
                <p:cNvGrpSpPr/>
                <p:nvPr/>
              </p:nvGrpSpPr>
              <p:grpSpPr>
                <a:xfrm>
                  <a:off x="2194283" y="2203033"/>
                  <a:ext cx="316506" cy="138770"/>
                  <a:chOff x="1740480" y="2120483"/>
                  <a:chExt cx="316506" cy="138770"/>
                </a:xfrm>
              </p:grpSpPr>
              <p:sp>
                <p:nvSpPr>
                  <p:cNvPr id="438" name="Rechteck 437">
                    <a:extLst>
                      <a:ext uri="{FF2B5EF4-FFF2-40B4-BE49-F238E27FC236}">
                        <a16:creationId xmlns:a16="http://schemas.microsoft.com/office/drawing/2014/main" id="{9BB2FD13-7FF7-3439-8E33-D141FEFD1991}"/>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39" name="Rechteck 438">
                    <a:extLst>
                      <a:ext uri="{FF2B5EF4-FFF2-40B4-BE49-F238E27FC236}">
                        <a16:creationId xmlns:a16="http://schemas.microsoft.com/office/drawing/2014/main" id="{ADD82136-0AFB-DCB6-6671-EE7CD4CF5A19}"/>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28" name="Gerader Verbinder 427">
                  <a:extLst>
                    <a:ext uri="{FF2B5EF4-FFF2-40B4-BE49-F238E27FC236}">
                      <a16:creationId xmlns:a16="http://schemas.microsoft.com/office/drawing/2014/main" id="{E849F53F-DC5C-2DED-AD93-D45922B5FDC0}"/>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0" name="Gerader Verbinder 429">
                  <a:extLst>
                    <a:ext uri="{FF2B5EF4-FFF2-40B4-BE49-F238E27FC236}">
                      <a16:creationId xmlns:a16="http://schemas.microsoft.com/office/drawing/2014/main" id="{1EB530B1-02B2-BC97-A5AD-58A141E13184}"/>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1" name="Gerader Verbinder 430">
                  <a:extLst>
                    <a:ext uri="{FF2B5EF4-FFF2-40B4-BE49-F238E27FC236}">
                      <a16:creationId xmlns:a16="http://schemas.microsoft.com/office/drawing/2014/main" id="{F932609A-A962-D7D4-29DB-EFF093F10FC1}"/>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2" name="Gerader Verbinder 431">
                  <a:extLst>
                    <a:ext uri="{FF2B5EF4-FFF2-40B4-BE49-F238E27FC236}">
                      <a16:creationId xmlns:a16="http://schemas.microsoft.com/office/drawing/2014/main" id="{58A1DF9E-05D5-7DA5-2372-21C0FD5F1663}"/>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3" name="Gerader Verbinder 432">
                  <a:extLst>
                    <a:ext uri="{FF2B5EF4-FFF2-40B4-BE49-F238E27FC236}">
                      <a16:creationId xmlns:a16="http://schemas.microsoft.com/office/drawing/2014/main" id="{82851F10-EE56-2AC0-3175-126AE428C89A}"/>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4" name="Gerader Verbinder 433">
                  <a:extLst>
                    <a:ext uri="{FF2B5EF4-FFF2-40B4-BE49-F238E27FC236}">
                      <a16:creationId xmlns:a16="http://schemas.microsoft.com/office/drawing/2014/main" id="{E8194FEA-128E-8326-1ADB-1214BC11002E}"/>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5" name="Gerader Verbinder 434">
                  <a:extLst>
                    <a:ext uri="{FF2B5EF4-FFF2-40B4-BE49-F238E27FC236}">
                      <a16:creationId xmlns:a16="http://schemas.microsoft.com/office/drawing/2014/main" id="{D6448B53-8968-8A7F-F971-5EB38A221C07}"/>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6" name="Gruppieren 415">
                <a:extLst>
                  <a:ext uri="{FF2B5EF4-FFF2-40B4-BE49-F238E27FC236}">
                    <a16:creationId xmlns:a16="http://schemas.microsoft.com/office/drawing/2014/main" id="{B260CCB8-E216-E373-95AD-98E20B1624CC}"/>
                  </a:ext>
                </a:extLst>
              </p:cNvPr>
              <p:cNvGrpSpPr/>
              <p:nvPr/>
            </p:nvGrpSpPr>
            <p:grpSpPr>
              <a:xfrm rot="10800000">
                <a:off x="2682861" y="3832225"/>
                <a:ext cx="665026" cy="138770"/>
                <a:chOff x="1845763" y="2203033"/>
                <a:chExt cx="665026" cy="138770"/>
              </a:xfrm>
            </p:grpSpPr>
            <p:grpSp>
              <p:nvGrpSpPr>
                <p:cNvPr id="417" name="Gruppieren 416">
                  <a:extLst>
                    <a:ext uri="{FF2B5EF4-FFF2-40B4-BE49-F238E27FC236}">
                      <a16:creationId xmlns:a16="http://schemas.microsoft.com/office/drawing/2014/main" id="{E0B3ADC2-5348-9CCF-20AC-F30E9E7674DD}"/>
                    </a:ext>
                  </a:extLst>
                </p:cNvPr>
                <p:cNvGrpSpPr/>
                <p:nvPr/>
              </p:nvGrpSpPr>
              <p:grpSpPr>
                <a:xfrm>
                  <a:off x="2194283" y="2203033"/>
                  <a:ext cx="316506" cy="138770"/>
                  <a:chOff x="1740480" y="2120483"/>
                  <a:chExt cx="316506" cy="138770"/>
                </a:xfrm>
              </p:grpSpPr>
              <p:sp>
                <p:nvSpPr>
                  <p:cNvPr id="425" name="Rechteck 424">
                    <a:extLst>
                      <a:ext uri="{FF2B5EF4-FFF2-40B4-BE49-F238E27FC236}">
                        <a16:creationId xmlns:a16="http://schemas.microsoft.com/office/drawing/2014/main" id="{5234F6E7-9659-B4DD-D7C1-4A45082B1CCF}"/>
                      </a:ext>
                    </a:extLst>
                  </p:cNvPr>
                  <p:cNvSpPr/>
                  <p:nvPr/>
                </p:nvSpPr>
                <p:spPr>
                  <a:xfrm>
                    <a:off x="1740480" y="2120483"/>
                    <a:ext cx="270788"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26" name="Rechteck 425">
                    <a:extLst>
                      <a:ext uri="{FF2B5EF4-FFF2-40B4-BE49-F238E27FC236}">
                        <a16:creationId xmlns:a16="http://schemas.microsoft.com/office/drawing/2014/main" id="{73E1D165-16E7-C4C8-CAD0-BCB008BBC632}"/>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18" name="Gerader Verbinder 417">
                  <a:extLst>
                    <a:ext uri="{FF2B5EF4-FFF2-40B4-BE49-F238E27FC236}">
                      <a16:creationId xmlns:a16="http://schemas.microsoft.com/office/drawing/2014/main" id="{33093A51-A4E7-3720-9086-4127DF8A27A9}"/>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9" name="Gerader Verbinder 418">
                  <a:extLst>
                    <a:ext uri="{FF2B5EF4-FFF2-40B4-BE49-F238E27FC236}">
                      <a16:creationId xmlns:a16="http://schemas.microsoft.com/office/drawing/2014/main" id="{AD87CB44-013E-7C12-96CE-C04C7BB2E8D1}"/>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0" name="Gerader Verbinder 419">
                  <a:extLst>
                    <a:ext uri="{FF2B5EF4-FFF2-40B4-BE49-F238E27FC236}">
                      <a16:creationId xmlns:a16="http://schemas.microsoft.com/office/drawing/2014/main" id="{6CDC65E0-7784-BC6A-EC25-A1A2DE7F655D}"/>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1" name="Gerader Verbinder 420">
                  <a:extLst>
                    <a:ext uri="{FF2B5EF4-FFF2-40B4-BE49-F238E27FC236}">
                      <a16:creationId xmlns:a16="http://schemas.microsoft.com/office/drawing/2014/main" id="{5A57BAE7-56E6-EEF2-94D8-1E30D86157E1}"/>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2" name="Gerader Verbinder 421">
                  <a:extLst>
                    <a:ext uri="{FF2B5EF4-FFF2-40B4-BE49-F238E27FC236}">
                      <a16:creationId xmlns:a16="http://schemas.microsoft.com/office/drawing/2014/main" id="{35EA532A-656F-9968-969B-F9F331A4A5AA}"/>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3" name="Gerader Verbinder 422">
                  <a:extLst>
                    <a:ext uri="{FF2B5EF4-FFF2-40B4-BE49-F238E27FC236}">
                      <a16:creationId xmlns:a16="http://schemas.microsoft.com/office/drawing/2014/main" id="{FF873C44-7215-7A81-9B08-FE7D070E3571}"/>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4" name="Gerader Verbinder 423">
                  <a:extLst>
                    <a:ext uri="{FF2B5EF4-FFF2-40B4-BE49-F238E27FC236}">
                      <a16:creationId xmlns:a16="http://schemas.microsoft.com/office/drawing/2014/main" id="{0AF7A4AA-E1D8-2663-52FB-B4E75A825B51}"/>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531" name="Gerade Verbindung mit Pfeil 530">
              <a:extLst>
                <a:ext uri="{FF2B5EF4-FFF2-40B4-BE49-F238E27FC236}">
                  <a16:creationId xmlns:a16="http://schemas.microsoft.com/office/drawing/2014/main" id="{B7ACEC0E-A65A-4AB3-D3DF-DFE5B0B482BA}"/>
                </a:ext>
              </a:extLst>
            </p:cNvPr>
            <p:cNvCxnSpPr/>
            <p:nvPr/>
          </p:nvCxnSpPr>
          <p:spPr>
            <a:xfrm>
              <a:off x="3006929" y="2686631"/>
              <a:ext cx="0" cy="93621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532" name="Gerade Verbindung mit Pfeil 531">
              <a:extLst>
                <a:ext uri="{FF2B5EF4-FFF2-40B4-BE49-F238E27FC236}">
                  <a16:creationId xmlns:a16="http://schemas.microsoft.com/office/drawing/2014/main" id="{141A4A35-5FE5-C48F-77D9-8A22F83C39CA}"/>
                </a:ext>
              </a:extLst>
            </p:cNvPr>
            <p:cNvCxnSpPr/>
            <p:nvPr/>
          </p:nvCxnSpPr>
          <p:spPr>
            <a:xfrm>
              <a:off x="5469186" y="2686631"/>
              <a:ext cx="0" cy="93621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grpSp>
      <p:sp>
        <p:nvSpPr>
          <p:cNvPr id="541" name="Textfeld 540">
            <a:extLst>
              <a:ext uri="{FF2B5EF4-FFF2-40B4-BE49-F238E27FC236}">
                <a16:creationId xmlns:a16="http://schemas.microsoft.com/office/drawing/2014/main" id="{5FFF51A0-DEFD-CBE5-CC1D-90E99CA2D85D}"/>
              </a:ext>
            </a:extLst>
          </p:cNvPr>
          <p:cNvSpPr txBox="1"/>
          <p:nvPr/>
        </p:nvSpPr>
        <p:spPr>
          <a:xfrm>
            <a:off x="7991877" y="218744"/>
            <a:ext cx="4003940" cy="369332"/>
          </a:xfrm>
          <a:prstGeom prst="rect">
            <a:avLst/>
          </a:prstGeom>
          <a:noFill/>
        </p:spPr>
        <p:txBody>
          <a:bodyPr wrap="square" rtlCol="0">
            <a:spAutoFit/>
          </a:bodyPr>
          <a:lstStyle/>
          <a:p>
            <a:r>
              <a:rPr lang="de-DE" dirty="0" err="1"/>
              <a:t>side</a:t>
            </a:r>
            <a:r>
              <a:rPr lang="de-DE" dirty="0"/>
              <a:t> </a:t>
            </a:r>
            <a:r>
              <a:rPr lang="de-DE" dirty="0" err="1"/>
              <a:t>view</a:t>
            </a:r>
            <a:endParaRPr lang="de-DE" dirty="0"/>
          </a:p>
        </p:txBody>
      </p:sp>
      <p:grpSp>
        <p:nvGrpSpPr>
          <p:cNvPr id="605" name="Gruppieren 604">
            <a:extLst>
              <a:ext uri="{FF2B5EF4-FFF2-40B4-BE49-F238E27FC236}">
                <a16:creationId xmlns:a16="http://schemas.microsoft.com/office/drawing/2014/main" id="{532CF3A6-0AF4-90DD-8B56-7C8A6FFF36BF}"/>
              </a:ext>
            </a:extLst>
          </p:cNvPr>
          <p:cNvGrpSpPr/>
          <p:nvPr/>
        </p:nvGrpSpPr>
        <p:grpSpPr>
          <a:xfrm>
            <a:off x="-2066925" y="3231351"/>
            <a:ext cx="21497925" cy="2652147"/>
            <a:chOff x="-6905625" y="3231351"/>
            <a:chExt cx="21497925" cy="2652147"/>
          </a:xfrm>
        </p:grpSpPr>
        <p:sp>
          <p:nvSpPr>
            <p:cNvPr id="604" name="Bogen 603">
              <a:extLst>
                <a:ext uri="{FF2B5EF4-FFF2-40B4-BE49-F238E27FC236}">
                  <a16:creationId xmlns:a16="http://schemas.microsoft.com/office/drawing/2014/main" id="{5FD021A8-DFA3-7642-ABD3-63525DA376A2}"/>
                </a:ext>
              </a:extLst>
            </p:cNvPr>
            <p:cNvSpPr/>
            <p:nvPr/>
          </p:nvSpPr>
          <p:spPr>
            <a:xfrm>
              <a:off x="-6905625" y="3231351"/>
              <a:ext cx="21497925" cy="1818236"/>
            </a:xfrm>
            <a:prstGeom prst="arc">
              <a:avLst>
                <a:gd name="adj1" fmla="val 806205"/>
                <a:gd name="adj2" fmla="val 9914081"/>
              </a:avLst>
            </a:prstGeom>
            <a:grp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546" name="Gruppieren 545">
              <a:extLst>
                <a:ext uri="{FF2B5EF4-FFF2-40B4-BE49-F238E27FC236}">
                  <a16:creationId xmlns:a16="http://schemas.microsoft.com/office/drawing/2014/main" id="{2FBD7FEF-B3FF-81EC-507A-3C38082A1A2A}"/>
                </a:ext>
              </a:extLst>
            </p:cNvPr>
            <p:cNvGrpSpPr/>
            <p:nvPr/>
          </p:nvGrpSpPr>
          <p:grpSpPr>
            <a:xfrm>
              <a:off x="2524247" y="5618481"/>
              <a:ext cx="169200" cy="169200"/>
              <a:chOff x="2843746" y="504477"/>
              <a:chExt cx="169200" cy="169200"/>
            </a:xfrm>
          </p:grpSpPr>
          <p:sp>
            <p:nvSpPr>
              <p:cNvPr id="544" name="Ellipse 543">
                <a:extLst>
                  <a:ext uri="{FF2B5EF4-FFF2-40B4-BE49-F238E27FC236}">
                    <a16:creationId xmlns:a16="http://schemas.microsoft.com/office/drawing/2014/main" id="{0E163D19-4CE3-6397-6E39-60A24D882E8D}"/>
                  </a:ext>
                </a:extLst>
              </p:cNvPr>
              <p:cNvSpPr/>
              <p:nvPr/>
            </p:nvSpPr>
            <p:spPr>
              <a:xfrm>
                <a:off x="2843746" y="504477"/>
                <a:ext cx="169200" cy="1692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5" name="Ellipse 544">
                <a:extLst>
                  <a:ext uri="{FF2B5EF4-FFF2-40B4-BE49-F238E27FC236}">
                    <a16:creationId xmlns:a16="http://schemas.microsoft.com/office/drawing/2014/main" id="{B288B8A9-CE3A-6B5D-F711-8BD33084F4B4}"/>
                  </a:ext>
                </a:extLst>
              </p:cNvPr>
              <p:cNvSpPr/>
              <p:nvPr/>
            </p:nvSpPr>
            <p:spPr>
              <a:xfrm>
                <a:off x="2895008" y="547852"/>
                <a:ext cx="71437" cy="72000"/>
              </a:xfrm>
              <a:prstGeom prst="ellipse">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63" name="Gruppieren 562">
              <a:extLst>
                <a:ext uri="{FF2B5EF4-FFF2-40B4-BE49-F238E27FC236}">
                  <a16:creationId xmlns:a16="http://schemas.microsoft.com/office/drawing/2014/main" id="{C14E1605-9E51-0440-4D0B-ACD98174AAF7}"/>
                </a:ext>
              </a:extLst>
            </p:cNvPr>
            <p:cNvGrpSpPr/>
            <p:nvPr/>
          </p:nvGrpSpPr>
          <p:grpSpPr>
            <a:xfrm>
              <a:off x="1851257" y="5538636"/>
              <a:ext cx="670570" cy="341641"/>
              <a:chOff x="1917432" y="5453063"/>
              <a:chExt cx="670570" cy="341641"/>
            </a:xfrm>
          </p:grpSpPr>
          <p:sp>
            <p:nvSpPr>
              <p:cNvPr id="547" name="Rechteck 546">
                <a:extLst>
                  <a:ext uri="{FF2B5EF4-FFF2-40B4-BE49-F238E27FC236}">
                    <a16:creationId xmlns:a16="http://schemas.microsoft.com/office/drawing/2014/main" id="{894B2CFC-E692-3F29-E791-25905F8E0B4B}"/>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48" name="Rechteck 547">
                <a:extLst>
                  <a:ext uri="{FF2B5EF4-FFF2-40B4-BE49-F238E27FC236}">
                    <a16:creationId xmlns:a16="http://schemas.microsoft.com/office/drawing/2014/main" id="{FC30E8E2-B7DE-DC0D-66FC-E022A9F18763}"/>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49" name="Gerader Verbinder 548">
                <a:extLst>
                  <a:ext uri="{FF2B5EF4-FFF2-40B4-BE49-F238E27FC236}">
                    <a16:creationId xmlns:a16="http://schemas.microsoft.com/office/drawing/2014/main" id="{E89ED9AF-F5A8-A933-5D4B-246DF41E8CA0}"/>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0" name="Gerader Verbinder 549">
                <a:extLst>
                  <a:ext uri="{FF2B5EF4-FFF2-40B4-BE49-F238E27FC236}">
                    <a16:creationId xmlns:a16="http://schemas.microsoft.com/office/drawing/2014/main" id="{3BF54B6F-158A-4F2A-6094-765BC8C545C3}"/>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1" name="Gerader Verbinder 550">
                <a:extLst>
                  <a:ext uri="{FF2B5EF4-FFF2-40B4-BE49-F238E27FC236}">
                    <a16:creationId xmlns:a16="http://schemas.microsoft.com/office/drawing/2014/main" id="{667881BE-8E27-8CAC-49B5-9F98D1E30FE6}"/>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2" name="Gerader Verbinder 551">
                <a:extLst>
                  <a:ext uri="{FF2B5EF4-FFF2-40B4-BE49-F238E27FC236}">
                    <a16:creationId xmlns:a16="http://schemas.microsoft.com/office/drawing/2014/main" id="{B2154F9C-A9C3-0FC3-9E1E-71D9F83507D8}"/>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3" name="Gerader Verbinder 552">
                <a:extLst>
                  <a:ext uri="{FF2B5EF4-FFF2-40B4-BE49-F238E27FC236}">
                    <a16:creationId xmlns:a16="http://schemas.microsoft.com/office/drawing/2014/main" id="{4B605255-82E0-C5C0-54C9-514AC58584B3}"/>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4" name="Gerader Verbinder 553">
                <a:extLst>
                  <a:ext uri="{FF2B5EF4-FFF2-40B4-BE49-F238E27FC236}">
                    <a16:creationId xmlns:a16="http://schemas.microsoft.com/office/drawing/2014/main" id="{EE083889-0903-F496-8CC6-515D74477A07}"/>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5" name="Gerader Verbinder 554">
                <a:extLst>
                  <a:ext uri="{FF2B5EF4-FFF2-40B4-BE49-F238E27FC236}">
                    <a16:creationId xmlns:a16="http://schemas.microsoft.com/office/drawing/2014/main" id="{B45A11CE-6908-7720-4C1A-EB3110621782}"/>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64" name="Gruppieren 563">
              <a:extLst>
                <a:ext uri="{FF2B5EF4-FFF2-40B4-BE49-F238E27FC236}">
                  <a16:creationId xmlns:a16="http://schemas.microsoft.com/office/drawing/2014/main" id="{7F605BEC-A871-763F-D8D2-DA2D3B1F4720}"/>
                </a:ext>
              </a:extLst>
            </p:cNvPr>
            <p:cNvGrpSpPr/>
            <p:nvPr/>
          </p:nvGrpSpPr>
          <p:grpSpPr>
            <a:xfrm rot="10800000">
              <a:off x="2700591" y="5538636"/>
              <a:ext cx="670570" cy="341641"/>
              <a:chOff x="1917432" y="5453063"/>
              <a:chExt cx="670570" cy="341641"/>
            </a:xfrm>
          </p:grpSpPr>
          <p:sp>
            <p:nvSpPr>
              <p:cNvPr id="565" name="Rechteck 564">
                <a:extLst>
                  <a:ext uri="{FF2B5EF4-FFF2-40B4-BE49-F238E27FC236}">
                    <a16:creationId xmlns:a16="http://schemas.microsoft.com/office/drawing/2014/main" id="{82C0A28A-17B2-8137-C210-45D4CDA17D0D}"/>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6" name="Rechteck 565">
                <a:extLst>
                  <a:ext uri="{FF2B5EF4-FFF2-40B4-BE49-F238E27FC236}">
                    <a16:creationId xmlns:a16="http://schemas.microsoft.com/office/drawing/2014/main" id="{E84B547F-180E-EDCB-78A3-B5AA2BBD2259}"/>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67" name="Gerader Verbinder 566">
                <a:extLst>
                  <a:ext uri="{FF2B5EF4-FFF2-40B4-BE49-F238E27FC236}">
                    <a16:creationId xmlns:a16="http://schemas.microsoft.com/office/drawing/2014/main" id="{A2C47DD4-9266-C28F-47F7-53E816672E9D}"/>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8" name="Gerader Verbinder 567">
                <a:extLst>
                  <a:ext uri="{FF2B5EF4-FFF2-40B4-BE49-F238E27FC236}">
                    <a16:creationId xmlns:a16="http://schemas.microsoft.com/office/drawing/2014/main" id="{469E3444-08C6-55FB-22F6-44A40C6BAD4C}"/>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9" name="Gerader Verbinder 568">
                <a:extLst>
                  <a:ext uri="{FF2B5EF4-FFF2-40B4-BE49-F238E27FC236}">
                    <a16:creationId xmlns:a16="http://schemas.microsoft.com/office/drawing/2014/main" id="{E0B38C4F-33CA-D77C-6D1D-821067123A1B}"/>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0" name="Gerader Verbinder 569">
                <a:extLst>
                  <a:ext uri="{FF2B5EF4-FFF2-40B4-BE49-F238E27FC236}">
                    <a16:creationId xmlns:a16="http://schemas.microsoft.com/office/drawing/2014/main" id="{7C02B664-E71A-BFEC-053C-B2B80117C989}"/>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1" name="Gerader Verbinder 570">
                <a:extLst>
                  <a:ext uri="{FF2B5EF4-FFF2-40B4-BE49-F238E27FC236}">
                    <a16:creationId xmlns:a16="http://schemas.microsoft.com/office/drawing/2014/main" id="{DFBCFEA1-E6DA-A972-DC88-3F70CAB6C54A}"/>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2" name="Gerader Verbinder 571">
                <a:extLst>
                  <a:ext uri="{FF2B5EF4-FFF2-40B4-BE49-F238E27FC236}">
                    <a16:creationId xmlns:a16="http://schemas.microsoft.com/office/drawing/2014/main" id="{04B1CEA0-1F8F-6E8E-6DFF-40E1B636026E}"/>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3" name="Gerader Verbinder 572">
                <a:extLst>
                  <a:ext uri="{FF2B5EF4-FFF2-40B4-BE49-F238E27FC236}">
                    <a16:creationId xmlns:a16="http://schemas.microsoft.com/office/drawing/2014/main" id="{F68B27D7-7C3B-1327-2412-6897E9DD9655}"/>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74" name="Rechteck 573">
              <a:extLst>
                <a:ext uri="{FF2B5EF4-FFF2-40B4-BE49-F238E27FC236}">
                  <a16:creationId xmlns:a16="http://schemas.microsoft.com/office/drawing/2014/main" id="{CCAEC58A-7EDB-805B-D588-B50785679FEC}"/>
                </a:ext>
              </a:extLst>
            </p:cNvPr>
            <p:cNvSpPr/>
            <p:nvPr/>
          </p:nvSpPr>
          <p:spPr>
            <a:xfrm>
              <a:off x="1742072" y="5372830"/>
              <a:ext cx="1733550" cy="165805"/>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75" name="Rechteck 574">
              <a:extLst>
                <a:ext uri="{FF2B5EF4-FFF2-40B4-BE49-F238E27FC236}">
                  <a16:creationId xmlns:a16="http://schemas.microsoft.com/office/drawing/2014/main" id="{6D2C4E96-0E83-F64C-DB28-AA9745B647E8}"/>
                </a:ext>
              </a:extLst>
            </p:cNvPr>
            <p:cNvSpPr/>
            <p:nvPr/>
          </p:nvSpPr>
          <p:spPr>
            <a:xfrm>
              <a:off x="1197142" y="5052223"/>
              <a:ext cx="5221705" cy="165806"/>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76" name="Rechteck 575">
              <a:extLst>
                <a:ext uri="{FF2B5EF4-FFF2-40B4-BE49-F238E27FC236}">
                  <a16:creationId xmlns:a16="http://schemas.microsoft.com/office/drawing/2014/main" id="{92D102CF-7CD3-9036-DAE5-8901B8792A55}"/>
                </a:ext>
              </a:extLst>
            </p:cNvPr>
            <p:cNvSpPr/>
            <p:nvPr/>
          </p:nvSpPr>
          <p:spPr>
            <a:xfrm>
              <a:off x="1927650" y="5218028"/>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77" name="Rechteck 576">
              <a:extLst>
                <a:ext uri="{FF2B5EF4-FFF2-40B4-BE49-F238E27FC236}">
                  <a16:creationId xmlns:a16="http://schemas.microsoft.com/office/drawing/2014/main" id="{DB47ED65-FDBD-3C59-CBDC-283DE5625145}"/>
                </a:ext>
              </a:extLst>
            </p:cNvPr>
            <p:cNvSpPr/>
            <p:nvPr/>
          </p:nvSpPr>
          <p:spPr>
            <a:xfrm>
              <a:off x="3119800" y="5215583"/>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8" name="Gruppieren 577">
              <a:extLst>
                <a:ext uri="{FF2B5EF4-FFF2-40B4-BE49-F238E27FC236}">
                  <a16:creationId xmlns:a16="http://schemas.microsoft.com/office/drawing/2014/main" id="{4A8D3F40-5C4A-8959-DDB2-1F01D98F42A7}"/>
                </a:ext>
              </a:extLst>
            </p:cNvPr>
            <p:cNvGrpSpPr/>
            <p:nvPr/>
          </p:nvGrpSpPr>
          <p:grpSpPr>
            <a:xfrm>
              <a:off x="4988305" y="5621702"/>
              <a:ext cx="169200" cy="169200"/>
              <a:chOff x="2843746" y="504477"/>
              <a:chExt cx="169200" cy="169200"/>
            </a:xfrm>
          </p:grpSpPr>
          <p:sp>
            <p:nvSpPr>
              <p:cNvPr id="579" name="Ellipse 578">
                <a:extLst>
                  <a:ext uri="{FF2B5EF4-FFF2-40B4-BE49-F238E27FC236}">
                    <a16:creationId xmlns:a16="http://schemas.microsoft.com/office/drawing/2014/main" id="{311F744A-6412-CD3B-7AE4-9481CCEA2179}"/>
                  </a:ext>
                </a:extLst>
              </p:cNvPr>
              <p:cNvSpPr/>
              <p:nvPr/>
            </p:nvSpPr>
            <p:spPr>
              <a:xfrm>
                <a:off x="2843746" y="504477"/>
                <a:ext cx="169200" cy="1692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80" name="Ellipse 579">
                <a:extLst>
                  <a:ext uri="{FF2B5EF4-FFF2-40B4-BE49-F238E27FC236}">
                    <a16:creationId xmlns:a16="http://schemas.microsoft.com/office/drawing/2014/main" id="{456A0B94-39F5-C055-17B4-C29CA90E0C6E}"/>
                  </a:ext>
                </a:extLst>
              </p:cNvPr>
              <p:cNvSpPr/>
              <p:nvPr/>
            </p:nvSpPr>
            <p:spPr>
              <a:xfrm>
                <a:off x="2895008" y="547852"/>
                <a:ext cx="71437" cy="72000"/>
              </a:xfrm>
              <a:prstGeom prst="ellipse">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1" name="Gruppieren 580">
              <a:extLst>
                <a:ext uri="{FF2B5EF4-FFF2-40B4-BE49-F238E27FC236}">
                  <a16:creationId xmlns:a16="http://schemas.microsoft.com/office/drawing/2014/main" id="{4F6469DF-20BC-2670-57B8-5B463FCD2DFA}"/>
                </a:ext>
              </a:extLst>
            </p:cNvPr>
            <p:cNvGrpSpPr/>
            <p:nvPr/>
          </p:nvGrpSpPr>
          <p:grpSpPr>
            <a:xfrm>
              <a:off x="4315315" y="5541857"/>
              <a:ext cx="670570" cy="341641"/>
              <a:chOff x="1917432" y="5453063"/>
              <a:chExt cx="670570" cy="341641"/>
            </a:xfrm>
          </p:grpSpPr>
          <p:sp>
            <p:nvSpPr>
              <p:cNvPr id="582" name="Rechteck 581">
                <a:extLst>
                  <a:ext uri="{FF2B5EF4-FFF2-40B4-BE49-F238E27FC236}">
                    <a16:creationId xmlns:a16="http://schemas.microsoft.com/office/drawing/2014/main" id="{D01EF29D-54BD-DB32-E599-F714741BE8CE}"/>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83" name="Rechteck 582">
                <a:extLst>
                  <a:ext uri="{FF2B5EF4-FFF2-40B4-BE49-F238E27FC236}">
                    <a16:creationId xmlns:a16="http://schemas.microsoft.com/office/drawing/2014/main" id="{87A6E7AB-37A1-532D-5A50-F79EF9268E5B}"/>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84" name="Gerader Verbinder 583">
                <a:extLst>
                  <a:ext uri="{FF2B5EF4-FFF2-40B4-BE49-F238E27FC236}">
                    <a16:creationId xmlns:a16="http://schemas.microsoft.com/office/drawing/2014/main" id="{B1246431-52BC-F3C1-4725-E7D0BCECA546}"/>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5" name="Gerader Verbinder 584">
                <a:extLst>
                  <a:ext uri="{FF2B5EF4-FFF2-40B4-BE49-F238E27FC236}">
                    <a16:creationId xmlns:a16="http://schemas.microsoft.com/office/drawing/2014/main" id="{08A608BF-15F8-715C-D26B-CFB9EB61D7D5}"/>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6" name="Gerader Verbinder 585">
                <a:extLst>
                  <a:ext uri="{FF2B5EF4-FFF2-40B4-BE49-F238E27FC236}">
                    <a16:creationId xmlns:a16="http://schemas.microsoft.com/office/drawing/2014/main" id="{59D24625-6273-5C44-8402-7C75DA48C441}"/>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7" name="Gerader Verbinder 586">
                <a:extLst>
                  <a:ext uri="{FF2B5EF4-FFF2-40B4-BE49-F238E27FC236}">
                    <a16:creationId xmlns:a16="http://schemas.microsoft.com/office/drawing/2014/main" id="{5475B320-C374-23A1-82C6-874678540A1C}"/>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8" name="Gerader Verbinder 587">
                <a:extLst>
                  <a:ext uri="{FF2B5EF4-FFF2-40B4-BE49-F238E27FC236}">
                    <a16:creationId xmlns:a16="http://schemas.microsoft.com/office/drawing/2014/main" id="{AAE15A2A-84E4-28A9-80F2-3BB1ACB3FA47}"/>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9" name="Gerader Verbinder 588">
                <a:extLst>
                  <a:ext uri="{FF2B5EF4-FFF2-40B4-BE49-F238E27FC236}">
                    <a16:creationId xmlns:a16="http://schemas.microsoft.com/office/drawing/2014/main" id="{6F4BAEC9-B993-4C20-365A-E4351B93B82E}"/>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0" name="Gerader Verbinder 589">
                <a:extLst>
                  <a:ext uri="{FF2B5EF4-FFF2-40B4-BE49-F238E27FC236}">
                    <a16:creationId xmlns:a16="http://schemas.microsoft.com/office/drawing/2014/main" id="{C59A559B-39E8-C394-AEF2-DEAE6C25AE51}"/>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91" name="Gruppieren 590">
              <a:extLst>
                <a:ext uri="{FF2B5EF4-FFF2-40B4-BE49-F238E27FC236}">
                  <a16:creationId xmlns:a16="http://schemas.microsoft.com/office/drawing/2014/main" id="{8910B647-9D66-1628-3950-E84C5B15DEBD}"/>
                </a:ext>
              </a:extLst>
            </p:cNvPr>
            <p:cNvGrpSpPr/>
            <p:nvPr/>
          </p:nvGrpSpPr>
          <p:grpSpPr>
            <a:xfrm rot="10800000">
              <a:off x="5164649" y="5541857"/>
              <a:ext cx="670570" cy="341641"/>
              <a:chOff x="1917432" y="5453063"/>
              <a:chExt cx="670570" cy="341641"/>
            </a:xfrm>
          </p:grpSpPr>
          <p:sp>
            <p:nvSpPr>
              <p:cNvPr id="592" name="Rechteck 591">
                <a:extLst>
                  <a:ext uri="{FF2B5EF4-FFF2-40B4-BE49-F238E27FC236}">
                    <a16:creationId xmlns:a16="http://schemas.microsoft.com/office/drawing/2014/main" id="{2B091A86-A16A-B526-6D49-712F170D9D3B}"/>
                  </a:ext>
                </a:extLst>
              </p:cNvPr>
              <p:cNvSpPr/>
              <p:nvPr/>
            </p:nvSpPr>
            <p:spPr>
              <a:xfrm>
                <a:off x="2265952" y="5453063"/>
                <a:ext cx="270788" cy="34164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93" name="Rechteck 592">
                <a:extLst>
                  <a:ext uri="{FF2B5EF4-FFF2-40B4-BE49-F238E27FC236}">
                    <a16:creationId xmlns:a16="http://schemas.microsoft.com/office/drawing/2014/main" id="{47ECC368-A839-5515-E138-9C17DBB49F8A}"/>
                  </a:ext>
                </a:extLst>
              </p:cNvPr>
              <p:cNvSpPr/>
              <p:nvPr/>
            </p:nvSpPr>
            <p:spPr>
              <a:xfrm>
                <a:off x="2536740" y="5453063"/>
                <a:ext cx="51262" cy="34164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94" name="Gerader Verbinder 593">
                <a:extLst>
                  <a:ext uri="{FF2B5EF4-FFF2-40B4-BE49-F238E27FC236}">
                    <a16:creationId xmlns:a16="http://schemas.microsoft.com/office/drawing/2014/main" id="{5377DA3D-8B24-0C95-FABC-0DC419BCD477}"/>
                  </a:ext>
                </a:extLst>
              </p:cNvPr>
              <p:cNvCxnSpPr>
                <a:cxnSpLocks/>
              </p:cNvCxnSpPr>
              <p:nvPr/>
            </p:nvCxnSpPr>
            <p:spPr>
              <a:xfrm flipH="1" flipV="1">
                <a:off x="2204514"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5" name="Gerader Verbinder 594">
                <a:extLst>
                  <a:ext uri="{FF2B5EF4-FFF2-40B4-BE49-F238E27FC236}">
                    <a16:creationId xmlns:a16="http://schemas.microsoft.com/office/drawing/2014/main" id="{E3A5612D-C847-DFC6-F216-E40172468744}"/>
                  </a:ext>
                </a:extLst>
              </p:cNvPr>
              <p:cNvCxnSpPr>
                <a:cxnSpLocks/>
              </p:cNvCxnSpPr>
              <p:nvPr/>
            </p:nvCxnSpPr>
            <p:spPr>
              <a:xfrm flipV="1">
                <a:off x="2150140"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6" name="Gerader Verbinder 595">
                <a:extLst>
                  <a:ext uri="{FF2B5EF4-FFF2-40B4-BE49-F238E27FC236}">
                    <a16:creationId xmlns:a16="http://schemas.microsoft.com/office/drawing/2014/main" id="{0630E924-5550-6884-4F3A-B9CD3F1126B7}"/>
                  </a:ext>
                </a:extLst>
              </p:cNvPr>
              <p:cNvCxnSpPr>
                <a:cxnSpLocks/>
              </p:cNvCxnSpPr>
              <p:nvPr/>
            </p:nvCxnSpPr>
            <p:spPr>
              <a:xfrm flipH="1" flipV="1">
                <a:off x="2095782"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7" name="Gerader Verbinder 596">
                <a:extLst>
                  <a:ext uri="{FF2B5EF4-FFF2-40B4-BE49-F238E27FC236}">
                    <a16:creationId xmlns:a16="http://schemas.microsoft.com/office/drawing/2014/main" id="{372100AB-4795-F4B3-4F3C-C1AB7BC500BC}"/>
                  </a:ext>
                </a:extLst>
              </p:cNvPr>
              <p:cNvCxnSpPr>
                <a:cxnSpLocks/>
              </p:cNvCxnSpPr>
              <p:nvPr/>
            </p:nvCxnSpPr>
            <p:spPr>
              <a:xfrm flipV="1">
                <a:off x="2041408"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8" name="Gerader Verbinder 597">
                <a:extLst>
                  <a:ext uri="{FF2B5EF4-FFF2-40B4-BE49-F238E27FC236}">
                    <a16:creationId xmlns:a16="http://schemas.microsoft.com/office/drawing/2014/main" id="{7FB213E0-AD5C-987D-F1F2-89850C41A6FA}"/>
                  </a:ext>
                </a:extLst>
              </p:cNvPr>
              <p:cNvCxnSpPr>
                <a:cxnSpLocks/>
              </p:cNvCxnSpPr>
              <p:nvPr/>
            </p:nvCxnSpPr>
            <p:spPr>
              <a:xfrm flipH="1" flipV="1">
                <a:off x="1978035" y="5528451"/>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9" name="Gerader Verbinder 598">
                <a:extLst>
                  <a:ext uri="{FF2B5EF4-FFF2-40B4-BE49-F238E27FC236}">
                    <a16:creationId xmlns:a16="http://schemas.microsoft.com/office/drawing/2014/main" id="{F68DB3F8-3994-89F9-0753-63017FDDE1EF}"/>
                  </a:ext>
                </a:extLst>
              </p:cNvPr>
              <p:cNvCxnSpPr>
                <a:cxnSpLocks/>
              </p:cNvCxnSpPr>
              <p:nvPr/>
            </p:nvCxnSpPr>
            <p:spPr>
              <a:xfrm flipV="1">
                <a:off x="1923661" y="5528451"/>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0" name="Gerader Verbinder 599">
                <a:extLst>
                  <a:ext uri="{FF2B5EF4-FFF2-40B4-BE49-F238E27FC236}">
                    <a16:creationId xmlns:a16="http://schemas.microsoft.com/office/drawing/2014/main" id="{5A40D3DF-3000-3D1E-FFE0-51870C7FBAF7}"/>
                  </a:ext>
                </a:extLst>
              </p:cNvPr>
              <p:cNvCxnSpPr>
                <a:cxnSpLocks/>
              </p:cNvCxnSpPr>
              <p:nvPr/>
            </p:nvCxnSpPr>
            <p:spPr>
              <a:xfrm flipV="1">
                <a:off x="1917432" y="5528451"/>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01" name="Rechteck 600">
              <a:extLst>
                <a:ext uri="{FF2B5EF4-FFF2-40B4-BE49-F238E27FC236}">
                  <a16:creationId xmlns:a16="http://schemas.microsoft.com/office/drawing/2014/main" id="{5904FACF-D8CD-45D8-DCC7-5DAD2916B345}"/>
                </a:ext>
              </a:extLst>
            </p:cNvPr>
            <p:cNvSpPr/>
            <p:nvPr/>
          </p:nvSpPr>
          <p:spPr>
            <a:xfrm>
              <a:off x="4206130" y="5376051"/>
              <a:ext cx="1733550" cy="165805"/>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02" name="Rechteck 601">
              <a:extLst>
                <a:ext uri="{FF2B5EF4-FFF2-40B4-BE49-F238E27FC236}">
                  <a16:creationId xmlns:a16="http://schemas.microsoft.com/office/drawing/2014/main" id="{8C24356A-41C4-B827-A6CD-3535AA999C07}"/>
                </a:ext>
              </a:extLst>
            </p:cNvPr>
            <p:cNvSpPr/>
            <p:nvPr/>
          </p:nvSpPr>
          <p:spPr>
            <a:xfrm>
              <a:off x="4391708" y="5221249"/>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03" name="Rechteck 602">
              <a:extLst>
                <a:ext uri="{FF2B5EF4-FFF2-40B4-BE49-F238E27FC236}">
                  <a16:creationId xmlns:a16="http://schemas.microsoft.com/office/drawing/2014/main" id="{0CF820DE-D2FD-8F1A-FDAC-783DB3E1A70B}"/>
                </a:ext>
              </a:extLst>
            </p:cNvPr>
            <p:cNvSpPr/>
            <p:nvPr/>
          </p:nvSpPr>
          <p:spPr>
            <a:xfrm>
              <a:off x="5583858" y="5218804"/>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606" name="Textfeld 605">
            <a:extLst>
              <a:ext uri="{FF2B5EF4-FFF2-40B4-BE49-F238E27FC236}">
                <a16:creationId xmlns:a16="http://schemas.microsoft.com/office/drawing/2014/main" id="{AE9A5EDC-C637-AC7A-0703-9F7DDCFC0DEE}"/>
              </a:ext>
            </a:extLst>
          </p:cNvPr>
          <p:cNvSpPr txBox="1"/>
          <p:nvPr/>
        </p:nvSpPr>
        <p:spPr>
          <a:xfrm>
            <a:off x="8203633" y="4599942"/>
            <a:ext cx="4003940" cy="369332"/>
          </a:xfrm>
          <a:prstGeom prst="rect">
            <a:avLst/>
          </a:prstGeom>
          <a:noFill/>
        </p:spPr>
        <p:txBody>
          <a:bodyPr wrap="square" rtlCol="0">
            <a:spAutoFit/>
          </a:bodyPr>
          <a:lstStyle/>
          <a:p>
            <a:r>
              <a:rPr lang="de-DE" dirty="0"/>
              <a:t>top </a:t>
            </a:r>
            <a:r>
              <a:rPr lang="de-DE" dirty="0" err="1"/>
              <a:t>view</a:t>
            </a:r>
            <a:endParaRPr lang="de-DE" dirty="0"/>
          </a:p>
        </p:txBody>
      </p:sp>
      <p:sp>
        <p:nvSpPr>
          <p:cNvPr id="607" name="Rechteck 606">
            <a:extLst>
              <a:ext uri="{FF2B5EF4-FFF2-40B4-BE49-F238E27FC236}">
                <a16:creationId xmlns:a16="http://schemas.microsoft.com/office/drawing/2014/main" id="{34F53E32-1C4E-D2BF-B9E6-C72D208CE2E6}"/>
              </a:ext>
            </a:extLst>
          </p:cNvPr>
          <p:cNvSpPr/>
          <p:nvPr/>
        </p:nvSpPr>
        <p:spPr>
          <a:xfrm>
            <a:off x="9725507" y="1678381"/>
            <a:ext cx="381018" cy="988964"/>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8" name="Rechteck 607">
            <a:extLst>
              <a:ext uri="{FF2B5EF4-FFF2-40B4-BE49-F238E27FC236}">
                <a16:creationId xmlns:a16="http://schemas.microsoft.com/office/drawing/2014/main" id="{240933A1-65B6-F7FA-98B8-759CC66BB173}"/>
              </a:ext>
            </a:extLst>
          </p:cNvPr>
          <p:cNvSpPr/>
          <p:nvPr/>
        </p:nvSpPr>
        <p:spPr>
          <a:xfrm>
            <a:off x="7257038" y="1620514"/>
            <a:ext cx="381018" cy="988964"/>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5" name="Gruppieren 24">
            <a:extLst>
              <a:ext uri="{FF2B5EF4-FFF2-40B4-BE49-F238E27FC236}">
                <a16:creationId xmlns:a16="http://schemas.microsoft.com/office/drawing/2014/main" id="{D79620C0-99E6-14B8-75A6-41FCEBB3F996}"/>
              </a:ext>
            </a:extLst>
          </p:cNvPr>
          <p:cNvGrpSpPr/>
          <p:nvPr/>
        </p:nvGrpSpPr>
        <p:grpSpPr>
          <a:xfrm>
            <a:off x="2794873" y="734073"/>
            <a:ext cx="1658891" cy="3840410"/>
            <a:chOff x="2794873" y="734073"/>
            <a:chExt cx="1658891" cy="3840410"/>
          </a:xfrm>
        </p:grpSpPr>
        <p:sp>
          <p:nvSpPr>
            <p:cNvPr id="12" name="Rechteck 11">
              <a:extLst>
                <a:ext uri="{FF2B5EF4-FFF2-40B4-BE49-F238E27FC236}">
                  <a16:creationId xmlns:a16="http://schemas.microsoft.com/office/drawing/2014/main" id="{7596EE49-AF96-23ED-8E8E-65EB5C2BB0A6}"/>
                </a:ext>
              </a:extLst>
            </p:cNvPr>
            <p:cNvSpPr/>
            <p:nvPr/>
          </p:nvSpPr>
          <p:spPr>
            <a:xfrm>
              <a:off x="2926092" y="734073"/>
              <a:ext cx="71437" cy="285892"/>
            </a:xfrm>
            <a:prstGeom prst="rect">
              <a:avLst/>
            </a:prstGeom>
            <a:solidFill>
              <a:srgbClr val="FF9900"/>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B90ABE85-B2F2-46B8-1708-0EDFCFD8084C}"/>
                </a:ext>
              </a:extLst>
            </p:cNvPr>
            <p:cNvSpPr/>
            <p:nvPr/>
          </p:nvSpPr>
          <p:spPr>
            <a:xfrm>
              <a:off x="2876775" y="1019964"/>
              <a:ext cx="170071" cy="3554519"/>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4" name="Gerader Verbinder 13">
              <a:extLst>
                <a:ext uri="{FF2B5EF4-FFF2-40B4-BE49-F238E27FC236}">
                  <a16:creationId xmlns:a16="http://schemas.microsoft.com/office/drawing/2014/main" id="{ED5AD260-92E7-00DE-0B30-1DA46FEB609C}"/>
                </a:ext>
              </a:extLst>
            </p:cNvPr>
            <p:cNvCxnSpPr>
              <a:cxnSpLocks/>
            </p:cNvCxnSpPr>
            <p:nvPr/>
          </p:nvCxnSpPr>
          <p:spPr>
            <a:xfrm>
              <a:off x="3622114" y="1864361"/>
              <a:ext cx="786494" cy="0"/>
            </a:xfrm>
            <a:prstGeom prst="line">
              <a:avLst/>
            </a:prstGeom>
            <a:solidFill>
              <a:schemeClr val="tx1"/>
            </a:solidFill>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A1E3DAB-BDF5-BC1F-96BA-8B2133C404D1}"/>
                </a:ext>
              </a:extLst>
            </p:cNvPr>
            <p:cNvCxnSpPr>
              <a:cxnSpLocks/>
            </p:cNvCxnSpPr>
            <p:nvPr/>
          </p:nvCxnSpPr>
          <p:spPr>
            <a:xfrm>
              <a:off x="3622114" y="2255387"/>
              <a:ext cx="786494" cy="0"/>
            </a:xfrm>
            <a:prstGeom prst="line">
              <a:avLst/>
            </a:prstGeom>
            <a:solidFill>
              <a:schemeClr val="tx1"/>
            </a:solidFill>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Freihandform: Form 15">
              <a:extLst>
                <a:ext uri="{FF2B5EF4-FFF2-40B4-BE49-F238E27FC236}">
                  <a16:creationId xmlns:a16="http://schemas.microsoft.com/office/drawing/2014/main" id="{A5F3B027-8F26-3E38-5597-6258E04A1AAD}"/>
                </a:ext>
              </a:extLst>
            </p:cNvPr>
            <p:cNvSpPr/>
            <p:nvPr/>
          </p:nvSpPr>
          <p:spPr>
            <a:xfrm>
              <a:off x="4363452" y="1864361"/>
              <a:ext cx="90312" cy="400783"/>
            </a:xfrm>
            <a:custGeom>
              <a:avLst/>
              <a:gdLst>
                <a:gd name="connsiteX0" fmla="*/ 36095 w 90312"/>
                <a:gd name="connsiteY0" fmla="*/ 0 h 400783"/>
                <a:gd name="connsiteX1" fmla="*/ 30079 w 90312"/>
                <a:gd name="connsiteY1" fmla="*/ 36095 h 400783"/>
                <a:gd name="connsiteX2" fmla="*/ 18047 w 90312"/>
                <a:gd name="connsiteY2" fmla="*/ 114300 h 400783"/>
                <a:gd name="connsiteX3" fmla="*/ 6016 w 90312"/>
                <a:gd name="connsiteY3" fmla="*/ 144379 h 400783"/>
                <a:gd name="connsiteX4" fmla="*/ 0 w 90312"/>
                <a:gd name="connsiteY4" fmla="*/ 162426 h 400783"/>
                <a:gd name="connsiteX5" fmla="*/ 12031 w 90312"/>
                <a:gd name="connsiteY5" fmla="*/ 180474 h 400783"/>
                <a:gd name="connsiteX6" fmla="*/ 60158 w 90312"/>
                <a:gd name="connsiteY6" fmla="*/ 204537 h 400783"/>
                <a:gd name="connsiteX7" fmla="*/ 84221 w 90312"/>
                <a:gd name="connsiteY7" fmla="*/ 240632 h 400783"/>
                <a:gd name="connsiteX8" fmla="*/ 90237 w 90312"/>
                <a:gd name="connsiteY8" fmla="*/ 258679 h 400783"/>
                <a:gd name="connsiteX9" fmla="*/ 72189 w 90312"/>
                <a:gd name="connsiteY9" fmla="*/ 354932 h 400783"/>
                <a:gd name="connsiteX10" fmla="*/ 60158 w 90312"/>
                <a:gd name="connsiteY10" fmla="*/ 372979 h 400783"/>
                <a:gd name="connsiteX11" fmla="*/ 30079 w 90312"/>
                <a:gd name="connsiteY11" fmla="*/ 391026 h 40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12" h="400783">
                  <a:moveTo>
                    <a:pt x="36095" y="0"/>
                  </a:moveTo>
                  <a:cubicBezTo>
                    <a:pt x="34090" y="12032"/>
                    <a:pt x="31804" y="24020"/>
                    <a:pt x="30079" y="36095"/>
                  </a:cubicBezTo>
                  <a:cubicBezTo>
                    <a:pt x="27410" y="54777"/>
                    <a:pt x="24315" y="93407"/>
                    <a:pt x="18047" y="114300"/>
                  </a:cubicBezTo>
                  <a:cubicBezTo>
                    <a:pt x="14944" y="124643"/>
                    <a:pt x="9808" y="134268"/>
                    <a:pt x="6016" y="144379"/>
                  </a:cubicBezTo>
                  <a:cubicBezTo>
                    <a:pt x="3790" y="150316"/>
                    <a:pt x="2005" y="156410"/>
                    <a:pt x="0" y="162426"/>
                  </a:cubicBezTo>
                  <a:cubicBezTo>
                    <a:pt x="4010" y="168442"/>
                    <a:pt x="6108" y="176328"/>
                    <a:pt x="12031" y="180474"/>
                  </a:cubicBezTo>
                  <a:cubicBezTo>
                    <a:pt x="26725" y="190760"/>
                    <a:pt x="60158" y="204537"/>
                    <a:pt x="60158" y="204537"/>
                  </a:cubicBezTo>
                  <a:cubicBezTo>
                    <a:pt x="68179" y="216569"/>
                    <a:pt x="77198" y="227992"/>
                    <a:pt x="84221" y="240632"/>
                  </a:cubicBezTo>
                  <a:cubicBezTo>
                    <a:pt x="87301" y="246175"/>
                    <a:pt x="90237" y="252338"/>
                    <a:pt x="90237" y="258679"/>
                  </a:cubicBezTo>
                  <a:cubicBezTo>
                    <a:pt x="90237" y="312608"/>
                    <a:pt x="92509" y="319372"/>
                    <a:pt x="72189" y="354932"/>
                  </a:cubicBezTo>
                  <a:cubicBezTo>
                    <a:pt x="68602" y="361209"/>
                    <a:pt x="65712" y="368350"/>
                    <a:pt x="60158" y="372979"/>
                  </a:cubicBezTo>
                  <a:cubicBezTo>
                    <a:pt x="-19699" y="439528"/>
                    <a:pt x="59277" y="361833"/>
                    <a:pt x="30079" y="391026"/>
                  </a:cubicBezTo>
                </a:path>
              </a:pathLst>
            </a:cu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7" name="Rechteck 16">
              <a:extLst>
                <a:ext uri="{FF2B5EF4-FFF2-40B4-BE49-F238E27FC236}">
                  <a16:creationId xmlns:a16="http://schemas.microsoft.com/office/drawing/2014/main" id="{A5CBD087-8DA9-567B-7EC8-E97D91E77459}"/>
                </a:ext>
              </a:extLst>
            </p:cNvPr>
            <p:cNvSpPr/>
            <p:nvPr/>
          </p:nvSpPr>
          <p:spPr>
            <a:xfrm>
              <a:off x="3458670" y="937354"/>
              <a:ext cx="170072" cy="2501396"/>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95E9234F-23F5-1FFD-DD15-968A6FBD2642}"/>
                </a:ext>
              </a:extLst>
            </p:cNvPr>
            <p:cNvSpPr/>
            <p:nvPr/>
          </p:nvSpPr>
          <p:spPr>
            <a:xfrm>
              <a:off x="3276942" y="1245563"/>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205B8E8C-2C41-048E-DE13-3E1596A35121}"/>
                </a:ext>
              </a:extLst>
            </p:cNvPr>
            <p:cNvSpPr/>
            <p:nvPr/>
          </p:nvSpPr>
          <p:spPr>
            <a:xfrm>
              <a:off x="3276942" y="2511168"/>
              <a:ext cx="181728" cy="15480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3289F6C0-003C-E675-BBFF-6754831784A0}"/>
                </a:ext>
              </a:extLst>
            </p:cNvPr>
            <p:cNvSpPr/>
            <p:nvPr/>
          </p:nvSpPr>
          <p:spPr>
            <a:xfrm>
              <a:off x="3142958" y="937353"/>
              <a:ext cx="165600" cy="2120146"/>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8D264115-6194-C762-B3EB-9C4B101846EE}"/>
                </a:ext>
              </a:extLst>
            </p:cNvPr>
            <p:cNvSpPr/>
            <p:nvPr/>
          </p:nvSpPr>
          <p:spPr>
            <a:xfrm rot="10800000">
              <a:off x="2794873" y="934717"/>
              <a:ext cx="342000" cy="3532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2" name="Rechteck 21">
              <a:extLst>
                <a:ext uri="{FF2B5EF4-FFF2-40B4-BE49-F238E27FC236}">
                  <a16:creationId xmlns:a16="http://schemas.microsoft.com/office/drawing/2014/main" id="{B5F2C6A2-A88F-9BA5-A37F-A293481BCE21}"/>
                </a:ext>
              </a:extLst>
            </p:cNvPr>
            <p:cNvSpPr/>
            <p:nvPr/>
          </p:nvSpPr>
          <p:spPr>
            <a:xfrm rot="10800000">
              <a:off x="2796872" y="2674520"/>
              <a:ext cx="34200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3" name="Ellipse 22">
              <a:extLst>
                <a:ext uri="{FF2B5EF4-FFF2-40B4-BE49-F238E27FC236}">
                  <a16:creationId xmlns:a16="http://schemas.microsoft.com/office/drawing/2014/main" id="{5FEF5B41-31FF-1C95-A61D-9A745F7DF373}"/>
                </a:ext>
              </a:extLst>
            </p:cNvPr>
            <p:cNvSpPr/>
            <p:nvPr/>
          </p:nvSpPr>
          <p:spPr>
            <a:xfrm>
              <a:off x="2887659" y="1052317"/>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4" name="Ellipse 23">
              <a:extLst>
                <a:ext uri="{FF2B5EF4-FFF2-40B4-BE49-F238E27FC236}">
                  <a16:creationId xmlns:a16="http://schemas.microsoft.com/office/drawing/2014/main" id="{7FFCB952-50D8-02BC-58FB-7D3E312FFC6E}"/>
                </a:ext>
              </a:extLst>
            </p:cNvPr>
            <p:cNvSpPr/>
            <p:nvPr/>
          </p:nvSpPr>
          <p:spPr>
            <a:xfrm>
              <a:off x="2897473" y="266596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3" name="Ellipse 2">
            <a:extLst>
              <a:ext uri="{FF2B5EF4-FFF2-40B4-BE49-F238E27FC236}">
                <a16:creationId xmlns:a16="http://schemas.microsoft.com/office/drawing/2014/main" id="{642E5E3C-775E-0495-3FC9-F2ED345AF5C8}"/>
              </a:ext>
            </a:extLst>
          </p:cNvPr>
          <p:cNvSpPr/>
          <p:nvPr/>
        </p:nvSpPr>
        <p:spPr>
          <a:xfrm>
            <a:off x="2882528" y="1148772"/>
            <a:ext cx="9067027" cy="906702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395503C6-A981-0602-CA66-AC9D9D207421}"/>
              </a:ext>
            </a:extLst>
          </p:cNvPr>
          <p:cNvCxnSpPr>
            <a:cxnSpLocks/>
          </p:cNvCxnSpPr>
          <p:nvPr/>
        </p:nvCxnSpPr>
        <p:spPr>
          <a:xfrm flipH="1" flipV="1">
            <a:off x="5928240" y="5035225"/>
            <a:ext cx="34321" cy="2540405"/>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Gerader Verbinder 6">
            <a:extLst>
              <a:ext uri="{FF2B5EF4-FFF2-40B4-BE49-F238E27FC236}">
                <a16:creationId xmlns:a16="http://schemas.microsoft.com/office/drawing/2014/main" id="{1BF3E71C-79C5-B856-3B56-F167C2CC6110}"/>
              </a:ext>
            </a:extLst>
          </p:cNvPr>
          <p:cNvCxnSpPr>
            <a:cxnSpLocks/>
          </p:cNvCxnSpPr>
          <p:nvPr/>
        </p:nvCxnSpPr>
        <p:spPr>
          <a:xfrm flipH="1">
            <a:off x="11289924" y="5044122"/>
            <a:ext cx="67519" cy="2357888"/>
          </a:xfrm>
          <a:prstGeom prst="line">
            <a:avLst/>
          </a:prstGeom>
        </p:spPr>
        <p:style>
          <a:lnRef idx="2">
            <a:schemeClr val="accent1"/>
          </a:lnRef>
          <a:fillRef idx="0">
            <a:schemeClr val="accent1"/>
          </a:fillRef>
          <a:effectRef idx="1">
            <a:schemeClr val="accent1"/>
          </a:effectRef>
          <a:fontRef idx="minor">
            <a:schemeClr val="tx1"/>
          </a:fontRef>
        </p:style>
      </p:cxnSp>
      <p:sp>
        <p:nvSpPr>
          <p:cNvPr id="8" name="Ellipse 7">
            <a:extLst>
              <a:ext uri="{FF2B5EF4-FFF2-40B4-BE49-F238E27FC236}">
                <a16:creationId xmlns:a16="http://schemas.microsoft.com/office/drawing/2014/main" id="{561F09BB-8F1F-CB5D-D735-2951BFD9C9BB}"/>
              </a:ext>
            </a:extLst>
          </p:cNvPr>
          <p:cNvSpPr/>
          <p:nvPr/>
        </p:nvSpPr>
        <p:spPr>
          <a:xfrm>
            <a:off x="11494346" y="5370384"/>
            <a:ext cx="359547" cy="32040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Ellipse 8">
            <a:extLst>
              <a:ext uri="{FF2B5EF4-FFF2-40B4-BE49-F238E27FC236}">
                <a16:creationId xmlns:a16="http://schemas.microsoft.com/office/drawing/2014/main" id="{B8A02618-FC0E-895D-9223-5B4CC05D41FF}"/>
              </a:ext>
            </a:extLst>
          </p:cNvPr>
          <p:cNvSpPr/>
          <p:nvPr/>
        </p:nvSpPr>
        <p:spPr>
          <a:xfrm>
            <a:off x="1307259" y="6720370"/>
            <a:ext cx="359547" cy="32040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Ellipse 9">
            <a:extLst>
              <a:ext uri="{FF2B5EF4-FFF2-40B4-BE49-F238E27FC236}">
                <a16:creationId xmlns:a16="http://schemas.microsoft.com/office/drawing/2014/main" id="{833ADC02-59AE-ABDD-9DCC-9BA92E0C2892}"/>
              </a:ext>
            </a:extLst>
          </p:cNvPr>
          <p:cNvSpPr/>
          <p:nvPr/>
        </p:nvSpPr>
        <p:spPr>
          <a:xfrm>
            <a:off x="1553005" y="6571124"/>
            <a:ext cx="359547" cy="32040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8" name="Gerader Verbinder 27">
            <a:extLst>
              <a:ext uri="{FF2B5EF4-FFF2-40B4-BE49-F238E27FC236}">
                <a16:creationId xmlns:a16="http://schemas.microsoft.com/office/drawing/2014/main" id="{C9CD012B-0979-E562-4D22-289AE8B748DA}"/>
              </a:ext>
            </a:extLst>
          </p:cNvPr>
          <p:cNvCxnSpPr>
            <a:cxnSpLocks/>
          </p:cNvCxnSpPr>
          <p:nvPr/>
        </p:nvCxnSpPr>
        <p:spPr>
          <a:xfrm flipV="1">
            <a:off x="9911605" y="7402010"/>
            <a:ext cx="1412078" cy="65397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4659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hteck 56">
            <a:extLst>
              <a:ext uri="{FF2B5EF4-FFF2-40B4-BE49-F238E27FC236}">
                <a16:creationId xmlns:a16="http://schemas.microsoft.com/office/drawing/2014/main" id="{D88FA469-4905-4CE8-826B-317175BFEEBA}"/>
              </a:ext>
            </a:extLst>
          </p:cNvPr>
          <p:cNvSpPr/>
          <p:nvPr/>
        </p:nvSpPr>
        <p:spPr>
          <a:xfrm>
            <a:off x="1635242" y="4774912"/>
            <a:ext cx="1440000" cy="1980000"/>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06" name="Rechteck 305">
            <a:extLst>
              <a:ext uri="{FF2B5EF4-FFF2-40B4-BE49-F238E27FC236}">
                <a16:creationId xmlns:a16="http://schemas.microsoft.com/office/drawing/2014/main" id="{50F41F2B-F39A-7C73-0797-9199EF28D360}"/>
              </a:ext>
            </a:extLst>
          </p:cNvPr>
          <p:cNvSpPr/>
          <p:nvPr/>
        </p:nvSpPr>
        <p:spPr>
          <a:xfrm rot="5400000">
            <a:off x="9870962" y="1749044"/>
            <a:ext cx="1930944" cy="58507"/>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05" name="Rechteck 304">
            <a:extLst>
              <a:ext uri="{FF2B5EF4-FFF2-40B4-BE49-F238E27FC236}">
                <a16:creationId xmlns:a16="http://schemas.microsoft.com/office/drawing/2014/main" id="{097A5C4A-610F-899C-8E95-73DE3D83E035}"/>
              </a:ext>
            </a:extLst>
          </p:cNvPr>
          <p:cNvSpPr/>
          <p:nvPr/>
        </p:nvSpPr>
        <p:spPr>
          <a:xfrm rot="5400000">
            <a:off x="9449480" y="1753804"/>
            <a:ext cx="1930944" cy="58507"/>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3" name="Rechteck 232">
            <a:extLst>
              <a:ext uri="{FF2B5EF4-FFF2-40B4-BE49-F238E27FC236}">
                <a16:creationId xmlns:a16="http://schemas.microsoft.com/office/drawing/2014/main" id="{A4DFE79B-90C9-FD6C-1192-F38EEE6D64D0}"/>
              </a:ext>
            </a:extLst>
          </p:cNvPr>
          <p:cNvSpPr/>
          <p:nvPr/>
        </p:nvSpPr>
        <p:spPr>
          <a:xfrm rot="5400000">
            <a:off x="10140347" y="3267486"/>
            <a:ext cx="983685" cy="680855"/>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2" name="Rechteck 231">
            <a:extLst>
              <a:ext uri="{FF2B5EF4-FFF2-40B4-BE49-F238E27FC236}">
                <a16:creationId xmlns:a16="http://schemas.microsoft.com/office/drawing/2014/main" id="{1773F86C-0E1B-BEE9-6FF2-9322F527A39F}"/>
              </a:ext>
            </a:extLst>
          </p:cNvPr>
          <p:cNvSpPr/>
          <p:nvPr/>
        </p:nvSpPr>
        <p:spPr>
          <a:xfrm rot="5400000">
            <a:off x="11040822" y="2281767"/>
            <a:ext cx="446463" cy="58287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Rechteck 227">
            <a:extLst>
              <a:ext uri="{FF2B5EF4-FFF2-40B4-BE49-F238E27FC236}">
                <a16:creationId xmlns:a16="http://schemas.microsoft.com/office/drawing/2014/main" id="{AF3910DC-0D2F-3CCF-C4B7-7B7B2188DB45}"/>
              </a:ext>
            </a:extLst>
          </p:cNvPr>
          <p:cNvSpPr/>
          <p:nvPr/>
        </p:nvSpPr>
        <p:spPr>
          <a:xfrm rot="5400000">
            <a:off x="10194815" y="2043955"/>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906138" y="3052108"/>
            <a:ext cx="427242" cy="407194"/>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5" name="Rechteck 224">
            <a:extLst>
              <a:ext uri="{FF2B5EF4-FFF2-40B4-BE49-F238E27FC236}">
                <a16:creationId xmlns:a16="http://schemas.microsoft.com/office/drawing/2014/main" id="{2E6A7E92-1EB9-034A-3553-136A57F31961}"/>
              </a:ext>
            </a:extLst>
          </p:cNvPr>
          <p:cNvSpPr/>
          <p:nvPr/>
        </p:nvSpPr>
        <p:spPr>
          <a:xfrm rot="5400000">
            <a:off x="4151585" y="2321563"/>
            <a:ext cx="427241" cy="48405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6" name="Rechteck 175">
            <a:extLst>
              <a:ext uri="{FF2B5EF4-FFF2-40B4-BE49-F238E27FC236}">
                <a16:creationId xmlns:a16="http://schemas.microsoft.com/office/drawing/2014/main" id="{B62A2A78-989D-41C7-0BAE-3FCC7BA74364}"/>
              </a:ext>
            </a:extLst>
          </p:cNvPr>
          <p:cNvSpPr/>
          <p:nvPr/>
        </p:nvSpPr>
        <p:spPr>
          <a:xfrm rot="5400000">
            <a:off x="5915444" y="3041028"/>
            <a:ext cx="427241" cy="48405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69" name="Rechteck 168">
            <a:extLst>
              <a:ext uri="{FF2B5EF4-FFF2-40B4-BE49-F238E27FC236}">
                <a16:creationId xmlns:a16="http://schemas.microsoft.com/office/drawing/2014/main" id="{8D90B7E3-30E8-3FBE-58D6-EC2FC58DB353}"/>
              </a:ext>
            </a:extLst>
          </p:cNvPr>
          <p:cNvSpPr/>
          <p:nvPr/>
        </p:nvSpPr>
        <p:spPr>
          <a:xfrm rot="5400000">
            <a:off x="4794289" y="2217343"/>
            <a:ext cx="427241" cy="692498"/>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11AD31DD-704D-78FE-109A-3DF08A18C6B3}"/>
              </a:ext>
            </a:extLst>
          </p:cNvPr>
          <p:cNvSpPr/>
          <p:nvPr/>
        </p:nvSpPr>
        <p:spPr>
          <a:xfrm rot="5400000">
            <a:off x="5154345" y="1561163"/>
            <a:ext cx="1416563" cy="1016933"/>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3" name="Rechteck 62">
            <a:extLst>
              <a:ext uri="{FF2B5EF4-FFF2-40B4-BE49-F238E27FC236}">
                <a16:creationId xmlns:a16="http://schemas.microsoft.com/office/drawing/2014/main" id="{90D35D68-041B-04B2-8389-3F1AE8A56C1F}"/>
              </a:ext>
            </a:extLst>
          </p:cNvPr>
          <p:cNvSpPr/>
          <p:nvPr/>
        </p:nvSpPr>
        <p:spPr>
          <a:xfrm rot="5400000">
            <a:off x="5063385" y="1900151"/>
            <a:ext cx="1218415" cy="45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471159" y="2826251"/>
            <a:ext cx="10800000"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20" name="Rechteck 119">
            <a:extLst>
              <a:ext uri="{FF2B5EF4-FFF2-40B4-BE49-F238E27FC236}">
                <a16:creationId xmlns:a16="http://schemas.microsoft.com/office/drawing/2014/main" id="{B38364BA-B878-38A4-5D7D-1C74AD4F112C}"/>
              </a:ext>
            </a:extLst>
          </p:cNvPr>
          <p:cNvSpPr/>
          <p:nvPr/>
        </p:nvSpPr>
        <p:spPr>
          <a:xfrm rot="5400000">
            <a:off x="360385" y="1690701"/>
            <a:ext cx="1404036" cy="74533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5" name="Grafik 124">
            <a:extLst>
              <a:ext uri="{FF2B5EF4-FFF2-40B4-BE49-F238E27FC236}">
                <a16:creationId xmlns:a16="http://schemas.microsoft.com/office/drawing/2014/main" id="{50C243E3-42B2-4F0B-34DC-2CCF68834131}"/>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66589" y="1076259"/>
            <a:ext cx="782808" cy="1285331"/>
          </a:xfrm>
          <a:prstGeom prst="rect">
            <a:avLst/>
          </a:prstGeom>
        </p:spPr>
      </p:pic>
      <p:sp>
        <p:nvSpPr>
          <p:cNvPr id="109" name="Rechteck 108">
            <a:extLst>
              <a:ext uri="{FF2B5EF4-FFF2-40B4-BE49-F238E27FC236}">
                <a16:creationId xmlns:a16="http://schemas.microsoft.com/office/drawing/2014/main" id="{D6BE3DC5-2F9C-3597-3B5D-75EAB6AD6AA2}"/>
              </a:ext>
            </a:extLst>
          </p:cNvPr>
          <p:cNvSpPr/>
          <p:nvPr/>
        </p:nvSpPr>
        <p:spPr>
          <a:xfrm rot="5400000">
            <a:off x="-113014" y="4011636"/>
            <a:ext cx="2389952" cy="648870"/>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endParaRPr lang="de-DE"/>
          </a:p>
        </p:txBody>
      </p:sp>
      <p:pic>
        <p:nvPicPr>
          <p:cNvPr id="17" name="Grafik 16">
            <a:extLst>
              <a:ext uri="{FF2B5EF4-FFF2-40B4-BE49-F238E27FC236}">
                <a16:creationId xmlns:a16="http://schemas.microsoft.com/office/drawing/2014/main" id="{E6907988-46B7-2FB7-D1AE-D05836AFC482}"/>
              </a:ext>
            </a:extLst>
          </p:cNvPr>
          <p:cNvPicPr>
            <a:picLocks noChangeAspect="1"/>
          </p:cNvPicPr>
          <p:nvPr/>
        </p:nvPicPr>
        <p:blipFill>
          <a:blip r:embed="rId4"/>
          <a:stretch>
            <a:fillRect/>
          </a:stretch>
        </p:blipFill>
        <p:spPr>
          <a:xfrm rot="1247464">
            <a:off x="10710313" y="5246757"/>
            <a:ext cx="850143" cy="626422"/>
          </a:xfrm>
          <a:prstGeom prst="rect">
            <a:avLst/>
          </a:prstGeom>
        </p:spPr>
      </p:pic>
      <p:sp>
        <p:nvSpPr>
          <p:cNvPr id="19" name="Rechteck 18">
            <a:extLst>
              <a:ext uri="{FF2B5EF4-FFF2-40B4-BE49-F238E27FC236}">
                <a16:creationId xmlns:a16="http://schemas.microsoft.com/office/drawing/2014/main" id="{6E9A83A0-11B2-7FB8-5140-7F38FB85F34B}"/>
              </a:ext>
            </a:extLst>
          </p:cNvPr>
          <p:cNvSpPr/>
          <p:nvPr/>
        </p:nvSpPr>
        <p:spPr>
          <a:xfrm rot="16200000">
            <a:off x="645056" y="493967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a:t>Cut &amp; Strip</a:t>
            </a:r>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925876" y="548617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grpSp>
        <p:nvGrpSpPr>
          <p:cNvPr id="27" name="Gruppieren 26">
            <a:extLst>
              <a:ext uri="{FF2B5EF4-FFF2-40B4-BE49-F238E27FC236}">
                <a16:creationId xmlns:a16="http://schemas.microsoft.com/office/drawing/2014/main" id="{89A01C23-852A-9780-E878-BF7FD76B2B20}"/>
              </a:ext>
            </a:extLst>
          </p:cNvPr>
          <p:cNvGrpSpPr/>
          <p:nvPr/>
        </p:nvGrpSpPr>
        <p:grpSpPr>
          <a:xfrm rot="10800000" flipH="1">
            <a:off x="949614" y="3873887"/>
            <a:ext cx="25807" cy="726114"/>
            <a:chOff x="6851814" y="1766023"/>
            <a:chExt cx="78569" cy="2068826"/>
          </a:xfrm>
        </p:grpSpPr>
        <p:sp>
          <p:nvSpPr>
            <p:cNvPr id="28" name="Rechteck 27">
              <a:extLst>
                <a:ext uri="{FF2B5EF4-FFF2-40B4-BE49-F238E27FC236}">
                  <a16:creationId xmlns:a16="http://schemas.microsoft.com/office/drawing/2014/main" id="{2347EC5E-9EA1-89A8-69BA-BC0B199C91E8}"/>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BEE47919-A8ED-9023-A78B-312AAFEDFFF4}"/>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 name="Rechteck 29">
              <a:extLst>
                <a:ext uri="{FF2B5EF4-FFF2-40B4-BE49-F238E27FC236}">
                  <a16:creationId xmlns:a16="http://schemas.microsoft.com/office/drawing/2014/main" id="{873E17F6-E8F3-CA7D-E5EB-4A43196CD6A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 name="Rechteck 30">
              <a:extLst>
                <a:ext uri="{FF2B5EF4-FFF2-40B4-BE49-F238E27FC236}">
                  <a16:creationId xmlns:a16="http://schemas.microsoft.com/office/drawing/2014/main" id="{61BC94CD-8733-16CE-5621-7A930CEC4A90}"/>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 name="Rechteck 32">
              <a:extLst>
                <a:ext uri="{FF2B5EF4-FFF2-40B4-BE49-F238E27FC236}">
                  <a16:creationId xmlns:a16="http://schemas.microsoft.com/office/drawing/2014/main" id="{BE644BD5-82FA-7C1C-C446-97EA01AF08C5}"/>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54" name="Zylinder 53">
            <a:extLst>
              <a:ext uri="{FF2B5EF4-FFF2-40B4-BE49-F238E27FC236}">
                <a16:creationId xmlns:a16="http://schemas.microsoft.com/office/drawing/2014/main" id="{E2EB6F2D-00D9-D8CB-B3C9-73FF6DADAC42}"/>
              </a:ext>
            </a:extLst>
          </p:cNvPr>
          <p:cNvSpPr/>
          <p:nvPr/>
        </p:nvSpPr>
        <p:spPr>
          <a:xfrm>
            <a:off x="1884635" y="528049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8" name="Textfeld 57">
            <a:extLst>
              <a:ext uri="{FF2B5EF4-FFF2-40B4-BE49-F238E27FC236}">
                <a16:creationId xmlns:a16="http://schemas.microsoft.com/office/drawing/2014/main" id="{D8285736-640A-C39D-F6AF-7ECFF4D49C5E}"/>
              </a:ext>
            </a:extLst>
          </p:cNvPr>
          <p:cNvSpPr txBox="1"/>
          <p:nvPr/>
        </p:nvSpPr>
        <p:spPr>
          <a:xfrm>
            <a:off x="4236743" y="5415641"/>
            <a:ext cx="2043745" cy="1200329"/>
          </a:xfrm>
          <a:prstGeom prst="rect">
            <a:avLst/>
          </a:prstGeom>
          <a:noFill/>
        </p:spPr>
        <p:txBody>
          <a:bodyPr wrap="square" rtlCol="0">
            <a:spAutoFit/>
          </a:bodyPr>
          <a:lstStyle/>
          <a:p>
            <a:r>
              <a:rPr lang="de-DE" sz="900" dirty="0"/>
              <a:t>1     Cutting and Stripping</a:t>
            </a:r>
          </a:p>
          <a:p>
            <a:r>
              <a:rPr lang="de-DE" sz="900" dirty="0"/>
              <a:t>2     Insert </a:t>
            </a:r>
            <a:r>
              <a:rPr lang="de-DE" sz="900" dirty="0" err="1"/>
              <a:t>Shrinksleeve</a:t>
            </a:r>
            <a:endParaRPr lang="de-DE" sz="900" dirty="0"/>
          </a:p>
          <a:p>
            <a:r>
              <a:rPr lang="de-DE" sz="900" dirty="0"/>
              <a:t>3     </a:t>
            </a:r>
            <a:r>
              <a:rPr lang="de-DE" sz="900" dirty="0" err="1"/>
              <a:t>Removing</a:t>
            </a:r>
            <a:r>
              <a:rPr lang="de-DE" sz="900" dirty="0"/>
              <a:t> </a:t>
            </a:r>
            <a:r>
              <a:rPr lang="de-DE" sz="900" dirty="0" err="1"/>
              <a:t>Isolationpart</a:t>
            </a:r>
            <a:r>
              <a:rPr lang="de-DE" sz="900" dirty="0"/>
              <a:t> Terminal 1</a:t>
            </a:r>
          </a:p>
          <a:p>
            <a:r>
              <a:rPr lang="de-DE" sz="900" dirty="0"/>
              <a:t>4     Free Station </a:t>
            </a:r>
          </a:p>
          <a:p>
            <a:r>
              <a:rPr lang="de-DE" sz="900" dirty="0"/>
              <a:t>5     </a:t>
            </a:r>
            <a:r>
              <a:rPr lang="de-DE" sz="900" dirty="0" err="1"/>
              <a:t>Feeding</a:t>
            </a:r>
            <a:r>
              <a:rPr lang="de-DE" sz="900" dirty="0"/>
              <a:t> Terminal 2 and </a:t>
            </a:r>
            <a:r>
              <a:rPr lang="de-DE" sz="900" dirty="0" err="1"/>
              <a:t>Crimping</a:t>
            </a:r>
            <a:r>
              <a:rPr lang="de-DE" sz="900" dirty="0"/>
              <a:t> 1</a:t>
            </a:r>
          </a:p>
          <a:p>
            <a:r>
              <a:rPr lang="de-DE" sz="900" dirty="0"/>
              <a:t>6     Free Station</a:t>
            </a:r>
          </a:p>
          <a:p>
            <a:r>
              <a:rPr lang="de-DE" sz="900" dirty="0"/>
              <a:t>7     Bending Terminal 1</a:t>
            </a:r>
          </a:p>
          <a:p>
            <a:r>
              <a:rPr lang="de-DE" sz="900" dirty="0"/>
              <a:t>8     </a:t>
            </a:r>
            <a:r>
              <a:rPr lang="de-DE" sz="900" dirty="0" err="1"/>
              <a:t>Tinning</a:t>
            </a:r>
            <a:r>
              <a:rPr lang="de-DE" sz="900" dirty="0"/>
              <a:t> Terminal 1</a:t>
            </a:r>
          </a:p>
        </p:txBody>
      </p:sp>
      <p:grpSp>
        <p:nvGrpSpPr>
          <p:cNvPr id="77" name="Gruppieren 76">
            <a:extLst>
              <a:ext uri="{FF2B5EF4-FFF2-40B4-BE49-F238E27FC236}">
                <a16:creationId xmlns:a16="http://schemas.microsoft.com/office/drawing/2014/main" id="{8238203A-4650-9AAB-ACB9-FE6310B2159C}"/>
              </a:ext>
            </a:extLst>
          </p:cNvPr>
          <p:cNvGrpSpPr/>
          <p:nvPr/>
        </p:nvGrpSpPr>
        <p:grpSpPr>
          <a:xfrm>
            <a:off x="865573" y="2802441"/>
            <a:ext cx="75705" cy="277927"/>
            <a:chOff x="3476670" y="3647733"/>
            <a:chExt cx="75705" cy="277927"/>
          </a:xfrm>
        </p:grpSpPr>
        <p:sp>
          <p:nvSpPr>
            <p:cNvPr id="4" name="Rechteck 3">
              <a:extLst>
                <a:ext uri="{FF2B5EF4-FFF2-40B4-BE49-F238E27FC236}">
                  <a16:creationId xmlns:a16="http://schemas.microsoft.com/office/drawing/2014/main" id="{2B5C822E-7479-CEFE-DB0C-191246EB95D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 name="Verbinder: gekrümmt 61">
              <a:extLst>
                <a:ext uri="{FF2B5EF4-FFF2-40B4-BE49-F238E27FC236}">
                  <a16:creationId xmlns:a16="http://schemas.microsoft.com/office/drawing/2014/main" id="{C03C96CB-BFF3-4FB1-4C39-550F9898590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cxnSp>
        <p:nvCxnSpPr>
          <p:cNvPr id="69" name="Gerader Verbinder 68">
            <a:extLst>
              <a:ext uri="{FF2B5EF4-FFF2-40B4-BE49-F238E27FC236}">
                <a16:creationId xmlns:a16="http://schemas.microsoft.com/office/drawing/2014/main" id="{6E9DC002-9C54-2199-D375-543F75831594}"/>
              </a:ext>
            </a:extLst>
          </p:cNvPr>
          <p:cNvCxnSpPr>
            <a:cxnSpLocks/>
          </p:cNvCxnSpPr>
          <p:nvPr/>
        </p:nvCxnSpPr>
        <p:spPr>
          <a:xfrm flipH="1">
            <a:off x="657685" y="7400974"/>
            <a:ext cx="162000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71" name="Gruppieren 70">
            <a:extLst>
              <a:ext uri="{FF2B5EF4-FFF2-40B4-BE49-F238E27FC236}">
                <a16:creationId xmlns:a16="http://schemas.microsoft.com/office/drawing/2014/main" id="{6B6D27A3-97EE-81E1-FD89-1CE23B5EEB88}"/>
              </a:ext>
            </a:extLst>
          </p:cNvPr>
          <p:cNvGrpSpPr/>
          <p:nvPr/>
        </p:nvGrpSpPr>
        <p:grpSpPr>
          <a:xfrm rot="10800000" flipH="1">
            <a:off x="907588" y="3159148"/>
            <a:ext cx="22754" cy="1472726"/>
            <a:chOff x="6851814" y="1766023"/>
            <a:chExt cx="78569" cy="2068826"/>
          </a:xfrm>
        </p:grpSpPr>
        <p:sp>
          <p:nvSpPr>
            <p:cNvPr id="72" name="Rechteck 71">
              <a:extLst>
                <a:ext uri="{FF2B5EF4-FFF2-40B4-BE49-F238E27FC236}">
                  <a16:creationId xmlns:a16="http://schemas.microsoft.com/office/drawing/2014/main" id="{AE344AD0-9A79-E3C1-EC0E-8EC950451355}"/>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3" name="Rechteck 72">
              <a:extLst>
                <a:ext uri="{FF2B5EF4-FFF2-40B4-BE49-F238E27FC236}">
                  <a16:creationId xmlns:a16="http://schemas.microsoft.com/office/drawing/2014/main" id="{6E3495E2-4F5E-64AD-719A-D351370371C6}"/>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74" name="Rechteck 73">
              <a:extLst>
                <a:ext uri="{FF2B5EF4-FFF2-40B4-BE49-F238E27FC236}">
                  <a16:creationId xmlns:a16="http://schemas.microsoft.com/office/drawing/2014/main" id="{034C1B35-E88A-275E-719D-EC942D4D9B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5" name="Rechteck 74">
              <a:extLst>
                <a:ext uri="{FF2B5EF4-FFF2-40B4-BE49-F238E27FC236}">
                  <a16:creationId xmlns:a16="http://schemas.microsoft.com/office/drawing/2014/main" id="{F22D2757-CC97-BB76-91D5-D118AD26FC7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6" name="Rechteck 75">
              <a:extLst>
                <a:ext uri="{FF2B5EF4-FFF2-40B4-BE49-F238E27FC236}">
                  <a16:creationId xmlns:a16="http://schemas.microsoft.com/office/drawing/2014/main" id="{1B1B9FEB-0975-C089-65F7-E7CAB19BAD4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78" name="Gruppieren 77">
            <a:extLst>
              <a:ext uri="{FF2B5EF4-FFF2-40B4-BE49-F238E27FC236}">
                <a16:creationId xmlns:a16="http://schemas.microsoft.com/office/drawing/2014/main" id="{88F6367B-CBAA-07F7-88D0-4ACF42B47219}"/>
              </a:ext>
            </a:extLst>
          </p:cNvPr>
          <p:cNvGrpSpPr/>
          <p:nvPr/>
        </p:nvGrpSpPr>
        <p:grpSpPr>
          <a:xfrm>
            <a:off x="1306536" y="2802258"/>
            <a:ext cx="75705" cy="277927"/>
            <a:chOff x="3476670" y="3647733"/>
            <a:chExt cx="75705" cy="277927"/>
          </a:xfrm>
        </p:grpSpPr>
        <p:sp>
          <p:nvSpPr>
            <p:cNvPr id="79" name="Rechteck 78">
              <a:extLst>
                <a:ext uri="{FF2B5EF4-FFF2-40B4-BE49-F238E27FC236}">
                  <a16:creationId xmlns:a16="http://schemas.microsoft.com/office/drawing/2014/main" id="{4D24A9C9-2FAD-4909-FE51-49F8A9B2A4F2}"/>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0" name="Verbinder: gekrümmt 79">
              <a:extLst>
                <a:ext uri="{FF2B5EF4-FFF2-40B4-BE49-F238E27FC236}">
                  <a16:creationId xmlns:a16="http://schemas.microsoft.com/office/drawing/2014/main" id="{16054D7C-94C1-1760-1E08-2088E59C4D0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1" name="Gruppieren 80">
            <a:extLst>
              <a:ext uri="{FF2B5EF4-FFF2-40B4-BE49-F238E27FC236}">
                <a16:creationId xmlns:a16="http://schemas.microsoft.com/office/drawing/2014/main" id="{E58F645D-9B46-481B-3807-1CF991C3F52B}"/>
              </a:ext>
            </a:extLst>
          </p:cNvPr>
          <p:cNvGrpSpPr/>
          <p:nvPr/>
        </p:nvGrpSpPr>
        <p:grpSpPr>
          <a:xfrm>
            <a:off x="1736644" y="2817623"/>
            <a:ext cx="75705" cy="277927"/>
            <a:chOff x="3476670" y="3647733"/>
            <a:chExt cx="75705" cy="277927"/>
          </a:xfrm>
        </p:grpSpPr>
        <p:sp>
          <p:nvSpPr>
            <p:cNvPr id="82" name="Rechteck 81">
              <a:extLst>
                <a:ext uri="{FF2B5EF4-FFF2-40B4-BE49-F238E27FC236}">
                  <a16:creationId xmlns:a16="http://schemas.microsoft.com/office/drawing/2014/main" id="{AB022BFC-6A4A-9B92-08A6-EF4D4594245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3" name="Verbinder: gekrümmt 82">
              <a:extLst>
                <a:ext uri="{FF2B5EF4-FFF2-40B4-BE49-F238E27FC236}">
                  <a16:creationId xmlns:a16="http://schemas.microsoft.com/office/drawing/2014/main" id="{E7704BA5-4314-4EF6-1A32-E3CE2891EB8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4" name="Gruppieren 83">
            <a:extLst>
              <a:ext uri="{FF2B5EF4-FFF2-40B4-BE49-F238E27FC236}">
                <a16:creationId xmlns:a16="http://schemas.microsoft.com/office/drawing/2014/main" id="{FE4E41C9-636D-234F-8F01-F6D9CBEA3B1F}"/>
              </a:ext>
            </a:extLst>
          </p:cNvPr>
          <p:cNvGrpSpPr/>
          <p:nvPr/>
        </p:nvGrpSpPr>
        <p:grpSpPr>
          <a:xfrm>
            <a:off x="2166580" y="2812752"/>
            <a:ext cx="75705" cy="277927"/>
            <a:chOff x="3476670" y="3647733"/>
            <a:chExt cx="75705" cy="277927"/>
          </a:xfrm>
        </p:grpSpPr>
        <p:sp>
          <p:nvSpPr>
            <p:cNvPr id="85" name="Rechteck 84">
              <a:extLst>
                <a:ext uri="{FF2B5EF4-FFF2-40B4-BE49-F238E27FC236}">
                  <a16:creationId xmlns:a16="http://schemas.microsoft.com/office/drawing/2014/main" id="{287C2BA7-B453-CFD1-D5DF-7A33A7AF50E4}"/>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6" name="Verbinder: gekrümmt 85">
              <a:extLst>
                <a:ext uri="{FF2B5EF4-FFF2-40B4-BE49-F238E27FC236}">
                  <a16:creationId xmlns:a16="http://schemas.microsoft.com/office/drawing/2014/main" id="{21603F25-B21F-8390-A794-6F6846A5304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7" name="Gruppieren 86">
            <a:extLst>
              <a:ext uri="{FF2B5EF4-FFF2-40B4-BE49-F238E27FC236}">
                <a16:creationId xmlns:a16="http://schemas.microsoft.com/office/drawing/2014/main" id="{FFAEDE89-A8EE-8864-D0AF-DB580CBB7328}"/>
              </a:ext>
            </a:extLst>
          </p:cNvPr>
          <p:cNvGrpSpPr/>
          <p:nvPr/>
        </p:nvGrpSpPr>
        <p:grpSpPr>
          <a:xfrm>
            <a:off x="2596161" y="2750842"/>
            <a:ext cx="75705" cy="277927"/>
            <a:chOff x="3476670" y="3647733"/>
            <a:chExt cx="75705" cy="277927"/>
          </a:xfrm>
        </p:grpSpPr>
        <p:sp>
          <p:nvSpPr>
            <p:cNvPr id="88" name="Rechteck 87">
              <a:extLst>
                <a:ext uri="{FF2B5EF4-FFF2-40B4-BE49-F238E27FC236}">
                  <a16:creationId xmlns:a16="http://schemas.microsoft.com/office/drawing/2014/main" id="{D9CE541E-5E87-951F-C986-30A4F2AD2A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9" name="Verbinder: gekrümmt 88">
              <a:extLst>
                <a:ext uri="{FF2B5EF4-FFF2-40B4-BE49-F238E27FC236}">
                  <a16:creationId xmlns:a16="http://schemas.microsoft.com/office/drawing/2014/main" id="{775CE08C-AC64-509E-EE33-5410DE4585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0" name="Gruppieren 89">
            <a:extLst>
              <a:ext uri="{FF2B5EF4-FFF2-40B4-BE49-F238E27FC236}">
                <a16:creationId xmlns:a16="http://schemas.microsoft.com/office/drawing/2014/main" id="{19925675-B7F3-852C-6300-91727BAB5A08}"/>
              </a:ext>
            </a:extLst>
          </p:cNvPr>
          <p:cNvGrpSpPr/>
          <p:nvPr/>
        </p:nvGrpSpPr>
        <p:grpSpPr>
          <a:xfrm>
            <a:off x="3023501" y="2812753"/>
            <a:ext cx="75705" cy="277927"/>
            <a:chOff x="3476670" y="3647733"/>
            <a:chExt cx="75705" cy="277927"/>
          </a:xfrm>
        </p:grpSpPr>
        <p:sp>
          <p:nvSpPr>
            <p:cNvPr id="91" name="Rechteck 90">
              <a:extLst>
                <a:ext uri="{FF2B5EF4-FFF2-40B4-BE49-F238E27FC236}">
                  <a16:creationId xmlns:a16="http://schemas.microsoft.com/office/drawing/2014/main" id="{407A5480-0719-B44F-F948-558EE11D050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2" name="Verbinder: gekrümmt 91">
              <a:extLst>
                <a:ext uri="{FF2B5EF4-FFF2-40B4-BE49-F238E27FC236}">
                  <a16:creationId xmlns:a16="http://schemas.microsoft.com/office/drawing/2014/main" id="{83164723-05E8-EF79-E1B4-557DF15028F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3" name="Gruppieren 92">
            <a:extLst>
              <a:ext uri="{FF2B5EF4-FFF2-40B4-BE49-F238E27FC236}">
                <a16:creationId xmlns:a16="http://schemas.microsoft.com/office/drawing/2014/main" id="{FA33E9D9-053F-A0EA-2C67-3E409B728B07}"/>
              </a:ext>
            </a:extLst>
          </p:cNvPr>
          <p:cNvGrpSpPr/>
          <p:nvPr/>
        </p:nvGrpSpPr>
        <p:grpSpPr>
          <a:xfrm>
            <a:off x="3450633" y="2815308"/>
            <a:ext cx="75705" cy="277927"/>
            <a:chOff x="3476670" y="3647733"/>
            <a:chExt cx="75705" cy="277927"/>
          </a:xfrm>
        </p:grpSpPr>
        <p:sp>
          <p:nvSpPr>
            <p:cNvPr id="94" name="Rechteck 93">
              <a:extLst>
                <a:ext uri="{FF2B5EF4-FFF2-40B4-BE49-F238E27FC236}">
                  <a16:creationId xmlns:a16="http://schemas.microsoft.com/office/drawing/2014/main" id="{81060DFB-E3C7-C362-81F2-1D1F056C67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5" name="Verbinder: gekrümmt 94">
              <a:extLst>
                <a:ext uri="{FF2B5EF4-FFF2-40B4-BE49-F238E27FC236}">
                  <a16:creationId xmlns:a16="http://schemas.microsoft.com/office/drawing/2014/main" id="{1FBB9258-637E-2420-9B55-11C069C7E7E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6" name="Gruppieren 95">
            <a:extLst>
              <a:ext uri="{FF2B5EF4-FFF2-40B4-BE49-F238E27FC236}">
                <a16:creationId xmlns:a16="http://schemas.microsoft.com/office/drawing/2014/main" id="{FB359BEE-4999-D354-544F-1C3A4E49B9FB}"/>
              </a:ext>
            </a:extLst>
          </p:cNvPr>
          <p:cNvGrpSpPr/>
          <p:nvPr/>
        </p:nvGrpSpPr>
        <p:grpSpPr>
          <a:xfrm>
            <a:off x="3871689" y="2812753"/>
            <a:ext cx="75705" cy="277927"/>
            <a:chOff x="3476670" y="3647733"/>
            <a:chExt cx="75705" cy="277927"/>
          </a:xfrm>
        </p:grpSpPr>
        <p:sp>
          <p:nvSpPr>
            <p:cNvPr id="97" name="Rechteck 96">
              <a:extLst>
                <a:ext uri="{FF2B5EF4-FFF2-40B4-BE49-F238E27FC236}">
                  <a16:creationId xmlns:a16="http://schemas.microsoft.com/office/drawing/2014/main" id="{F4070B80-E2B9-B6A3-E425-DE173946F27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8" name="Verbinder: gekrümmt 97">
              <a:extLst>
                <a:ext uri="{FF2B5EF4-FFF2-40B4-BE49-F238E27FC236}">
                  <a16:creationId xmlns:a16="http://schemas.microsoft.com/office/drawing/2014/main" id="{B5B0E973-DB24-DEE3-8B06-2A2037DAE95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7416233" y="2719854"/>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11" name="Flussdiagramm: Datenträger mit direktem Zugriff 110">
            <a:extLst>
              <a:ext uri="{FF2B5EF4-FFF2-40B4-BE49-F238E27FC236}">
                <a16:creationId xmlns:a16="http://schemas.microsoft.com/office/drawing/2014/main" id="{CA65ADE4-1B8E-0543-30F2-857A357F8680}"/>
              </a:ext>
            </a:extLst>
          </p:cNvPr>
          <p:cNvSpPr/>
          <p:nvPr/>
        </p:nvSpPr>
        <p:spPr>
          <a:xfrm rot="19835810">
            <a:off x="1011457" y="150477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2" name="Flussdiagramm: Datenträger mit direktem Zugriff 111">
            <a:extLst>
              <a:ext uri="{FF2B5EF4-FFF2-40B4-BE49-F238E27FC236}">
                <a16:creationId xmlns:a16="http://schemas.microsoft.com/office/drawing/2014/main" id="{60B69C78-FF0E-6FE3-845D-9775CA99A1B9}"/>
              </a:ext>
            </a:extLst>
          </p:cNvPr>
          <p:cNvSpPr/>
          <p:nvPr/>
        </p:nvSpPr>
        <p:spPr>
          <a:xfrm rot="19835810">
            <a:off x="1037120" y="158324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3" name="Flussdiagramm: Datenträger mit direktem Zugriff 112">
            <a:extLst>
              <a:ext uri="{FF2B5EF4-FFF2-40B4-BE49-F238E27FC236}">
                <a16:creationId xmlns:a16="http://schemas.microsoft.com/office/drawing/2014/main" id="{4527F419-717C-3EB0-CA71-89527FE26813}"/>
              </a:ext>
            </a:extLst>
          </p:cNvPr>
          <p:cNvSpPr/>
          <p:nvPr/>
        </p:nvSpPr>
        <p:spPr>
          <a:xfrm rot="3152920">
            <a:off x="954452" y="159492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4" name="Flussdiagramm: Datenträger mit direktem Zugriff 113">
            <a:extLst>
              <a:ext uri="{FF2B5EF4-FFF2-40B4-BE49-F238E27FC236}">
                <a16:creationId xmlns:a16="http://schemas.microsoft.com/office/drawing/2014/main" id="{3A22D148-7D54-B80E-7768-558A6FF76025}"/>
              </a:ext>
            </a:extLst>
          </p:cNvPr>
          <p:cNvSpPr/>
          <p:nvPr/>
        </p:nvSpPr>
        <p:spPr>
          <a:xfrm rot="3152920">
            <a:off x="1046717" y="141883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5" name="Flussdiagramm: Datenträger mit direktem Zugriff 114">
            <a:extLst>
              <a:ext uri="{FF2B5EF4-FFF2-40B4-BE49-F238E27FC236}">
                <a16:creationId xmlns:a16="http://schemas.microsoft.com/office/drawing/2014/main" id="{C7CDF857-FD2A-5A87-9D50-BC61302A5210}"/>
              </a:ext>
            </a:extLst>
          </p:cNvPr>
          <p:cNvSpPr/>
          <p:nvPr/>
        </p:nvSpPr>
        <p:spPr>
          <a:xfrm rot="1182316">
            <a:off x="993989" y="167584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6" name="Flussdiagramm: Datenträger mit direktem Zugriff 115">
            <a:extLst>
              <a:ext uri="{FF2B5EF4-FFF2-40B4-BE49-F238E27FC236}">
                <a16:creationId xmlns:a16="http://schemas.microsoft.com/office/drawing/2014/main" id="{31AE4DCA-3F86-C86F-78B9-54B705AEF539}"/>
              </a:ext>
            </a:extLst>
          </p:cNvPr>
          <p:cNvSpPr/>
          <p:nvPr/>
        </p:nvSpPr>
        <p:spPr>
          <a:xfrm rot="1182316">
            <a:off x="966511" y="142355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1" name="Flussdiagramm: Datenträger mit direktem Zugriff 120">
            <a:extLst>
              <a:ext uri="{FF2B5EF4-FFF2-40B4-BE49-F238E27FC236}">
                <a16:creationId xmlns:a16="http://schemas.microsoft.com/office/drawing/2014/main" id="{7987E0F7-A8A3-CAC0-4C51-83A64A14A979}"/>
              </a:ext>
            </a:extLst>
          </p:cNvPr>
          <p:cNvSpPr/>
          <p:nvPr/>
        </p:nvSpPr>
        <p:spPr>
          <a:xfrm rot="5400000">
            <a:off x="1325877" y="288545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2" name="Flussdiagramm: Datenträger mit direktem Zugriff 121">
            <a:extLst>
              <a:ext uri="{FF2B5EF4-FFF2-40B4-BE49-F238E27FC236}">
                <a16:creationId xmlns:a16="http://schemas.microsoft.com/office/drawing/2014/main" id="{A049A892-D159-F60B-3D9A-6A4CE9A9432C}"/>
              </a:ext>
            </a:extLst>
          </p:cNvPr>
          <p:cNvSpPr/>
          <p:nvPr/>
        </p:nvSpPr>
        <p:spPr>
          <a:xfrm rot="5400000">
            <a:off x="1756099" y="289433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3" name="Rechteck 122">
            <a:extLst>
              <a:ext uri="{FF2B5EF4-FFF2-40B4-BE49-F238E27FC236}">
                <a16:creationId xmlns:a16="http://schemas.microsoft.com/office/drawing/2014/main" id="{7FF9CB88-7098-6BDB-FE52-C227A076CBBA}"/>
              </a:ext>
            </a:extLst>
          </p:cNvPr>
          <p:cNvSpPr/>
          <p:nvPr/>
        </p:nvSpPr>
        <p:spPr>
          <a:xfrm>
            <a:off x="1335874" y="224026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7" name="Flussdiagramm: Datenträger mit direktem Zugriff 116">
            <a:extLst>
              <a:ext uri="{FF2B5EF4-FFF2-40B4-BE49-F238E27FC236}">
                <a16:creationId xmlns:a16="http://schemas.microsoft.com/office/drawing/2014/main" id="{CC1A8905-7DDE-34E0-DE3A-E62514BB59E9}"/>
              </a:ext>
            </a:extLst>
          </p:cNvPr>
          <p:cNvSpPr/>
          <p:nvPr/>
        </p:nvSpPr>
        <p:spPr>
          <a:xfrm rot="5400000">
            <a:off x="1328471" y="232847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8" name="Flussdiagramm: Datenträger mit direktem Zugriff 117">
            <a:extLst>
              <a:ext uri="{FF2B5EF4-FFF2-40B4-BE49-F238E27FC236}">
                <a16:creationId xmlns:a16="http://schemas.microsoft.com/office/drawing/2014/main" id="{0530DD74-AFFA-547F-813F-6736FD5E629B}"/>
              </a:ext>
            </a:extLst>
          </p:cNvPr>
          <p:cNvSpPr/>
          <p:nvPr/>
        </p:nvSpPr>
        <p:spPr>
          <a:xfrm rot="5400000">
            <a:off x="1328471" y="250551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9" name="Flussdiagramm: Datenträger mit direktem Zugriff 118">
            <a:extLst>
              <a:ext uri="{FF2B5EF4-FFF2-40B4-BE49-F238E27FC236}">
                <a16:creationId xmlns:a16="http://schemas.microsoft.com/office/drawing/2014/main" id="{94FF3375-600C-7594-2005-8B2390FD854D}"/>
              </a:ext>
            </a:extLst>
          </p:cNvPr>
          <p:cNvSpPr/>
          <p:nvPr/>
        </p:nvSpPr>
        <p:spPr>
          <a:xfrm rot="5400000">
            <a:off x="1328471" y="266440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6" name="Flussdiagramm: Datenträger mit direktem Zugriff 125">
            <a:extLst>
              <a:ext uri="{FF2B5EF4-FFF2-40B4-BE49-F238E27FC236}">
                <a16:creationId xmlns:a16="http://schemas.microsoft.com/office/drawing/2014/main" id="{C521B0A3-0028-4459-48CF-05A70F000653}"/>
              </a:ext>
            </a:extLst>
          </p:cNvPr>
          <p:cNvSpPr/>
          <p:nvPr/>
        </p:nvSpPr>
        <p:spPr>
          <a:xfrm rot="5400000">
            <a:off x="2188683" y="288863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7" name="Flussdiagramm: Datenträger mit direktem Zugriff 126">
            <a:extLst>
              <a:ext uri="{FF2B5EF4-FFF2-40B4-BE49-F238E27FC236}">
                <a16:creationId xmlns:a16="http://schemas.microsoft.com/office/drawing/2014/main" id="{3C8E84B4-5C41-E7F7-BEC2-E79DA8A2B7D3}"/>
              </a:ext>
            </a:extLst>
          </p:cNvPr>
          <p:cNvSpPr/>
          <p:nvPr/>
        </p:nvSpPr>
        <p:spPr>
          <a:xfrm rot="5400000">
            <a:off x="2614820" y="283493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8" name="Rechteck 127">
            <a:extLst>
              <a:ext uri="{FF2B5EF4-FFF2-40B4-BE49-F238E27FC236}">
                <a16:creationId xmlns:a16="http://schemas.microsoft.com/office/drawing/2014/main" id="{0074B172-7F57-FC56-61A8-D63928DF8B6B}"/>
              </a:ext>
            </a:extLst>
          </p:cNvPr>
          <p:cNvSpPr/>
          <p:nvPr/>
        </p:nvSpPr>
        <p:spPr>
          <a:xfrm rot="5400000">
            <a:off x="1594918" y="238723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9" name="Rechteck 128">
            <a:extLst>
              <a:ext uri="{FF2B5EF4-FFF2-40B4-BE49-F238E27FC236}">
                <a16:creationId xmlns:a16="http://schemas.microsoft.com/office/drawing/2014/main" id="{D8D48A40-7452-2EA9-C8A3-8E58F553731F}"/>
              </a:ext>
            </a:extLst>
          </p:cNvPr>
          <p:cNvSpPr/>
          <p:nvPr/>
        </p:nvSpPr>
        <p:spPr>
          <a:xfrm>
            <a:off x="1764887" y="246397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6" name="Rechteck 135">
            <a:extLst>
              <a:ext uri="{FF2B5EF4-FFF2-40B4-BE49-F238E27FC236}">
                <a16:creationId xmlns:a16="http://schemas.microsoft.com/office/drawing/2014/main" id="{ACCFCB97-8BB1-6664-4C86-DD619D15697D}"/>
              </a:ext>
            </a:extLst>
          </p:cNvPr>
          <p:cNvSpPr/>
          <p:nvPr/>
        </p:nvSpPr>
        <p:spPr>
          <a:xfrm rot="5400000">
            <a:off x="3512660" y="3216712"/>
            <a:ext cx="832643" cy="745331"/>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0" name="Rechteck 139">
            <a:extLst>
              <a:ext uri="{FF2B5EF4-FFF2-40B4-BE49-F238E27FC236}">
                <a16:creationId xmlns:a16="http://schemas.microsoft.com/office/drawing/2014/main" id="{8970BA40-5B09-2D00-7E2B-498A08499127}"/>
              </a:ext>
            </a:extLst>
          </p:cNvPr>
          <p:cNvSpPr/>
          <p:nvPr/>
        </p:nvSpPr>
        <p:spPr>
          <a:xfrm rot="5400000">
            <a:off x="3308581" y="2309735"/>
            <a:ext cx="427241" cy="48405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41" name="Gruppieren 140">
            <a:extLst>
              <a:ext uri="{FF2B5EF4-FFF2-40B4-BE49-F238E27FC236}">
                <a16:creationId xmlns:a16="http://schemas.microsoft.com/office/drawing/2014/main" id="{937A9597-B47B-6235-879B-14438CAB6965}"/>
              </a:ext>
            </a:extLst>
          </p:cNvPr>
          <p:cNvGrpSpPr/>
          <p:nvPr/>
        </p:nvGrpSpPr>
        <p:grpSpPr>
          <a:xfrm flipH="1">
            <a:off x="5645049" y="2397826"/>
            <a:ext cx="19389" cy="600095"/>
            <a:chOff x="6851814" y="1766023"/>
            <a:chExt cx="78569" cy="2068826"/>
          </a:xfrm>
        </p:grpSpPr>
        <p:sp>
          <p:nvSpPr>
            <p:cNvPr id="142" name="Rechteck 141">
              <a:extLst>
                <a:ext uri="{FF2B5EF4-FFF2-40B4-BE49-F238E27FC236}">
                  <a16:creationId xmlns:a16="http://schemas.microsoft.com/office/drawing/2014/main" id="{83CF38F2-4788-3D35-E341-E102B7FB2D19}"/>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3" name="Rechteck 142">
              <a:extLst>
                <a:ext uri="{FF2B5EF4-FFF2-40B4-BE49-F238E27FC236}">
                  <a16:creationId xmlns:a16="http://schemas.microsoft.com/office/drawing/2014/main" id="{7B772EF1-4578-474A-BE05-9F3BC1669E9F}"/>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44" name="Rechteck 143">
              <a:extLst>
                <a:ext uri="{FF2B5EF4-FFF2-40B4-BE49-F238E27FC236}">
                  <a16:creationId xmlns:a16="http://schemas.microsoft.com/office/drawing/2014/main" id="{0113ED61-826D-F3ED-EB32-0B9C42513956}"/>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5" name="Rechteck 144">
              <a:extLst>
                <a:ext uri="{FF2B5EF4-FFF2-40B4-BE49-F238E27FC236}">
                  <a16:creationId xmlns:a16="http://schemas.microsoft.com/office/drawing/2014/main" id="{195D4549-F886-217E-1B7B-3004752D5CC3}"/>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6" name="Rechteck 145">
              <a:extLst>
                <a:ext uri="{FF2B5EF4-FFF2-40B4-BE49-F238E27FC236}">
                  <a16:creationId xmlns:a16="http://schemas.microsoft.com/office/drawing/2014/main" id="{7B3C791D-AB79-0BBC-9B95-4FCE3027931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1" name="Flussdiagramm: Datenträger mit direktem Zugriff 20">
            <a:extLst>
              <a:ext uri="{FF2B5EF4-FFF2-40B4-BE49-F238E27FC236}">
                <a16:creationId xmlns:a16="http://schemas.microsoft.com/office/drawing/2014/main" id="{9F289692-A3B5-4675-7EA8-1B4E672B2EB6}"/>
              </a:ext>
            </a:extLst>
          </p:cNvPr>
          <p:cNvSpPr/>
          <p:nvPr/>
        </p:nvSpPr>
        <p:spPr>
          <a:xfrm rot="5400000">
            <a:off x="3043445" y="290319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 name="Flussdiagramm: Datenträger mit direktem Zugriff 25">
            <a:extLst>
              <a:ext uri="{FF2B5EF4-FFF2-40B4-BE49-F238E27FC236}">
                <a16:creationId xmlns:a16="http://schemas.microsoft.com/office/drawing/2014/main" id="{68039ACD-61EE-8941-DCDE-C08CFA42E85A}"/>
              </a:ext>
            </a:extLst>
          </p:cNvPr>
          <p:cNvSpPr/>
          <p:nvPr/>
        </p:nvSpPr>
        <p:spPr>
          <a:xfrm rot="5400000">
            <a:off x="3468895" y="289312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47D615C6-99F0-6641-35A9-154009DB2AF7}"/>
              </a:ext>
            </a:extLst>
          </p:cNvPr>
          <p:cNvSpPr/>
          <p:nvPr/>
        </p:nvSpPr>
        <p:spPr>
          <a:xfrm>
            <a:off x="5504432" y="3004887"/>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105FF465-0ADA-A643-AC03-0A774074E6CE}"/>
              </a:ext>
            </a:extLst>
          </p:cNvPr>
          <p:cNvSpPr/>
          <p:nvPr/>
        </p:nvSpPr>
        <p:spPr>
          <a:xfrm>
            <a:off x="5577584" y="1660636"/>
            <a:ext cx="172817" cy="1128066"/>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 name="Rechteck 52">
            <a:extLst>
              <a:ext uri="{FF2B5EF4-FFF2-40B4-BE49-F238E27FC236}">
                <a16:creationId xmlns:a16="http://schemas.microsoft.com/office/drawing/2014/main" id="{07C02E58-C111-4EA7-1847-25A85FFFF541}"/>
              </a:ext>
            </a:extLst>
          </p:cNvPr>
          <p:cNvSpPr/>
          <p:nvPr/>
        </p:nvSpPr>
        <p:spPr>
          <a:xfrm>
            <a:off x="5617564" y="247708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97BA4A9B-D254-88FC-6D87-98DE96B34773}"/>
              </a:ext>
            </a:extLst>
          </p:cNvPr>
          <p:cNvSpPr/>
          <p:nvPr/>
        </p:nvSpPr>
        <p:spPr>
          <a:xfrm>
            <a:off x="5617562" y="253661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F845E76-3289-ACD7-3DC5-C248997C1366}"/>
              </a:ext>
            </a:extLst>
          </p:cNvPr>
          <p:cNvSpPr/>
          <p:nvPr/>
        </p:nvSpPr>
        <p:spPr>
          <a:xfrm>
            <a:off x="5667570" y="2479462"/>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5A8FE43E-0F8B-F15D-692B-5DCBA56481A1}"/>
              </a:ext>
            </a:extLst>
          </p:cNvPr>
          <p:cNvSpPr/>
          <p:nvPr/>
        </p:nvSpPr>
        <p:spPr>
          <a:xfrm>
            <a:off x="5667568" y="253899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60" name="Gerade Verbindung mit Pfeil 59">
            <a:extLst>
              <a:ext uri="{FF2B5EF4-FFF2-40B4-BE49-F238E27FC236}">
                <a16:creationId xmlns:a16="http://schemas.microsoft.com/office/drawing/2014/main" id="{9EC228B3-6E1E-F539-0ADA-BC14EBDB2D0E}"/>
              </a:ext>
            </a:extLst>
          </p:cNvPr>
          <p:cNvCxnSpPr>
            <a:cxnSpLocks/>
          </p:cNvCxnSpPr>
          <p:nvPr/>
        </p:nvCxnSpPr>
        <p:spPr>
          <a:xfrm flipV="1">
            <a:off x="5710261" y="2570772"/>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64" name="Ellipse 63">
            <a:extLst>
              <a:ext uri="{FF2B5EF4-FFF2-40B4-BE49-F238E27FC236}">
                <a16:creationId xmlns:a16="http://schemas.microsoft.com/office/drawing/2014/main" id="{8BCE9345-76DD-0F3B-9676-F5916744A5A7}"/>
              </a:ext>
            </a:extLst>
          </p:cNvPr>
          <p:cNvSpPr/>
          <p:nvPr/>
        </p:nvSpPr>
        <p:spPr>
          <a:xfrm>
            <a:off x="5450114" y="265595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5" name="Ellipse 64">
            <a:extLst>
              <a:ext uri="{FF2B5EF4-FFF2-40B4-BE49-F238E27FC236}">
                <a16:creationId xmlns:a16="http://schemas.microsoft.com/office/drawing/2014/main" id="{6BC83000-F42D-9452-D2B3-FFF2149958F7}"/>
              </a:ext>
            </a:extLst>
          </p:cNvPr>
          <p:cNvSpPr/>
          <p:nvPr/>
        </p:nvSpPr>
        <p:spPr>
          <a:xfrm>
            <a:off x="5817595" y="265832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6" name="Ellipse 65">
            <a:extLst>
              <a:ext uri="{FF2B5EF4-FFF2-40B4-BE49-F238E27FC236}">
                <a16:creationId xmlns:a16="http://schemas.microsoft.com/office/drawing/2014/main" id="{4346640D-7307-9C41-51CE-11BD01903A9A}"/>
              </a:ext>
            </a:extLst>
          </p:cNvPr>
          <p:cNvSpPr/>
          <p:nvPr/>
        </p:nvSpPr>
        <p:spPr>
          <a:xfrm>
            <a:off x="5450114" y="152778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Ellipse 66">
            <a:extLst>
              <a:ext uri="{FF2B5EF4-FFF2-40B4-BE49-F238E27FC236}">
                <a16:creationId xmlns:a16="http://schemas.microsoft.com/office/drawing/2014/main" id="{886F249B-83B7-45D2-96D7-F4E9ED745511}"/>
              </a:ext>
            </a:extLst>
          </p:cNvPr>
          <p:cNvSpPr/>
          <p:nvPr/>
        </p:nvSpPr>
        <p:spPr>
          <a:xfrm>
            <a:off x="5815035" y="152778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843397" y="272381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1" name="Gruppieren 100">
            <a:extLst>
              <a:ext uri="{FF2B5EF4-FFF2-40B4-BE49-F238E27FC236}">
                <a16:creationId xmlns:a16="http://schemas.microsoft.com/office/drawing/2014/main" id="{06FDED34-D40D-FEF5-53A3-B2E1457FEDA5}"/>
              </a:ext>
            </a:extLst>
          </p:cNvPr>
          <p:cNvGrpSpPr/>
          <p:nvPr/>
        </p:nvGrpSpPr>
        <p:grpSpPr>
          <a:xfrm rot="10800000">
            <a:off x="6116464" y="2722408"/>
            <a:ext cx="75705" cy="277927"/>
            <a:chOff x="3476670" y="3647733"/>
            <a:chExt cx="75705" cy="277927"/>
          </a:xfrm>
        </p:grpSpPr>
        <p:sp>
          <p:nvSpPr>
            <p:cNvPr id="102" name="Rechteck 101">
              <a:extLst>
                <a:ext uri="{FF2B5EF4-FFF2-40B4-BE49-F238E27FC236}">
                  <a16:creationId xmlns:a16="http://schemas.microsoft.com/office/drawing/2014/main" id="{E3A02B09-E92E-8314-76F7-E19D7E0492A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3" name="Verbinder: gekrümmt 102">
              <a:extLst>
                <a:ext uri="{FF2B5EF4-FFF2-40B4-BE49-F238E27FC236}">
                  <a16:creationId xmlns:a16="http://schemas.microsoft.com/office/drawing/2014/main" id="{F1FC5418-A800-DFB4-B011-17062AB4AF6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550254" y="272641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6985486" y="272641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154" name="Grafik 153">
            <a:extLst>
              <a:ext uri="{FF2B5EF4-FFF2-40B4-BE49-F238E27FC236}">
                <a16:creationId xmlns:a16="http://schemas.microsoft.com/office/drawing/2014/main" id="{0DBDA5C3-779A-CFEC-4BE6-A18847DBF2E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885784" y="677030"/>
            <a:ext cx="357431" cy="449580"/>
          </a:xfrm>
          <a:prstGeom prst="rect">
            <a:avLst/>
          </a:prstGeom>
        </p:spPr>
      </p:pic>
      <p:sp>
        <p:nvSpPr>
          <p:cNvPr id="135" name="Rechteck 134">
            <a:extLst>
              <a:ext uri="{FF2B5EF4-FFF2-40B4-BE49-F238E27FC236}">
                <a16:creationId xmlns:a16="http://schemas.microsoft.com/office/drawing/2014/main" id="{AAD6C9FC-A776-D253-45DA-D7B16BC38273}"/>
              </a:ext>
            </a:extLst>
          </p:cNvPr>
          <p:cNvSpPr/>
          <p:nvPr/>
        </p:nvSpPr>
        <p:spPr>
          <a:xfrm rot="5400000">
            <a:off x="1862107" y="1583664"/>
            <a:ext cx="1404036" cy="964613"/>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8" name="Grafik 137">
            <a:extLst>
              <a:ext uri="{FF2B5EF4-FFF2-40B4-BE49-F238E27FC236}">
                <a16:creationId xmlns:a16="http://schemas.microsoft.com/office/drawing/2014/main" id="{B63B5135-1ED5-0B08-7B06-B82601F83DA5}"/>
              </a:ext>
            </a:extLst>
          </p:cNvPr>
          <p:cNvPicPr>
            <a:picLocks noChangeAspect="1"/>
          </p:cNvPicPr>
          <p:nvPr/>
        </p:nvPicPr>
        <p:blipFill>
          <a:blip r:embed="rId6">
            <a:clrChange>
              <a:clrFrom>
                <a:srgbClr val="FFFFFF"/>
              </a:clrFrom>
              <a:clrTo>
                <a:srgbClr val="FFFFFF">
                  <a:alpha val="0"/>
                </a:srgbClr>
              </a:clrTo>
            </a:clrChange>
            <a:biLevel thresh="50000"/>
          </a:blip>
          <a:stretch>
            <a:fillRect/>
          </a:stretch>
        </p:blipFill>
        <p:spPr>
          <a:xfrm>
            <a:off x="2619935" y="2324039"/>
            <a:ext cx="92019" cy="392999"/>
          </a:xfrm>
          <a:prstGeom prst="rect">
            <a:avLst/>
          </a:prstGeom>
        </p:spPr>
      </p:pic>
      <p:pic>
        <p:nvPicPr>
          <p:cNvPr id="148" name="Grafik 147">
            <a:extLst>
              <a:ext uri="{FF2B5EF4-FFF2-40B4-BE49-F238E27FC236}">
                <a16:creationId xmlns:a16="http://schemas.microsoft.com/office/drawing/2014/main" id="{A8BE2E55-5C0E-DBFA-12DA-CD28254F796B}"/>
              </a:ext>
            </a:extLst>
          </p:cNvPr>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2072025" y="846157"/>
            <a:ext cx="979170" cy="1335382"/>
          </a:xfrm>
          <a:prstGeom prst="rect">
            <a:avLst/>
          </a:prstGeom>
        </p:spPr>
      </p:pic>
      <p:sp>
        <p:nvSpPr>
          <p:cNvPr id="23" name="Ellipse 22">
            <a:extLst>
              <a:ext uri="{FF2B5EF4-FFF2-40B4-BE49-F238E27FC236}">
                <a16:creationId xmlns:a16="http://schemas.microsoft.com/office/drawing/2014/main" id="{AF549F94-17ED-4B95-7F55-0A44F7DF9E4B}"/>
              </a:ext>
            </a:extLst>
          </p:cNvPr>
          <p:cNvSpPr/>
          <p:nvPr/>
        </p:nvSpPr>
        <p:spPr>
          <a:xfrm>
            <a:off x="2389453" y="223913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4" name="Ellipse 23">
            <a:extLst>
              <a:ext uri="{FF2B5EF4-FFF2-40B4-BE49-F238E27FC236}">
                <a16:creationId xmlns:a16="http://schemas.microsoft.com/office/drawing/2014/main" id="{DE78E592-31C4-C6F6-E869-50CFA15B471E}"/>
              </a:ext>
            </a:extLst>
          </p:cNvPr>
          <p:cNvSpPr/>
          <p:nvPr/>
        </p:nvSpPr>
        <p:spPr>
          <a:xfrm>
            <a:off x="2367423" y="268482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 name="Ellipse 24">
            <a:extLst>
              <a:ext uri="{FF2B5EF4-FFF2-40B4-BE49-F238E27FC236}">
                <a16:creationId xmlns:a16="http://schemas.microsoft.com/office/drawing/2014/main" id="{8CB1619A-B5EC-5F52-2B98-A7D6DAED02DA}"/>
              </a:ext>
            </a:extLst>
          </p:cNvPr>
          <p:cNvSpPr/>
          <p:nvPr/>
        </p:nvSpPr>
        <p:spPr>
          <a:xfrm>
            <a:off x="2882573" y="268384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37D4AE4C-A45D-1940-8FBF-7D26ADFA9EAF}"/>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2388239" y="1492670"/>
            <a:ext cx="90077" cy="28388"/>
          </a:xfrm>
          <a:prstGeom prst="rect">
            <a:avLst/>
          </a:prstGeom>
        </p:spPr>
      </p:pic>
      <p:pic>
        <p:nvPicPr>
          <p:cNvPr id="40" name="Grafik 39">
            <a:extLst>
              <a:ext uri="{FF2B5EF4-FFF2-40B4-BE49-F238E27FC236}">
                <a16:creationId xmlns:a16="http://schemas.microsoft.com/office/drawing/2014/main" id="{0F4C8609-07D8-7519-3A3F-346F919B6CB3}"/>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2540639" y="1645070"/>
            <a:ext cx="90077" cy="28388"/>
          </a:xfrm>
          <a:prstGeom prst="rect">
            <a:avLst/>
          </a:prstGeom>
        </p:spPr>
      </p:pic>
      <p:pic>
        <p:nvPicPr>
          <p:cNvPr id="41" name="Grafik 40">
            <a:extLst>
              <a:ext uri="{FF2B5EF4-FFF2-40B4-BE49-F238E27FC236}">
                <a16:creationId xmlns:a16="http://schemas.microsoft.com/office/drawing/2014/main" id="{AF01A61B-4F88-174A-1560-80CD83EA29E1}"/>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2473013" y="1506146"/>
            <a:ext cx="90077" cy="28388"/>
          </a:xfrm>
          <a:prstGeom prst="rect">
            <a:avLst/>
          </a:prstGeom>
        </p:spPr>
      </p:pic>
      <p:pic>
        <p:nvPicPr>
          <p:cNvPr id="42" name="Grafik 41">
            <a:extLst>
              <a:ext uri="{FF2B5EF4-FFF2-40B4-BE49-F238E27FC236}">
                <a16:creationId xmlns:a16="http://schemas.microsoft.com/office/drawing/2014/main" id="{EA7EE023-588F-A357-596A-853D3874C7AA}"/>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2371782" y="1743143"/>
            <a:ext cx="90077" cy="28388"/>
          </a:xfrm>
          <a:prstGeom prst="rect">
            <a:avLst/>
          </a:prstGeom>
        </p:spPr>
      </p:pic>
      <p:pic>
        <p:nvPicPr>
          <p:cNvPr id="43" name="Grafik 42">
            <a:extLst>
              <a:ext uri="{FF2B5EF4-FFF2-40B4-BE49-F238E27FC236}">
                <a16:creationId xmlns:a16="http://schemas.microsoft.com/office/drawing/2014/main" id="{B655D0CF-B044-1CDA-1B6C-7EDBE39AC0C9}"/>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2438451" y="1727131"/>
            <a:ext cx="90077" cy="28388"/>
          </a:xfrm>
          <a:prstGeom prst="rect">
            <a:avLst/>
          </a:prstGeom>
        </p:spPr>
      </p:pic>
      <p:pic>
        <p:nvPicPr>
          <p:cNvPr id="44" name="Grafik 43">
            <a:extLst>
              <a:ext uri="{FF2B5EF4-FFF2-40B4-BE49-F238E27FC236}">
                <a16:creationId xmlns:a16="http://schemas.microsoft.com/office/drawing/2014/main" id="{3BE3780B-E568-9FD4-D536-ADD0BE01A888}"/>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2432448" y="1610597"/>
            <a:ext cx="90077" cy="28388"/>
          </a:xfrm>
          <a:prstGeom prst="rect">
            <a:avLst/>
          </a:prstGeom>
        </p:spPr>
      </p:pic>
      <p:pic>
        <p:nvPicPr>
          <p:cNvPr id="45" name="Grafik 44">
            <a:extLst>
              <a:ext uri="{FF2B5EF4-FFF2-40B4-BE49-F238E27FC236}">
                <a16:creationId xmlns:a16="http://schemas.microsoft.com/office/drawing/2014/main" id="{2B6EACD5-237E-6262-4E32-AF3EE49E614F}"/>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2515244" y="1773076"/>
            <a:ext cx="90077" cy="28388"/>
          </a:xfrm>
          <a:prstGeom prst="rect">
            <a:avLst/>
          </a:prstGeom>
        </p:spPr>
      </p:pic>
      <p:sp>
        <p:nvSpPr>
          <p:cNvPr id="47" name="Rechteck 46">
            <a:extLst>
              <a:ext uri="{FF2B5EF4-FFF2-40B4-BE49-F238E27FC236}">
                <a16:creationId xmlns:a16="http://schemas.microsoft.com/office/drawing/2014/main" id="{221C6338-8940-EF3F-64A2-BC58E3B8499B}"/>
              </a:ext>
            </a:extLst>
          </p:cNvPr>
          <p:cNvSpPr/>
          <p:nvPr/>
        </p:nvSpPr>
        <p:spPr>
          <a:xfrm>
            <a:off x="2619642" y="228486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350C901B-432D-847E-C6B9-8F817263F6E8}"/>
              </a:ext>
            </a:extLst>
          </p:cNvPr>
          <p:cNvSpPr/>
          <p:nvPr/>
        </p:nvSpPr>
        <p:spPr>
          <a:xfrm>
            <a:off x="2588745" y="215727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6" name="Grafik 45">
            <a:extLst>
              <a:ext uri="{FF2B5EF4-FFF2-40B4-BE49-F238E27FC236}">
                <a16:creationId xmlns:a16="http://schemas.microsoft.com/office/drawing/2014/main" id="{46F1231C-C20C-9BCC-BE3D-A9BF051D7B27}"/>
              </a:ext>
            </a:extLst>
          </p:cNvPr>
          <p:cNvPicPr>
            <a:picLocks noChangeAspect="1"/>
          </p:cNvPicPr>
          <p:nvPr/>
        </p:nvPicPr>
        <p:blipFill>
          <a:blip r:embed="rId9">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2617717" y="2258893"/>
            <a:ext cx="90077" cy="28388"/>
          </a:xfrm>
          <a:prstGeom prst="rect">
            <a:avLst/>
          </a:prstGeom>
        </p:spPr>
      </p:pic>
      <p:sp>
        <p:nvSpPr>
          <p:cNvPr id="52" name="Bogen 51">
            <a:extLst>
              <a:ext uri="{FF2B5EF4-FFF2-40B4-BE49-F238E27FC236}">
                <a16:creationId xmlns:a16="http://schemas.microsoft.com/office/drawing/2014/main" id="{E0301303-1792-68A2-F840-D540278BCA0B}"/>
              </a:ext>
            </a:extLst>
          </p:cNvPr>
          <p:cNvSpPr/>
          <p:nvPr/>
        </p:nvSpPr>
        <p:spPr>
          <a:xfrm rot="2415078">
            <a:off x="2624016" y="238812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33" name="Rechteck 132">
            <a:extLst>
              <a:ext uri="{FF2B5EF4-FFF2-40B4-BE49-F238E27FC236}">
                <a16:creationId xmlns:a16="http://schemas.microsoft.com/office/drawing/2014/main" id="{9DD90AD8-0DDC-4986-05F1-1D9464E783BB}"/>
              </a:ext>
            </a:extLst>
          </p:cNvPr>
          <p:cNvSpPr/>
          <p:nvPr/>
        </p:nvSpPr>
        <p:spPr>
          <a:xfrm rot="5400000">
            <a:off x="2596194" y="242766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4" name="Rechteck 133">
            <a:extLst>
              <a:ext uri="{FF2B5EF4-FFF2-40B4-BE49-F238E27FC236}">
                <a16:creationId xmlns:a16="http://schemas.microsoft.com/office/drawing/2014/main" id="{4906A5FA-D49A-CE1E-325F-8582FEE65451}"/>
              </a:ext>
            </a:extLst>
          </p:cNvPr>
          <p:cNvSpPr/>
          <p:nvPr/>
        </p:nvSpPr>
        <p:spPr>
          <a:xfrm rot="10800000">
            <a:off x="2616814" y="270251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37" name="Grafik 136">
            <a:extLst>
              <a:ext uri="{FF2B5EF4-FFF2-40B4-BE49-F238E27FC236}">
                <a16:creationId xmlns:a16="http://schemas.microsoft.com/office/drawing/2014/main" id="{9F00691A-FC5A-7DA5-DC16-18E3CF763A67}"/>
              </a:ext>
            </a:extLst>
          </p:cNvPr>
          <p:cNvPicPr>
            <a:picLocks noChangeAspect="1"/>
          </p:cNvPicPr>
          <p:nvPr/>
        </p:nvPicPr>
        <p:blipFill>
          <a:blip r:embed="rId9">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2617270" y="2743225"/>
            <a:ext cx="90077" cy="28388"/>
          </a:xfrm>
          <a:prstGeom prst="rect">
            <a:avLst/>
          </a:prstGeom>
        </p:spPr>
      </p:pic>
      <p:pic>
        <p:nvPicPr>
          <p:cNvPr id="153" name="Grafik 152">
            <a:extLst>
              <a:ext uri="{FF2B5EF4-FFF2-40B4-BE49-F238E27FC236}">
                <a16:creationId xmlns:a16="http://schemas.microsoft.com/office/drawing/2014/main" id="{C9B5DD36-6EC5-A04C-CF72-8A9C9BE9EE9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319072" y="556850"/>
            <a:ext cx="357431" cy="449580"/>
          </a:xfrm>
          <a:prstGeom prst="rect">
            <a:avLst/>
          </a:prstGeom>
        </p:spPr>
      </p:pic>
      <p:pic>
        <p:nvPicPr>
          <p:cNvPr id="155" name="Grafik 154">
            <a:extLst>
              <a:ext uri="{FF2B5EF4-FFF2-40B4-BE49-F238E27FC236}">
                <a16:creationId xmlns:a16="http://schemas.microsoft.com/office/drawing/2014/main" id="{596F564D-491E-AA7A-FC99-880334351AE2}"/>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3047401" y="2793771"/>
            <a:ext cx="90077" cy="28388"/>
          </a:xfrm>
          <a:prstGeom prst="rect">
            <a:avLst/>
          </a:prstGeom>
        </p:spPr>
      </p:pic>
      <p:pic>
        <p:nvPicPr>
          <p:cNvPr id="156" name="Grafik 155">
            <a:extLst>
              <a:ext uri="{FF2B5EF4-FFF2-40B4-BE49-F238E27FC236}">
                <a16:creationId xmlns:a16="http://schemas.microsoft.com/office/drawing/2014/main" id="{39810939-682A-2083-86A0-88206C44F786}"/>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3473767" y="2787673"/>
            <a:ext cx="90077" cy="28388"/>
          </a:xfrm>
          <a:prstGeom prst="rect">
            <a:avLst/>
          </a:prstGeom>
        </p:spPr>
      </p:pic>
      <p:pic>
        <p:nvPicPr>
          <p:cNvPr id="157" name="Grafik 156">
            <a:extLst>
              <a:ext uri="{FF2B5EF4-FFF2-40B4-BE49-F238E27FC236}">
                <a16:creationId xmlns:a16="http://schemas.microsoft.com/office/drawing/2014/main" id="{A6E4D99C-7F59-B07C-5F9F-C700F578C7EC}"/>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3892674" y="2798834"/>
            <a:ext cx="90077" cy="28388"/>
          </a:xfrm>
          <a:prstGeom prst="rect">
            <a:avLst/>
          </a:prstGeom>
        </p:spPr>
      </p:pic>
      <p:sp>
        <p:nvSpPr>
          <p:cNvPr id="158" name="Flussdiagramm: Datenträger mit direktem Zugriff 157">
            <a:extLst>
              <a:ext uri="{FF2B5EF4-FFF2-40B4-BE49-F238E27FC236}">
                <a16:creationId xmlns:a16="http://schemas.microsoft.com/office/drawing/2014/main" id="{5FF19632-A04D-7BD9-6614-BE57E123636E}"/>
              </a:ext>
            </a:extLst>
          </p:cNvPr>
          <p:cNvSpPr/>
          <p:nvPr/>
        </p:nvSpPr>
        <p:spPr>
          <a:xfrm rot="5400000">
            <a:off x="3890972" y="290145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9" name="Rechteck 138">
            <a:extLst>
              <a:ext uri="{FF2B5EF4-FFF2-40B4-BE49-F238E27FC236}">
                <a16:creationId xmlns:a16="http://schemas.microsoft.com/office/drawing/2014/main" id="{E0B7EC4C-E250-097B-D918-83DE72D714BB}"/>
              </a:ext>
            </a:extLst>
          </p:cNvPr>
          <p:cNvSpPr/>
          <p:nvPr/>
        </p:nvSpPr>
        <p:spPr>
          <a:xfrm>
            <a:off x="3867092" y="2858030"/>
            <a:ext cx="141242" cy="594881"/>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59" name="Gruppieren 158">
            <a:extLst>
              <a:ext uri="{FF2B5EF4-FFF2-40B4-BE49-F238E27FC236}">
                <a16:creationId xmlns:a16="http://schemas.microsoft.com/office/drawing/2014/main" id="{D3F4F245-E8FD-39CA-D9E7-EC62339F4842}"/>
              </a:ext>
            </a:extLst>
          </p:cNvPr>
          <p:cNvGrpSpPr/>
          <p:nvPr/>
        </p:nvGrpSpPr>
        <p:grpSpPr>
          <a:xfrm>
            <a:off x="4739305" y="2815308"/>
            <a:ext cx="75705" cy="277927"/>
            <a:chOff x="3476670" y="3647733"/>
            <a:chExt cx="75705" cy="277927"/>
          </a:xfrm>
        </p:grpSpPr>
        <p:sp>
          <p:nvSpPr>
            <p:cNvPr id="160" name="Rechteck 159">
              <a:extLst>
                <a:ext uri="{FF2B5EF4-FFF2-40B4-BE49-F238E27FC236}">
                  <a16:creationId xmlns:a16="http://schemas.microsoft.com/office/drawing/2014/main" id="{DB87E526-B2CA-17CD-DF91-13241C8C7F6C}"/>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61" name="Verbinder: gekrümmt 160">
              <a:extLst>
                <a:ext uri="{FF2B5EF4-FFF2-40B4-BE49-F238E27FC236}">
                  <a16:creationId xmlns:a16="http://schemas.microsoft.com/office/drawing/2014/main" id="{27189C0C-9AD8-486F-5C49-1ADEAB4B81DA}"/>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62" name="Flussdiagramm: Datenträger mit direktem Zugriff 161">
            <a:extLst>
              <a:ext uri="{FF2B5EF4-FFF2-40B4-BE49-F238E27FC236}">
                <a16:creationId xmlns:a16="http://schemas.microsoft.com/office/drawing/2014/main" id="{20A9809A-24A1-E2EF-B393-F61362914901}"/>
              </a:ext>
            </a:extLst>
          </p:cNvPr>
          <p:cNvSpPr/>
          <p:nvPr/>
        </p:nvSpPr>
        <p:spPr>
          <a:xfrm rot="5400000">
            <a:off x="4757567" y="2862166"/>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63" name="Grafik 162">
            <a:extLst>
              <a:ext uri="{FF2B5EF4-FFF2-40B4-BE49-F238E27FC236}">
                <a16:creationId xmlns:a16="http://schemas.microsoft.com/office/drawing/2014/main" id="{E52F30E5-AC60-B2D7-9C17-81EE8488BB52}"/>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4762439" y="2787673"/>
            <a:ext cx="90077" cy="28388"/>
          </a:xfrm>
          <a:prstGeom prst="rect">
            <a:avLst/>
          </a:prstGeom>
        </p:spPr>
      </p:pic>
      <p:grpSp>
        <p:nvGrpSpPr>
          <p:cNvPr id="164" name="Gruppieren 163">
            <a:extLst>
              <a:ext uri="{FF2B5EF4-FFF2-40B4-BE49-F238E27FC236}">
                <a16:creationId xmlns:a16="http://schemas.microsoft.com/office/drawing/2014/main" id="{5EDE8B4D-15CF-15D2-391A-BE6B0D8787B0}"/>
              </a:ext>
            </a:extLst>
          </p:cNvPr>
          <p:cNvGrpSpPr/>
          <p:nvPr/>
        </p:nvGrpSpPr>
        <p:grpSpPr>
          <a:xfrm>
            <a:off x="5159938" y="2814320"/>
            <a:ext cx="75705" cy="277927"/>
            <a:chOff x="3476670" y="3647733"/>
            <a:chExt cx="75705" cy="277927"/>
          </a:xfrm>
        </p:grpSpPr>
        <p:sp>
          <p:nvSpPr>
            <p:cNvPr id="165" name="Rechteck 164">
              <a:extLst>
                <a:ext uri="{FF2B5EF4-FFF2-40B4-BE49-F238E27FC236}">
                  <a16:creationId xmlns:a16="http://schemas.microsoft.com/office/drawing/2014/main" id="{0349320A-D31F-0C34-3D9F-2B6E53CC68AC}"/>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66" name="Verbinder: gekrümmt 165">
              <a:extLst>
                <a:ext uri="{FF2B5EF4-FFF2-40B4-BE49-F238E27FC236}">
                  <a16:creationId xmlns:a16="http://schemas.microsoft.com/office/drawing/2014/main" id="{6A7950E7-FA51-760E-6D6E-1D5D399CB71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67" name="Flussdiagramm: Datenträger mit direktem Zugriff 166">
            <a:extLst>
              <a:ext uri="{FF2B5EF4-FFF2-40B4-BE49-F238E27FC236}">
                <a16:creationId xmlns:a16="http://schemas.microsoft.com/office/drawing/2014/main" id="{9DE9A2FB-501D-5068-2574-9AB837269DD2}"/>
              </a:ext>
            </a:extLst>
          </p:cNvPr>
          <p:cNvSpPr/>
          <p:nvPr/>
        </p:nvSpPr>
        <p:spPr>
          <a:xfrm rot="5400000">
            <a:off x="5180581" y="286356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68" name="Grafik 167">
            <a:extLst>
              <a:ext uri="{FF2B5EF4-FFF2-40B4-BE49-F238E27FC236}">
                <a16:creationId xmlns:a16="http://schemas.microsoft.com/office/drawing/2014/main" id="{AC37E4DE-FF99-3323-F18F-24B2EEB6CEBC}"/>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5183072" y="2786685"/>
            <a:ext cx="90077" cy="28388"/>
          </a:xfrm>
          <a:prstGeom prst="rect">
            <a:avLst/>
          </a:prstGeom>
        </p:spPr>
      </p:pic>
      <p:sp>
        <p:nvSpPr>
          <p:cNvPr id="170" name="Rechteck 169">
            <a:extLst>
              <a:ext uri="{FF2B5EF4-FFF2-40B4-BE49-F238E27FC236}">
                <a16:creationId xmlns:a16="http://schemas.microsoft.com/office/drawing/2014/main" id="{329D6D22-56B7-EA0B-E848-CEF842B84378}"/>
              </a:ext>
            </a:extLst>
          </p:cNvPr>
          <p:cNvSpPr/>
          <p:nvPr/>
        </p:nvSpPr>
        <p:spPr>
          <a:xfrm>
            <a:off x="4735630" y="2668082"/>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1" name="Rechteck 170">
            <a:extLst>
              <a:ext uri="{FF2B5EF4-FFF2-40B4-BE49-F238E27FC236}">
                <a16:creationId xmlns:a16="http://schemas.microsoft.com/office/drawing/2014/main" id="{1D001FEE-0A86-2D5F-8EF3-120CEA5AB4B2}"/>
              </a:ext>
            </a:extLst>
          </p:cNvPr>
          <p:cNvSpPr/>
          <p:nvPr/>
        </p:nvSpPr>
        <p:spPr>
          <a:xfrm>
            <a:off x="4761921" y="28460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2" name="Rechteck 171">
            <a:extLst>
              <a:ext uri="{FF2B5EF4-FFF2-40B4-BE49-F238E27FC236}">
                <a16:creationId xmlns:a16="http://schemas.microsoft.com/office/drawing/2014/main" id="{35F52911-08EE-CDA9-0BEA-8DEE202BF369}"/>
              </a:ext>
            </a:extLst>
          </p:cNvPr>
          <p:cNvSpPr/>
          <p:nvPr/>
        </p:nvSpPr>
        <p:spPr>
          <a:xfrm>
            <a:off x="4819070" y="28484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3" name="Rechteck 172">
            <a:extLst>
              <a:ext uri="{FF2B5EF4-FFF2-40B4-BE49-F238E27FC236}">
                <a16:creationId xmlns:a16="http://schemas.microsoft.com/office/drawing/2014/main" id="{505C6703-B0C8-62D2-B7BE-68B91B712000}"/>
              </a:ext>
            </a:extLst>
          </p:cNvPr>
          <p:cNvSpPr/>
          <p:nvPr/>
        </p:nvSpPr>
        <p:spPr>
          <a:xfrm>
            <a:off x="5154732" y="2665818"/>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4" name="Rechteck 173">
            <a:extLst>
              <a:ext uri="{FF2B5EF4-FFF2-40B4-BE49-F238E27FC236}">
                <a16:creationId xmlns:a16="http://schemas.microsoft.com/office/drawing/2014/main" id="{B042EA01-62CC-0E37-E9D1-C59B04561965}"/>
              </a:ext>
            </a:extLst>
          </p:cNvPr>
          <p:cNvSpPr/>
          <p:nvPr/>
        </p:nvSpPr>
        <p:spPr>
          <a:xfrm>
            <a:off x="3450009" y="2587194"/>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5" name="Rechteck 174">
            <a:extLst>
              <a:ext uri="{FF2B5EF4-FFF2-40B4-BE49-F238E27FC236}">
                <a16:creationId xmlns:a16="http://schemas.microsoft.com/office/drawing/2014/main" id="{C076B540-B1AB-EC29-FF5C-41CB9C0A96A8}"/>
              </a:ext>
            </a:extLst>
          </p:cNvPr>
          <p:cNvSpPr/>
          <p:nvPr/>
        </p:nvSpPr>
        <p:spPr>
          <a:xfrm rot="5400000">
            <a:off x="5972177" y="3113263"/>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3A7F1CBA-F49D-E294-EB59-5BD570392CB7}"/>
              </a:ext>
            </a:extLst>
          </p:cNvPr>
          <p:cNvSpPr/>
          <p:nvPr/>
        </p:nvSpPr>
        <p:spPr>
          <a:xfrm>
            <a:off x="6083515" y="29687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8" name="Rechteck 177">
            <a:extLst>
              <a:ext uri="{FF2B5EF4-FFF2-40B4-BE49-F238E27FC236}">
                <a16:creationId xmlns:a16="http://schemas.microsoft.com/office/drawing/2014/main" id="{15008FD5-21D4-AC01-DB5F-2F8D384F783C}"/>
              </a:ext>
            </a:extLst>
          </p:cNvPr>
          <p:cNvSpPr/>
          <p:nvPr/>
        </p:nvSpPr>
        <p:spPr>
          <a:xfrm>
            <a:off x="6140664" y="29711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 name="Pfeil: nach links gekrümmt 48">
            <a:extLst>
              <a:ext uri="{FF2B5EF4-FFF2-40B4-BE49-F238E27FC236}">
                <a16:creationId xmlns:a16="http://schemas.microsoft.com/office/drawing/2014/main" id="{99703C28-9E86-F98C-9D9E-7CA074B0465D}"/>
              </a:ext>
            </a:extLst>
          </p:cNvPr>
          <p:cNvSpPr/>
          <p:nvPr/>
        </p:nvSpPr>
        <p:spPr>
          <a:xfrm flipV="1">
            <a:off x="6071308" y="2861428"/>
            <a:ext cx="196850"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79" name="Flussdiagramm: Datenträger mit direktem Zugriff 178">
            <a:extLst>
              <a:ext uri="{FF2B5EF4-FFF2-40B4-BE49-F238E27FC236}">
                <a16:creationId xmlns:a16="http://schemas.microsoft.com/office/drawing/2014/main" id="{10BA6066-27DB-2BA8-A950-FD557EE09753}"/>
              </a:ext>
            </a:extLst>
          </p:cNvPr>
          <p:cNvSpPr/>
          <p:nvPr/>
        </p:nvSpPr>
        <p:spPr>
          <a:xfrm rot="5400000">
            <a:off x="5609131" y="244147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0" name="Grafik 179">
            <a:extLst>
              <a:ext uri="{FF2B5EF4-FFF2-40B4-BE49-F238E27FC236}">
                <a16:creationId xmlns:a16="http://schemas.microsoft.com/office/drawing/2014/main" id="{524BC2A8-71DA-202C-A774-E63626CC6D97}"/>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5610706" y="2382052"/>
            <a:ext cx="90077" cy="28388"/>
          </a:xfrm>
          <a:prstGeom prst="rect">
            <a:avLst/>
          </a:prstGeom>
        </p:spPr>
      </p:pic>
      <p:sp>
        <p:nvSpPr>
          <p:cNvPr id="183" name="Rechteck 182">
            <a:extLst>
              <a:ext uri="{FF2B5EF4-FFF2-40B4-BE49-F238E27FC236}">
                <a16:creationId xmlns:a16="http://schemas.microsoft.com/office/drawing/2014/main" id="{3824930F-A0AE-ED6E-3E91-E6B2A2995AAA}"/>
              </a:ext>
            </a:extLst>
          </p:cNvPr>
          <p:cNvSpPr/>
          <p:nvPr/>
        </p:nvSpPr>
        <p:spPr>
          <a:xfrm rot="16200000">
            <a:off x="6820470" y="3259718"/>
            <a:ext cx="1404036" cy="964613"/>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6">
            <a:clrChange>
              <a:clrFrom>
                <a:srgbClr val="FFFFFF"/>
              </a:clrFrom>
              <a:clrTo>
                <a:srgbClr val="FFFFFF">
                  <a:alpha val="0"/>
                </a:srgbClr>
              </a:clrTo>
            </a:clrChange>
            <a:biLevel thresh="50000"/>
          </a:blip>
          <a:stretch>
            <a:fillRect/>
          </a:stretch>
        </p:blipFill>
        <p:spPr>
          <a:xfrm rot="10800000">
            <a:off x="7374659" y="309095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saturation sat="0"/>
                    </a14:imgEffect>
                  </a14:imgLayer>
                </a14:imgProps>
              </a:ext>
            </a:extLst>
          </a:blip>
          <a:stretch>
            <a:fillRect/>
          </a:stretch>
        </p:blipFill>
        <p:spPr>
          <a:xfrm rot="10800000">
            <a:off x="7035418" y="362645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7157160" y="302886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647190" y="305116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7132040" y="305215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608297" y="428693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7455897" y="413453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7523523" y="427346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624754" y="403646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7558085" y="405247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564088" y="416901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7481292" y="400653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7374366" y="348535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7340511" y="353763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9">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7378819" y="352071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7226528" y="319674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7350640" y="2776830"/>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7377194" y="306769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9">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7379266" y="3036382"/>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10800000">
            <a:off x="7410110" y="480156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8068324" y="3015003"/>
            <a:ext cx="427241" cy="48405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8214321" y="294454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7" name="Rechteck 206">
            <a:extLst>
              <a:ext uri="{FF2B5EF4-FFF2-40B4-BE49-F238E27FC236}">
                <a16:creationId xmlns:a16="http://schemas.microsoft.com/office/drawing/2014/main" id="{4CF97A18-134E-822D-39E8-9AF120158FF7}"/>
              </a:ext>
            </a:extLst>
          </p:cNvPr>
          <p:cNvSpPr/>
          <p:nvPr/>
        </p:nvSpPr>
        <p:spPr>
          <a:xfrm rot="5400000">
            <a:off x="6355373" y="3109515"/>
            <a:ext cx="427241" cy="3407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8" name="Rechteck 207">
            <a:extLst>
              <a:ext uri="{FF2B5EF4-FFF2-40B4-BE49-F238E27FC236}">
                <a16:creationId xmlns:a16="http://schemas.microsoft.com/office/drawing/2014/main" id="{7735A3A5-6C18-CE57-3393-49BB2A4A5CAE}"/>
              </a:ext>
            </a:extLst>
          </p:cNvPr>
          <p:cNvSpPr/>
          <p:nvPr/>
        </p:nvSpPr>
        <p:spPr>
          <a:xfrm>
            <a:off x="6516273" y="302580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9" name="Rechteck 208">
            <a:extLst>
              <a:ext uri="{FF2B5EF4-FFF2-40B4-BE49-F238E27FC236}">
                <a16:creationId xmlns:a16="http://schemas.microsoft.com/office/drawing/2014/main" id="{1BC46769-951F-4204-1417-E95F5C95F01C}"/>
              </a:ext>
            </a:extLst>
          </p:cNvPr>
          <p:cNvSpPr/>
          <p:nvPr/>
        </p:nvSpPr>
        <p:spPr>
          <a:xfrm>
            <a:off x="6517526" y="297830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0" name="Rechteck 209">
            <a:extLst>
              <a:ext uri="{FF2B5EF4-FFF2-40B4-BE49-F238E27FC236}">
                <a16:creationId xmlns:a16="http://schemas.microsoft.com/office/drawing/2014/main" id="{131602D7-8BCD-7E2B-A04F-F523897D8FB6}"/>
              </a:ext>
            </a:extLst>
          </p:cNvPr>
          <p:cNvSpPr/>
          <p:nvPr/>
        </p:nvSpPr>
        <p:spPr>
          <a:xfrm>
            <a:off x="6574675" y="298068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1" name="Rechteck 210">
            <a:extLst>
              <a:ext uri="{FF2B5EF4-FFF2-40B4-BE49-F238E27FC236}">
                <a16:creationId xmlns:a16="http://schemas.microsoft.com/office/drawing/2014/main" id="{520BFCE1-781A-6382-DEE2-FB2ED23FC664}"/>
              </a:ext>
            </a:extLst>
          </p:cNvPr>
          <p:cNvSpPr/>
          <p:nvPr/>
        </p:nvSpPr>
        <p:spPr>
          <a:xfrm>
            <a:off x="1763437" y="280896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2" name="Rechteck 211">
            <a:extLst>
              <a:ext uri="{FF2B5EF4-FFF2-40B4-BE49-F238E27FC236}">
                <a16:creationId xmlns:a16="http://schemas.microsoft.com/office/drawing/2014/main" id="{41B32C4C-70E9-D534-6937-CCF8BD0DAD6D}"/>
              </a:ext>
            </a:extLst>
          </p:cNvPr>
          <p:cNvSpPr/>
          <p:nvPr/>
        </p:nvSpPr>
        <p:spPr>
          <a:xfrm>
            <a:off x="1820586" y="281134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8274058" y="272641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216" name="Rechteck 215">
            <a:extLst>
              <a:ext uri="{FF2B5EF4-FFF2-40B4-BE49-F238E27FC236}">
                <a16:creationId xmlns:a16="http://schemas.microsoft.com/office/drawing/2014/main" id="{56FB3A16-B5F4-C580-C92E-CE7280E77F1D}"/>
              </a:ext>
            </a:extLst>
          </p:cNvPr>
          <p:cNvSpPr/>
          <p:nvPr/>
        </p:nvSpPr>
        <p:spPr>
          <a:xfrm rot="5400000">
            <a:off x="8318275" y="1868658"/>
            <a:ext cx="832643" cy="745331"/>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7" name="Rechteck 216">
            <a:extLst>
              <a:ext uri="{FF2B5EF4-FFF2-40B4-BE49-F238E27FC236}">
                <a16:creationId xmlns:a16="http://schemas.microsoft.com/office/drawing/2014/main" id="{8509E497-AFE6-70A6-FE3B-AF848A165FAD}"/>
              </a:ext>
            </a:extLst>
          </p:cNvPr>
          <p:cNvSpPr/>
          <p:nvPr/>
        </p:nvSpPr>
        <p:spPr>
          <a:xfrm>
            <a:off x="8653582" y="2355653"/>
            <a:ext cx="141242" cy="594881"/>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218" name="Gruppieren 217">
            <a:extLst>
              <a:ext uri="{FF2B5EF4-FFF2-40B4-BE49-F238E27FC236}">
                <a16:creationId xmlns:a16="http://schemas.microsoft.com/office/drawing/2014/main" id="{A2B7AA3F-3CC5-B640-E556-E69F459775C2}"/>
              </a:ext>
            </a:extLst>
          </p:cNvPr>
          <p:cNvGrpSpPr/>
          <p:nvPr/>
        </p:nvGrpSpPr>
        <p:grpSpPr>
          <a:xfrm>
            <a:off x="4298358" y="2812133"/>
            <a:ext cx="75705" cy="277927"/>
            <a:chOff x="3476670" y="3647733"/>
            <a:chExt cx="75705" cy="277927"/>
          </a:xfrm>
        </p:grpSpPr>
        <p:sp>
          <p:nvSpPr>
            <p:cNvPr id="219" name="Rechteck 218">
              <a:extLst>
                <a:ext uri="{FF2B5EF4-FFF2-40B4-BE49-F238E27FC236}">
                  <a16:creationId xmlns:a16="http://schemas.microsoft.com/office/drawing/2014/main" id="{F651B3D9-08E6-C14C-F087-E778DE62BB7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20" name="Verbinder: gekrümmt 219">
              <a:extLst>
                <a:ext uri="{FF2B5EF4-FFF2-40B4-BE49-F238E27FC236}">
                  <a16:creationId xmlns:a16="http://schemas.microsoft.com/office/drawing/2014/main" id="{6DD7E2A0-A406-CB4D-B9A8-945226299C4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221" name="Flussdiagramm: Datenträger mit direktem Zugriff 220">
            <a:extLst>
              <a:ext uri="{FF2B5EF4-FFF2-40B4-BE49-F238E27FC236}">
                <a16:creationId xmlns:a16="http://schemas.microsoft.com/office/drawing/2014/main" id="{F753FCD3-1040-9B6A-DA04-E69555251220}"/>
              </a:ext>
            </a:extLst>
          </p:cNvPr>
          <p:cNvSpPr/>
          <p:nvPr/>
        </p:nvSpPr>
        <p:spPr>
          <a:xfrm rot="5400000">
            <a:off x="4316620" y="288994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22" name="Grafik 221">
            <a:extLst>
              <a:ext uri="{FF2B5EF4-FFF2-40B4-BE49-F238E27FC236}">
                <a16:creationId xmlns:a16="http://schemas.microsoft.com/office/drawing/2014/main" id="{086E33D6-868C-2DD6-6102-607A7138BA31}"/>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4321492" y="2784498"/>
            <a:ext cx="90077" cy="28388"/>
          </a:xfrm>
          <a:prstGeom prst="rect">
            <a:avLst/>
          </a:prstGeom>
        </p:spPr>
      </p:pic>
      <p:sp>
        <p:nvSpPr>
          <p:cNvPr id="223" name="Rechteck 222">
            <a:extLst>
              <a:ext uri="{FF2B5EF4-FFF2-40B4-BE49-F238E27FC236}">
                <a16:creationId xmlns:a16="http://schemas.microsoft.com/office/drawing/2014/main" id="{A4B5E143-5CA3-F307-05E3-3B1399078673}"/>
              </a:ext>
            </a:extLst>
          </p:cNvPr>
          <p:cNvSpPr/>
          <p:nvPr/>
        </p:nvSpPr>
        <p:spPr>
          <a:xfrm>
            <a:off x="1550726" y="1360078"/>
            <a:ext cx="390359" cy="475232"/>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endParaRPr lang="de-DE" sz="800" dirty="0"/>
          </a:p>
          <a:p>
            <a:pPr algn="ctr"/>
            <a:r>
              <a:rPr lang="de-DE" sz="800" dirty="0"/>
              <a:t>Option</a:t>
            </a:r>
          </a:p>
        </p:txBody>
      </p:sp>
      <p:pic>
        <p:nvPicPr>
          <p:cNvPr id="224" name="Grafik 223">
            <a:extLst>
              <a:ext uri="{FF2B5EF4-FFF2-40B4-BE49-F238E27FC236}">
                <a16:creationId xmlns:a16="http://schemas.microsoft.com/office/drawing/2014/main" id="{38E25979-746A-00C3-8BB4-BCC84972EC66}"/>
              </a:ext>
            </a:extLst>
          </p:cNvPr>
          <p:cNvPicPr>
            <a:picLocks noChangeAspect="1"/>
          </p:cNvPicPr>
          <p:nvPr/>
        </p:nvPicPr>
        <p:blipFill rotWithShape="1">
          <a:blip r:embed="rId10"/>
          <a:srcRect l="12368" t="11098" r="5271"/>
          <a:stretch/>
        </p:blipFill>
        <p:spPr>
          <a:xfrm>
            <a:off x="4430429" y="2660924"/>
            <a:ext cx="85407" cy="102912"/>
          </a:xfrm>
          <a:prstGeom prst="rect">
            <a:avLst/>
          </a:prstGeom>
        </p:spPr>
      </p:pic>
      <p:pic>
        <p:nvPicPr>
          <p:cNvPr id="226" name="Grafik 225">
            <a:extLst>
              <a:ext uri="{FF2B5EF4-FFF2-40B4-BE49-F238E27FC236}">
                <a16:creationId xmlns:a16="http://schemas.microsoft.com/office/drawing/2014/main" id="{D377938A-E1E8-D34F-B886-56D9F0EA0466}"/>
              </a:ext>
            </a:extLst>
          </p:cNvPr>
          <p:cNvPicPr>
            <a:picLocks noChangeAspect="1"/>
          </p:cNvPicPr>
          <p:nvPr/>
        </p:nvPicPr>
        <p:blipFill rotWithShape="1">
          <a:blip r:embed="rId10"/>
          <a:srcRect l="12368" t="11098" r="5271"/>
          <a:stretch/>
        </p:blipFill>
        <p:spPr>
          <a:xfrm flipH="1">
            <a:off x="4208966" y="2652913"/>
            <a:ext cx="90381" cy="107501"/>
          </a:xfrm>
          <a:prstGeom prst="rect">
            <a:avLst/>
          </a:prstGeom>
        </p:spPr>
      </p:pic>
      <p:cxnSp>
        <p:nvCxnSpPr>
          <p:cNvPr id="227" name="Verbinder: gekrümmt 226">
            <a:extLst>
              <a:ext uri="{FF2B5EF4-FFF2-40B4-BE49-F238E27FC236}">
                <a16:creationId xmlns:a16="http://schemas.microsoft.com/office/drawing/2014/main" id="{DDE1F49B-C0E4-7F11-1BF2-30B3D3C7B026}"/>
              </a:ext>
            </a:extLst>
          </p:cNvPr>
          <p:cNvCxnSpPr>
            <a:cxnSpLocks/>
            <a:stCxn id="128" idx="3"/>
            <a:endCxn id="223" idx="2"/>
          </p:cNvCxnSpPr>
          <p:nvPr/>
        </p:nvCxnSpPr>
        <p:spPr>
          <a:xfrm rot="5400000" flipH="1">
            <a:off x="1310522" y="2270695"/>
            <a:ext cx="933401" cy="62633"/>
          </a:xfrm>
          <a:prstGeom prst="curvedConnector5">
            <a:avLst>
              <a:gd name="adj1" fmla="val 255"/>
              <a:gd name="adj2" fmla="val 360077"/>
              <a:gd name="adj3" fmla="val 65532"/>
            </a:avLst>
          </a:prstGeom>
          <a:ln/>
        </p:spPr>
        <p:style>
          <a:lnRef idx="3">
            <a:schemeClr val="dk1"/>
          </a:lnRef>
          <a:fillRef idx="0">
            <a:schemeClr val="dk1"/>
          </a:fillRef>
          <a:effectRef idx="2">
            <a:schemeClr val="dk1"/>
          </a:effectRef>
          <a:fontRef idx="minor">
            <a:schemeClr val="tx1"/>
          </a:fontRef>
        </p:style>
      </p:cxnSp>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16200000">
            <a:off x="7806844" y="299607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16200000">
            <a:off x="8235473" y="2998449"/>
            <a:ext cx="90077" cy="28388"/>
          </a:xfrm>
          <a:prstGeom prst="rect">
            <a:avLst/>
          </a:prstGeom>
        </p:spPr>
      </p:pic>
      <p:sp>
        <p:nvSpPr>
          <p:cNvPr id="237" name="Rechteck 236">
            <a:extLst>
              <a:ext uri="{FF2B5EF4-FFF2-40B4-BE49-F238E27FC236}">
                <a16:creationId xmlns:a16="http://schemas.microsoft.com/office/drawing/2014/main" id="{E93FDA73-10CE-C04B-E5B2-3D533030F45D}"/>
              </a:ext>
            </a:extLst>
          </p:cNvPr>
          <p:cNvSpPr/>
          <p:nvPr/>
        </p:nvSpPr>
        <p:spPr>
          <a:xfrm>
            <a:off x="6451126" y="3980996"/>
            <a:ext cx="390359" cy="475232"/>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endParaRPr lang="de-DE" sz="800" dirty="0"/>
          </a:p>
          <a:p>
            <a:pPr algn="ctr"/>
            <a:r>
              <a:rPr lang="de-DE" sz="800" dirty="0"/>
              <a:t>Option</a:t>
            </a:r>
          </a:p>
        </p:txBody>
      </p:sp>
      <p:cxnSp>
        <p:nvCxnSpPr>
          <p:cNvPr id="238" name="Verbinder: gekrümmt 237">
            <a:extLst>
              <a:ext uri="{FF2B5EF4-FFF2-40B4-BE49-F238E27FC236}">
                <a16:creationId xmlns:a16="http://schemas.microsoft.com/office/drawing/2014/main" id="{BC7BEA59-2F11-62DC-6BFF-7B211717EC32}"/>
              </a:ext>
            </a:extLst>
          </p:cNvPr>
          <p:cNvCxnSpPr>
            <a:cxnSpLocks/>
            <a:stCxn id="207" idx="1"/>
          </p:cNvCxnSpPr>
          <p:nvPr/>
        </p:nvCxnSpPr>
        <p:spPr>
          <a:xfrm rot="16200000" flipH="1">
            <a:off x="6152662" y="3482603"/>
            <a:ext cx="909976" cy="77312"/>
          </a:xfrm>
          <a:prstGeom prst="curvedConnector5">
            <a:avLst>
              <a:gd name="adj1" fmla="val 0"/>
              <a:gd name="adj2" fmla="val 461113"/>
              <a:gd name="adj3" fmla="val 66347"/>
            </a:avLst>
          </a:prstGeom>
          <a:ln/>
        </p:spPr>
        <p:style>
          <a:lnRef idx="3">
            <a:schemeClr val="dk1"/>
          </a:lnRef>
          <a:fillRef idx="0">
            <a:schemeClr val="dk1"/>
          </a:fillRef>
          <a:effectRef idx="2">
            <a:schemeClr val="dk1"/>
          </a:effectRef>
          <a:fontRef idx="minor">
            <a:schemeClr val="tx1"/>
          </a:fontRef>
        </p:style>
      </p:cxnSp>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8713487" y="272641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16200000">
            <a:off x="8674902" y="2998449"/>
            <a:ext cx="90077" cy="28388"/>
          </a:xfrm>
          <a:prstGeom prst="rect">
            <a:avLst/>
          </a:prstGeom>
        </p:spPr>
      </p:pic>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9136242" y="272641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16200000">
            <a:off x="9097657" y="299844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10"/>
          <a:srcRect l="12368" t="11098" r="5271"/>
          <a:stretch/>
        </p:blipFill>
        <p:spPr>
          <a:xfrm>
            <a:off x="9197693" y="305855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10"/>
          <a:srcRect l="12368" t="11098" r="5271"/>
          <a:stretch/>
        </p:blipFill>
        <p:spPr>
          <a:xfrm flipH="1">
            <a:off x="8997659" y="3052925"/>
            <a:ext cx="90381" cy="107501"/>
          </a:xfrm>
          <a:prstGeom prst="rect">
            <a:avLst/>
          </a:prstGeom>
        </p:spPr>
      </p:pic>
      <p:pic>
        <p:nvPicPr>
          <p:cNvPr id="255" name="Grafik 254">
            <a:extLst>
              <a:ext uri="{FF2B5EF4-FFF2-40B4-BE49-F238E27FC236}">
                <a16:creationId xmlns:a16="http://schemas.microsoft.com/office/drawing/2014/main" id="{AA406A7D-2018-3F09-CD06-E58901F51333}"/>
              </a:ext>
            </a:extLst>
          </p:cNvPr>
          <p:cNvPicPr>
            <a:picLocks noChangeAspect="1"/>
          </p:cNvPicPr>
          <p:nvPr/>
        </p:nvPicPr>
        <p:blipFill>
          <a:blip r:embed="rId4"/>
          <a:stretch>
            <a:fillRect/>
          </a:stretch>
        </p:blipFill>
        <p:spPr>
          <a:xfrm rot="16870427">
            <a:off x="3110711" y="5319355"/>
            <a:ext cx="850143" cy="626422"/>
          </a:xfrm>
          <a:prstGeom prst="rect">
            <a:avLst/>
          </a:prstGeom>
        </p:spPr>
      </p:pic>
      <p:sp>
        <p:nvSpPr>
          <p:cNvPr id="256" name="Rechteck 255">
            <a:extLst>
              <a:ext uri="{FF2B5EF4-FFF2-40B4-BE49-F238E27FC236}">
                <a16:creationId xmlns:a16="http://schemas.microsoft.com/office/drawing/2014/main" id="{8546A53A-3C86-18C4-8CBA-B21CC5299419}"/>
              </a:ext>
            </a:extLst>
          </p:cNvPr>
          <p:cNvSpPr/>
          <p:nvPr/>
        </p:nvSpPr>
        <p:spPr>
          <a:xfrm rot="16200000">
            <a:off x="8917124" y="3447025"/>
            <a:ext cx="1416563" cy="603503"/>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7" name="Rechteck 256">
            <a:extLst>
              <a:ext uri="{FF2B5EF4-FFF2-40B4-BE49-F238E27FC236}">
                <a16:creationId xmlns:a16="http://schemas.microsoft.com/office/drawing/2014/main" id="{47A65C23-55DE-DE61-E980-BBFFAF12A7C4}"/>
              </a:ext>
            </a:extLst>
          </p:cNvPr>
          <p:cNvSpPr/>
          <p:nvPr/>
        </p:nvSpPr>
        <p:spPr>
          <a:xfrm rot="16200000">
            <a:off x="8999518" y="3459052"/>
            <a:ext cx="1218415" cy="45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8" name="Gruppieren 257">
            <a:extLst>
              <a:ext uri="{FF2B5EF4-FFF2-40B4-BE49-F238E27FC236}">
                <a16:creationId xmlns:a16="http://schemas.microsoft.com/office/drawing/2014/main" id="{27F42543-5BD4-58C9-3DFA-B9D5281EDC5E}"/>
              </a:ext>
            </a:extLst>
          </p:cNvPr>
          <p:cNvGrpSpPr/>
          <p:nvPr/>
        </p:nvGrpSpPr>
        <p:grpSpPr>
          <a:xfrm rot="10800000" flipH="1">
            <a:off x="9616880" y="2820485"/>
            <a:ext cx="19389" cy="600095"/>
            <a:chOff x="6851814" y="1766023"/>
            <a:chExt cx="78569" cy="2068826"/>
          </a:xfrm>
        </p:grpSpPr>
        <p:sp>
          <p:nvSpPr>
            <p:cNvPr id="259" name="Rechteck 258">
              <a:extLst>
                <a:ext uri="{FF2B5EF4-FFF2-40B4-BE49-F238E27FC236}">
                  <a16:creationId xmlns:a16="http://schemas.microsoft.com/office/drawing/2014/main" id="{25FD2AA5-3055-6B35-E071-A85DABD14FA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0" name="Rechteck 259">
              <a:extLst>
                <a:ext uri="{FF2B5EF4-FFF2-40B4-BE49-F238E27FC236}">
                  <a16:creationId xmlns:a16="http://schemas.microsoft.com/office/drawing/2014/main" id="{C72FC098-EB23-8F36-C71B-755FCBC9AAE3}"/>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1" name="Rechteck 260">
              <a:extLst>
                <a:ext uri="{FF2B5EF4-FFF2-40B4-BE49-F238E27FC236}">
                  <a16:creationId xmlns:a16="http://schemas.microsoft.com/office/drawing/2014/main" id="{48B6124E-98A3-50D9-D22C-EC5183A906DD}"/>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2" name="Rechteck 261">
              <a:extLst>
                <a:ext uri="{FF2B5EF4-FFF2-40B4-BE49-F238E27FC236}">
                  <a16:creationId xmlns:a16="http://schemas.microsoft.com/office/drawing/2014/main" id="{550F253A-CC30-F49B-92CF-9BD7F6DBAB9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3" name="Rechteck 262">
              <a:extLst>
                <a:ext uri="{FF2B5EF4-FFF2-40B4-BE49-F238E27FC236}">
                  <a16:creationId xmlns:a16="http://schemas.microsoft.com/office/drawing/2014/main" id="{4D8562B4-30B4-EDC6-4480-C9AC6A49203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64" name="Rechteck 263">
            <a:extLst>
              <a:ext uri="{FF2B5EF4-FFF2-40B4-BE49-F238E27FC236}">
                <a16:creationId xmlns:a16="http://schemas.microsoft.com/office/drawing/2014/main" id="{C0D4EF7A-E569-1350-38AF-8A9BAD6DB941}"/>
              </a:ext>
            </a:extLst>
          </p:cNvPr>
          <p:cNvSpPr/>
          <p:nvPr/>
        </p:nvSpPr>
        <p:spPr>
          <a:xfrm rot="10800000">
            <a:off x="9466283" y="2694416"/>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5" name="Rechteck 264">
            <a:extLst>
              <a:ext uri="{FF2B5EF4-FFF2-40B4-BE49-F238E27FC236}">
                <a16:creationId xmlns:a16="http://schemas.microsoft.com/office/drawing/2014/main" id="{BDADF0BE-AE5F-4244-1CC8-FC40BF47EF34}"/>
              </a:ext>
            </a:extLst>
          </p:cNvPr>
          <p:cNvSpPr/>
          <p:nvPr/>
        </p:nvSpPr>
        <p:spPr>
          <a:xfrm rot="10800000">
            <a:off x="9530917" y="3029704"/>
            <a:ext cx="172817" cy="1128066"/>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6" name="Rechteck 265">
            <a:extLst>
              <a:ext uri="{FF2B5EF4-FFF2-40B4-BE49-F238E27FC236}">
                <a16:creationId xmlns:a16="http://schemas.microsoft.com/office/drawing/2014/main" id="{597A972F-F2D7-FE90-9752-FBA1EF74B98D}"/>
              </a:ext>
            </a:extLst>
          </p:cNvPr>
          <p:cNvSpPr/>
          <p:nvPr/>
        </p:nvSpPr>
        <p:spPr>
          <a:xfrm rot="10800000">
            <a:off x="9640293" y="3307162"/>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7" name="Rechteck 266">
            <a:extLst>
              <a:ext uri="{FF2B5EF4-FFF2-40B4-BE49-F238E27FC236}">
                <a16:creationId xmlns:a16="http://schemas.microsoft.com/office/drawing/2014/main" id="{74F3D9A2-9E73-173A-29FC-B913911BBFA7}"/>
              </a:ext>
            </a:extLst>
          </p:cNvPr>
          <p:cNvSpPr/>
          <p:nvPr/>
        </p:nvSpPr>
        <p:spPr>
          <a:xfrm rot="10800000">
            <a:off x="9640295" y="324763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8" name="Rechteck 267">
            <a:extLst>
              <a:ext uri="{FF2B5EF4-FFF2-40B4-BE49-F238E27FC236}">
                <a16:creationId xmlns:a16="http://schemas.microsoft.com/office/drawing/2014/main" id="{1F3C8937-866D-346A-7291-08333322C09D}"/>
              </a:ext>
            </a:extLst>
          </p:cNvPr>
          <p:cNvSpPr/>
          <p:nvPr/>
        </p:nvSpPr>
        <p:spPr>
          <a:xfrm rot="10800000">
            <a:off x="9590287" y="330478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9" name="Rechteck 268">
            <a:extLst>
              <a:ext uri="{FF2B5EF4-FFF2-40B4-BE49-F238E27FC236}">
                <a16:creationId xmlns:a16="http://schemas.microsoft.com/office/drawing/2014/main" id="{7231B40C-5805-2193-7980-501412B98D6F}"/>
              </a:ext>
            </a:extLst>
          </p:cNvPr>
          <p:cNvSpPr/>
          <p:nvPr/>
        </p:nvSpPr>
        <p:spPr>
          <a:xfrm rot="10800000">
            <a:off x="9590289" y="324525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70" name="Gerade Verbindung mit Pfeil 269">
            <a:extLst>
              <a:ext uri="{FF2B5EF4-FFF2-40B4-BE49-F238E27FC236}">
                <a16:creationId xmlns:a16="http://schemas.microsoft.com/office/drawing/2014/main" id="{4E5470DD-6523-44ED-718D-4175BB886798}"/>
              </a:ext>
            </a:extLst>
          </p:cNvPr>
          <p:cNvCxnSpPr>
            <a:cxnSpLocks/>
          </p:cNvCxnSpPr>
          <p:nvPr/>
        </p:nvCxnSpPr>
        <p:spPr>
          <a:xfrm rot="10800000" flipV="1">
            <a:off x="9571057" y="3101368"/>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271" name="Ellipse 270">
            <a:extLst>
              <a:ext uri="{FF2B5EF4-FFF2-40B4-BE49-F238E27FC236}">
                <a16:creationId xmlns:a16="http://schemas.microsoft.com/office/drawing/2014/main" id="{B55DF868-08EF-B489-013D-6A3EE1ACA654}"/>
              </a:ext>
            </a:extLst>
          </p:cNvPr>
          <p:cNvSpPr/>
          <p:nvPr/>
        </p:nvSpPr>
        <p:spPr>
          <a:xfrm rot="10800000">
            <a:off x="9759204" y="3090451"/>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2" name="Ellipse 271">
            <a:extLst>
              <a:ext uri="{FF2B5EF4-FFF2-40B4-BE49-F238E27FC236}">
                <a16:creationId xmlns:a16="http://schemas.microsoft.com/office/drawing/2014/main" id="{3F7640D0-38F1-D003-C368-C93A0C68800F}"/>
              </a:ext>
            </a:extLst>
          </p:cNvPr>
          <p:cNvSpPr/>
          <p:nvPr/>
        </p:nvSpPr>
        <p:spPr>
          <a:xfrm rot="10800000">
            <a:off x="9391723" y="308808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3" name="Ellipse 272">
            <a:extLst>
              <a:ext uri="{FF2B5EF4-FFF2-40B4-BE49-F238E27FC236}">
                <a16:creationId xmlns:a16="http://schemas.microsoft.com/office/drawing/2014/main" id="{50908FD7-C1E3-3A80-F736-FE64A458FBAC}"/>
              </a:ext>
            </a:extLst>
          </p:cNvPr>
          <p:cNvSpPr/>
          <p:nvPr/>
        </p:nvSpPr>
        <p:spPr>
          <a:xfrm rot="10800000">
            <a:off x="9759204" y="4218619"/>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4" name="Ellipse 273">
            <a:extLst>
              <a:ext uri="{FF2B5EF4-FFF2-40B4-BE49-F238E27FC236}">
                <a16:creationId xmlns:a16="http://schemas.microsoft.com/office/drawing/2014/main" id="{CADA1BCA-3D73-6F2E-BC36-505B3B34F2E7}"/>
              </a:ext>
            </a:extLst>
          </p:cNvPr>
          <p:cNvSpPr/>
          <p:nvPr/>
        </p:nvSpPr>
        <p:spPr>
          <a:xfrm rot="10800000">
            <a:off x="9394283" y="4218619"/>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78" name="Grafik 277">
            <a:extLst>
              <a:ext uri="{FF2B5EF4-FFF2-40B4-BE49-F238E27FC236}">
                <a16:creationId xmlns:a16="http://schemas.microsoft.com/office/drawing/2014/main" id="{9002B4EA-6D24-6E2B-49F1-A3B63568A11F}"/>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16200000">
            <a:off x="9580535" y="3407966"/>
            <a:ext cx="90077" cy="28388"/>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a:off x="10008718" y="2824724"/>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10031852" y="2797089"/>
            <a:ext cx="90077" cy="28388"/>
          </a:xfrm>
          <a:prstGeom prst="rect">
            <a:avLst/>
          </a:prstGeom>
        </p:spPr>
      </p:pic>
      <p:grpSp>
        <p:nvGrpSpPr>
          <p:cNvPr id="285" name="Gruppieren 284">
            <a:extLst>
              <a:ext uri="{FF2B5EF4-FFF2-40B4-BE49-F238E27FC236}">
                <a16:creationId xmlns:a16="http://schemas.microsoft.com/office/drawing/2014/main" id="{164A41FF-C0FF-D616-0192-25923EAFCE02}"/>
              </a:ext>
            </a:extLst>
          </p:cNvPr>
          <p:cNvGrpSpPr/>
          <p:nvPr/>
        </p:nvGrpSpPr>
        <p:grpSpPr>
          <a:xfrm>
            <a:off x="10452231" y="2819666"/>
            <a:ext cx="75705" cy="277927"/>
            <a:chOff x="3476670" y="3647733"/>
            <a:chExt cx="75705" cy="277927"/>
          </a:xfrm>
        </p:grpSpPr>
        <p:sp>
          <p:nvSpPr>
            <p:cNvPr id="286" name="Rechteck 285">
              <a:extLst>
                <a:ext uri="{FF2B5EF4-FFF2-40B4-BE49-F238E27FC236}">
                  <a16:creationId xmlns:a16="http://schemas.microsoft.com/office/drawing/2014/main" id="{84D623EF-EDD2-CA39-D726-582F604E7DDA}"/>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7" name="Verbinder: gekrümmt 286">
              <a:extLst>
                <a:ext uri="{FF2B5EF4-FFF2-40B4-BE49-F238E27FC236}">
                  <a16:creationId xmlns:a16="http://schemas.microsoft.com/office/drawing/2014/main" id="{78BE6DAB-0C01-784F-812E-71BCD65BBE7F}"/>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8" name="Grafik 287">
            <a:extLst>
              <a:ext uri="{FF2B5EF4-FFF2-40B4-BE49-F238E27FC236}">
                <a16:creationId xmlns:a16="http://schemas.microsoft.com/office/drawing/2014/main" id="{C574697F-C55F-0E87-D1FD-A0652ABDE48A}"/>
              </a:ext>
            </a:extLst>
          </p:cNvPr>
          <p:cNvPicPr>
            <a:picLocks noChangeAspect="1"/>
          </p:cNvPicPr>
          <p:nvPr/>
        </p:nvPicPr>
        <p:blipFill>
          <a:blip r:embed="rId9">
            <a:clrChange>
              <a:clrFrom>
                <a:srgbClr val="FFFFFF"/>
              </a:clrFrom>
              <a:clrTo>
                <a:srgbClr val="FFFFFF">
                  <a:alpha val="0"/>
                </a:srgbClr>
              </a:clrTo>
            </a:clrChange>
            <a:biLevel thresh="75000"/>
          </a:blip>
          <a:srcRect t="15959"/>
          <a:stretch/>
        </p:blipFill>
        <p:spPr>
          <a:xfrm rot="5400000">
            <a:off x="10475365" y="2792031"/>
            <a:ext cx="90077" cy="28388"/>
          </a:xfrm>
          <a:prstGeom prst="rect">
            <a:avLst/>
          </a:prstGeom>
        </p:spPr>
      </p:pic>
      <p:sp>
        <p:nvSpPr>
          <p:cNvPr id="3" name="Rechteck: abgerundete Ecken 2">
            <a:extLst>
              <a:ext uri="{FF2B5EF4-FFF2-40B4-BE49-F238E27FC236}">
                <a16:creationId xmlns:a16="http://schemas.microsoft.com/office/drawing/2014/main" id="{AD54DD49-B80D-270C-953C-6D40F22CC719}"/>
              </a:ext>
            </a:extLst>
          </p:cNvPr>
          <p:cNvSpPr/>
          <p:nvPr/>
        </p:nvSpPr>
        <p:spPr>
          <a:xfrm>
            <a:off x="1183568" y="286178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5" name="Rechteck: abgerundete Ecken 4">
            <a:extLst>
              <a:ext uri="{FF2B5EF4-FFF2-40B4-BE49-F238E27FC236}">
                <a16:creationId xmlns:a16="http://schemas.microsoft.com/office/drawing/2014/main" id="{F61C4982-8239-11A3-7A2F-7C51CFC7E02D}"/>
              </a:ext>
            </a:extLst>
          </p:cNvPr>
          <p:cNvSpPr/>
          <p:nvPr/>
        </p:nvSpPr>
        <p:spPr>
          <a:xfrm>
            <a:off x="4607235" y="286228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6" name="Rechteck: abgerundete Ecken 5">
            <a:extLst>
              <a:ext uri="{FF2B5EF4-FFF2-40B4-BE49-F238E27FC236}">
                <a16:creationId xmlns:a16="http://schemas.microsoft.com/office/drawing/2014/main" id="{5B8489C7-9EDA-629A-7620-F7FDFF1043B1}"/>
              </a:ext>
            </a:extLst>
          </p:cNvPr>
          <p:cNvSpPr/>
          <p:nvPr/>
        </p:nvSpPr>
        <p:spPr>
          <a:xfrm>
            <a:off x="5034834" y="286228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7" name="Rechteck: abgerundete Ecken 6">
            <a:extLst>
              <a:ext uri="{FF2B5EF4-FFF2-40B4-BE49-F238E27FC236}">
                <a16:creationId xmlns:a16="http://schemas.microsoft.com/office/drawing/2014/main" id="{D5BB4D1E-F832-BCDB-3D7D-8588D3C9B534}"/>
              </a:ext>
            </a:extLst>
          </p:cNvPr>
          <p:cNvSpPr/>
          <p:nvPr/>
        </p:nvSpPr>
        <p:spPr>
          <a:xfrm>
            <a:off x="778079" y="286026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8" name="Textfeld 7">
            <a:extLst>
              <a:ext uri="{FF2B5EF4-FFF2-40B4-BE49-F238E27FC236}">
                <a16:creationId xmlns:a16="http://schemas.microsoft.com/office/drawing/2014/main" id="{E4FA92E4-B810-1474-4CB0-97561E048BD1}"/>
              </a:ext>
            </a:extLst>
          </p:cNvPr>
          <p:cNvSpPr txBox="1"/>
          <p:nvPr/>
        </p:nvSpPr>
        <p:spPr>
          <a:xfrm>
            <a:off x="8576809" y="5407323"/>
            <a:ext cx="1926764" cy="1061829"/>
          </a:xfrm>
          <a:prstGeom prst="rect">
            <a:avLst/>
          </a:prstGeom>
          <a:noFill/>
        </p:spPr>
        <p:txBody>
          <a:bodyPr wrap="square" rtlCol="0">
            <a:spAutoFit/>
          </a:bodyPr>
          <a:lstStyle/>
          <a:p>
            <a:r>
              <a:rPr lang="de-DE" sz="900" dirty="0"/>
              <a:t>17   Free Station</a:t>
            </a:r>
          </a:p>
          <a:p>
            <a:r>
              <a:rPr lang="de-DE" sz="900" dirty="0"/>
              <a:t>18   Bending Terminal 2</a:t>
            </a:r>
          </a:p>
          <a:p>
            <a:r>
              <a:rPr lang="de-DE" sz="900" dirty="0"/>
              <a:t>19   </a:t>
            </a:r>
            <a:r>
              <a:rPr lang="de-DE" sz="900" dirty="0" err="1"/>
              <a:t>Tinning</a:t>
            </a:r>
            <a:r>
              <a:rPr lang="de-DE" sz="900" dirty="0"/>
              <a:t> Terminal 2</a:t>
            </a:r>
          </a:p>
          <a:p>
            <a:r>
              <a:rPr lang="de-DE" sz="900" dirty="0"/>
              <a:t>20   Optical </a:t>
            </a:r>
            <a:r>
              <a:rPr lang="de-DE" sz="900" dirty="0" err="1"/>
              <a:t>Inspection</a:t>
            </a:r>
            <a:r>
              <a:rPr lang="de-DE" sz="900" dirty="0"/>
              <a:t> Terminal 2</a:t>
            </a:r>
          </a:p>
          <a:p>
            <a:r>
              <a:rPr lang="de-DE" sz="900" dirty="0"/>
              <a:t>21   </a:t>
            </a:r>
            <a:r>
              <a:rPr lang="de-DE" sz="900" dirty="0" err="1"/>
              <a:t>Electrical</a:t>
            </a:r>
            <a:r>
              <a:rPr lang="de-DE" sz="900" dirty="0"/>
              <a:t> </a:t>
            </a:r>
            <a:r>
              <a:rPr lang="de-DE" sz="900" dirty="0" err="1"/>
              <a:t>Testing</a:t>
            </a:r>
            <a:endParaRPr lang="de-DE" sz="900" dirty="0"/>
          </a:p>
          <a:p>
            <a:r>
              <a:rPr lang="de-DE" sz="900" dirty="0"/>
              <a:t>22   </a:t>
            </a:r>
            <a:r>
              <a:rPr lang="de-DE" sz="900" dirty="0" err="1"/>
              <a:t>Labeling</a:t>
            </a:r>
            <a:endParaRPr lang="de-DE" sz="900" dirty="0"/>
          </a:p>
          <a:p>
            <a:r>
              <a:rPr lang="de-DE" sz="900" dirty="0"/>
              <a:t>23   Output Cable</a:t>
            </a:r>
          </a:p>
        </p:txBody>
      </p:sp>
      <p:sp>
        <p:nvSpPr>
          <p:cNvPr id="9" name="Rechteck: abgerundete Ecken 8">
            <a:extLst>
              <a:ext uri="{FF2B5EF4-FFF2-40B4-BE49-F238E27FC236}">
                <a16:creationId xmlns:a16="http://schemas.microsoft.com/office/drawing/2014/main" id="{B910DB63-32E1-54A6-345C-B644735B5E95}"/>
              </a:ext>
            </a:extLst>
          </p:cNvPr>
          <p:cNvSpPr/>
          <p:nvPr/>
        </p:nvSpPr>
        <p:spPr>
          <a:xfrm>
            <a:off x="1620039" y="286026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10" name="Rechteck: abgerundete Ecken 9">
            <a:extLst>
              <a:ext uri="{FF2B5EF4-FFF2-40B4-BE49-F238E27FC236}">
                <a16:creationId xmlns:a16="http://schemas.microsoft.com/office/drawing/2014/main" id="{C917C9F5-D5D8-E91F-F59D-FED0D9445BB2}"/>
              </a:ext>
            </a:extLst>
          </p:cNvPr>
          <p:cNvSpPr/>
          <p:nvPr/>
        </p:nvSpPr>
        <p:spPr>
          <a:xfrm>
            <a:off x="2467751" y="28568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11" name="Rechteck: abgerundete Ecken 10">
            <a:extLst>
              <a:ext uri="{FF2B5EF4-FFF2-40B4-BE49-F238E27FC236}">
                <a16:creationId xmlns:a16="http://schemas.microsoft.com/office/drawing/2014/main" id="{76FFB077-C747-3DCE-8A48-6257E1B02606}"/>
              </a:ext>
            </a:extLst>
          </p:cNvPr>
          <p:cNvSpPr/>
          <p:nvPr/>
        </p:nvSpPr>
        <p:spPr>
          <a:xfrm>
            <a:off x="2062262" y="285531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12" name="Rechteck: abgerundete Ecken 11">
            <a:extLst>
              <a:ext uri="{FF2B5EF4-FFF2-40B4-BE49-F238E27FC236}">
                <a16:creationId xmlns:a16="http://schemas.microsoft.com/office/drawing/2014/main" id="{2CC29E68-451B-A328-9547-CCF48187EFE5}"/>
              </a:ext>
            </a:extLst>
          </p:cNvPr>
          <p:cNvSpPr/>
          <p:nvPr/>
        </p:nvSpPr>
        <p:spPr>
          <a:xfrm>
            <a:off x="2904222" y="285531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13" name="Rechteck: abgerundete Ecken 12">
            <a:extLst>
              <a:ext uri="{FF2B5EF4-FFF2-40B4-BE49-F238E27FC236}">
                <a16:creationId xmlns:a16="http://schemas.microsoft.com/office/drawing/2014/main" id="{87C70DAD-A81E-2846-3B00-5ACFA3D80975}"/>
              </a:ext>
            </a:extLst>
          </p:cNvPr>
          <p:cNvSpPr/>
          <p:nvPr/>
        </p:nvSpPr>
        <p:spPr>
          <a:xfrm>
            <a:off x="3732161" y="286177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14" name="Rechteck: abgerundete Ecken 13">
            <a:extLst>
              <a:ext uri="{FF2B5EF4-FFF2-40B4-BE49-F238E27FC236}">
                <a16:creationId xmlns:a16="http://schemas.microsoft.com/office/drawing/2014/main" id="{08F43D75-CF15-B015-DDCB-1382401B451B}"/>
              </a:ext>
            </a:extLst>
          </p:cNvPr>
          <p:cNvSpPr/>
          <p:nvPr/>
        </p:nvSpPr>
        <p:spPr>
          <a:xfrm>
            <a:off x="3326672" y="286025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15" name="Rechteck: abgerundete Ecken 14">
            <a:extLst>
              <a:ext uri="{FF2B5EF4-FFF2-40B4-BE49-F238E27FC236}">
                <a16:creationId xmlns:a16="http://schemas.microsoft.com/office/drawing/2014/main" id="{FA7EF5AD-29F4-F5D0-25F9-44A2A48DD552}"/>
              </a:ext>
            </a:extLst>
          </p:cNvPr>
          <p:cNvSpPr/>
          <p:nvPr/>
        </p:nvSpPr>
        <p:spPr>
          <a:xfrm>
            <a:off x="4194826" y="286025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16" name="Rechteck: abgerundete Ecken 15">
            <a:extLst>
              <a:ext uri="{FF2B5EF4-FFF2-40B4-BE49-F238E27FC236}">
                <a16:creationId xmlns:a16="http://schemas.microsoft.com/office/drawing/2014/main" id="{1D528AA4-BDE9-0BFB-F674-1164DD16BF64}"/>
              </a:ext>
            </a:extLst>
          </p:cNvPr>
          <p:cNvSpPr/>
          <p:nvPr/>
        </p:nvSpPr>
        <p:spPr>
          <a:xfrm>
            <a:off x="8088720" y="28636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8521083" y="28636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34" name="Rechteck: abgerundete Ecken 33">
            <a:extLst>
              <a:ext uri="{FF2B5EF4-FFF2-40B4-BE49-F238E27FC236}">
                <a16:creationId xmlns:a16="http://schemas.microsoft.com/office/drawing/2014/main" id="{60627A16-1464-90F1-5509-694D94C22746}"/>
              </a:ext>
            </a:extLst>
          </p:cNvPr>
          <p:cNvSpPr/>
          <p:nvPr/>
        </p:nvSpPr>
        <p:spPr>
          <a:xfrm>
            <a:off x="5918278" y="285822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50" name="Rechteck: abgerundete Ecken 49">
            <a:extLst>
              <a:ext uri="{FF2B5EF4-FFF2-40B4-BE49-F238E27FC236}">
                <a16:creationId xmlns:a16="http://schemas.microsoft.com/office/drawing/2014/main" id="{FECC1CDE-7E36-6233-0A55-41026412FD0F}"/>
              </a:ext>
            </a:extLst>
          </p:cNvPr>
          <p:cNvSpPr/>
          <p:nvPr/>
        </p:nvSpPr>
        <p:spPr>
          <a:xfrm>
            <a:off x="5493741" y="285670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51" name="Rechteck: abgerundete Ecken 50">
            <a:extLst>
              <a:ext uri="{FF2B5EF4-FFF2-40B4-BE49-F238E27FC236}">
                <a16:creationId xmlns:a16="http://schemas.microsoft.com/office/drawing/2014/main" id="{31F2F5D7-D2AE-E28E-5F46-F2CE43B2BCAE}"/>
              </a:ext>
            </a:extLst>
          </p:cNvPr>
          <p:cNvSpPr/>
          <p:nvPr/>
        </p:nvSpPr>
        <p:spPr>
          <a:xfrm>
            <a:off x="6395233" y="285670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7270796" y="286316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68" name="Rechteck: abgerundete Ecken 67">
            <a:extLst>
              <a:ext uri="{FF2B5EF4-FFF2-40B4-BE49-F238E27FC236}">
                <a16:creationId xmlns:a16="http://schemas.microsoft.com/office/drawing/2014/main" id="{32903777-D82E-0393-F53C-222BE15B57B3}"/>
              </a:ext>
            </a:extLst>
          </p:cNvPr>
          <p:cNvSpPr/>
          <p:nvPr/>
        </p:nvSpPr>
        <p:spPr>
          <a:xfrm>
            <a:off x="6839115" y="286164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7707269" y="286164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8997124" y="28653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9485027" y="28646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21   </a:t>
            </a:r>
          </a:p>
        </p:txBody>
      </p:sp>
      <p:sp>
        <p:nvSpPr>
          <p:cNvPr id="152" name="Rechteck: abgerundete Ecken 151">
            <a:extLst>
              <a:ext uri="{FF2B5EF4-FFF2-40B4-BE49-F238E27FC236}">
                <a16:creationId xmlns:a16="http://schemas.microsoft.com/office/drawing/2014/main" id="{9B6FBFDC-618E-E9D3-CF32-164B9373FFC6}"/>
              </a:ext>
            </a:extLst>
          </p:cNvPr>
          <p:cNvSpPr/>
          <p:nvPr/>
        </p:nvSpPr>
        <p:spPr>
          <a:xfrm>
            <a:off x="9915926" y="28646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22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10348510" y="28653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23   </a:t>
            </a:r>
          </a:p>
        </p:txBody>
      </p:sp>
      <p:sp>
        <p:nvSpPr>
          <p:cNvPr id="182" name="Textfeld 181">
            <a:extLst>
              <a:ext uri="{FF2B5EF4-FFF2-40B4-BE49-F238E27FC236}">
                <a16:creationId xmlns:a16="http://schemas.microsoft.com/office/drawing/2014/main" id="{02CE5A4F-9F3F-BD78-726E-C8F72A5C979C}"/>
              </a:ext>
            </a:extLst>
          </p:cNvPr>
          <p:cNvSpPr txBox="1"/>
          <p:nvPr/>
        </p:nvSpPr>
        <p:spPr>
          <a:xfrm>
            <a:off x="6382068" y="5411986"/>
            <a:ext cx="2052078" cy="1200329"/>
          </a:xfrm>
          <a:prstGeom prst="rect">
            <a:avLst/>
          </a:prstGeom>
          <a:noFill/>
        </p:spPr>
        <p:txBody>
          <a:bodyPr wrap="square" rtlCol="0">
            <a:spAutoFit/>
          </a:bodyPr>
          <a:lstStyle>
            <a:defPPr>
              <a:defRPr lang="de-DE"/>
            </a:defPPr>
            <a:lvl1pPr>
              <a:defRPr sz="900"/>
            </a:lvl1pPr>
          </a:lstStyle>
          <a:p>
            <a:r>
              <a:rPr lang="de-DE" dirty="0"/>
              <a:t>9     Optical </a:t>
            </a:r>
            <a:r>
              <a:rPr lang="de-DE" dirty="0" err="1"/>
              <a:t>Inspection</a:t>
            </a:r>
            <a:r>
              <a:rPr lang="de-DE" dirty="0"/>
              <a:t> Terminal 1</a:t>
            </a:r>
          </a:p>
          <a:p>
            <a:r>
              <a:rPr lang="de-DE" dirty="0"/>
              <a:t>10   </a:t>
            </a:r>
            <a:r>
              <a:rPr lang="de-DE" sz="900" dirty="0" err="1"/>
              <a:t>Positioning</a:t>
            </a:r>
            <a:r>
              <a:rPr lang="de-DE" sz="900" dirty="0"/>
              <a:t> </a:t>
            </a:r>
            <a:r>
              <a:rPr lang="de-DE" sz="900" dirty="0" err="1"/>
              <a:t>Shrink</a:t>
            </a:r>
            <a:r>
              <a:rPr lang="de-DE" sz="900" dirty="0"/>
              <a:t> </a:t>
            </a:r>
            <a:r>
              <a:rPr lang="de-DE" sz="900" dirty="0" err="1"/>
              <a:t>Sleeve</a:t>
            </a:r>
            <a:endParaRPr lang="de-DE" dirty="0"/>
          </a:p>
          <a:p>
            <a:r>
              <a:rPr lang="de-DE" dirty="0"/>
              <a:t>11   </a:t>
            </a:r>
            <a:r>
              <a:rPr lang="de-DE" dirty="0" err="1"/>
              <a:t>Shrinking</a:t>
            </a:r>
            <a:r>
              <a:rPr lang="de-DE" dirty="0"/>
              <a:t> Terminal 1</a:t>
            </a:r>
          </a:p>
          <a:p>
            <a:r>
              <a:rPr lang="de-DE" dirty="0"/>
              <a:t>12   </a:t>
            </a:r>
            <a:r>
              <a:rPr lang="de-DE" dirty="0" err="1"/>
              <a:t>Turning</a:t>
            </a:r>
            <a:r>
              <a:rPr lang="de-DE" dirty="0"/>
              <a:t> </a:t>
            </a:r>
            <a:r>
              <a:rPr lang="de-DE" dirty="0" err="1"/>
              <a:t>station</a:t>
            </a:r>
            <a:r>
              <a:rPr lang="de-DE" dirty="0"/>
              <a:t> Terminal 1 </a:t>
            </a:r>
            <a:r>
              <a:rPr lang="de-DE" dirty="0" err="1"/>
              <a:t>to</a:t>
            </a:r>
            <a:r>
              <a:rPr lang="de-DE" dirty="0"/>
              <a:t> 2</a:t>
            </a:r>
          </a:p>
          <a:p>
            <a:r>
              <a:rPr lang="de-DE" dirty="0"/>
              <a:t>13   </a:t>
            </a:r>
            <a:r>
              <a:rPr lang="de-DE" dirty="0" err="1"/>
              <a:t>Turning</a:t>
            </a:r>
            <a:r>
              <a:rPr lang="de-DE" dirty="0"/>
              <a:t> Position Terminal 2    3-6-9</a:t>
            </a:r>
          </a:p>
          <a:p>
            <a:r>
              <a:rPr lang="de-DE" dirty="0"/>
              <a:t>14   </a:t>
            </a:r>
            <a:r>
              <a:rPr lang="de-DE" dirty="0" err="1"/>
              <a:t>Removing</a:t>
            </a:r>
            <a:r>
              <a:rPr lang="de-DE" dirty="0"/>
              <a:t> </a:t>
            </a:r>
            <a:r>
              <a:rPr lang="de-DE" dirty="0" err="1"/>
              <a:t>Isolationpart</a:t>
            </a:r>
            <a:r>
              <a:rPr lang="de-DE" dirty="0"/>
              <a:t> Terminal 2</a:t>
            </a:r>
          </a:p>
          <a:p>
            <a:r>
              <a:rPr lang="de-DE" dirty="0"/>
              <a:t>15   Free Station</a:t>
            </a:r>
          </a:p>
          <a:p>
            <a:r>
              <a:rPr lang="de-DE" dirty="0"/>
              <a:t>16   </a:t>
            </a:r>
            <a:r>
              <a:rPr lang="de-DE" sz="900" dirty="0" err="1"/>
              <a:t>Feeding</a:t>
            </a:r>
            <a:r>
              <a:rPr lang="de-DE" sz="900" dirty="0"/>
              <a:t> Terminal 2 and </a:t>
            </a:r>
            <a:r>
              <a:rPr lang="de-DE" sz="900" dirty="0" err="1"/>
              <a:t>Crimping</a:t>
            </a:r>
            <a:r>
              <a:rPr lang="de-DE" sz="900" dirty="0"/>
              <a:t> 2</a:t>
            </a:r>
          </a:p>
        </p:txBody>
      </p:sp>
      <p:pic>
        <p:nvPicPr>
          <p:cNvPr id="204" name="Grafik 203">
            <a:extLst>
              <a:ext uri="{FF2B5EF4-FFF2-40B4-BE49-F238E27FC236}">
                <a16:creationId xmlns:a16="http://schemas.microsoft.com/office/drawing/2014/main" id="{39814D31-C871-20EF-470F-FA01ED2713E2}"/>
              </a:ext>
            </a:extLst>
          </p:cNvPr>
          <p:cNvPicPr>
            <a:picLocks noChangeAspect="1"/>
          </p:cNvPicPr>
          <p:nvPr/>
        </p:nvPicPr>
        <p:blipFill>
          <a:blip r:embed="rId11">
            <a:clrChange>
              <a:clrFrom>
                <a:srgbClr val="FFFFFF"/>
              </a:clrFrom>
              <a:clrTo>
                <a:srgbClr val="FFFFFF">
                  <a:alpha val="0"/>
                </a:srgbClr>
              </a:clrTo>
            </a:clrChange>
            <a:extLst>
              <a:ext uri="{BEBA8EAE-BF5A-486C-A8C5-ECC9F3942E4B}">
                <a14:imgProps xmlns:a14="http://schemas.microsoft.com/office/drawing/2010/main">
                  <a14:imgLayer r:embed="rId12">
                    <a14:imgEffect>
                      <a14:saturation sat="0"/>
                    </a14:imgEffect>
                  </a14:imgLayer>
                </a14:imgProps>
              </a:ext>
            </a:extLst>
          </a:blip>
          <a:stretch>
            <a:fillRect/>
          </a:stretch>
        </p:blipFill>
        <p:spPr>
          <a:xfrm rot="10800000">
            <a:off x="10538342" y="2335389"/>
            <a:ext cx="1181531" cy="834402"/>
          </a:xfrm>
          <a:prstGeom prst="rect">
            <a:avLst/>
          </a:prstGeom>
        </p:spPr>
      </p:pic>
      <p:sp>
        <p:nvSpPr>
          <p:cNvPr id="229" name="Rechteck 228">
            <a:extLst>
              <a:ext uri="{FF2B5EF4-FFF2-40B4-BE49-F238E27FC236}">
                <a16:creationId xmlns:a16="http://schemas.microsoft.com/office/drawing/2014/main" id="{90CB41F9-DE61-A1D1-772F-21A2D23D3499}"/>
              </a:ext>
            </a:extLst>
          </p:cNvPr>
          <p:cNvSpPr/>
          <p:nvPr/>
        </p:nvSpPr>
        <p:spPr>
          <a:xfrm rot="5400000">
            <a:off x="9852677" y="2416658"/>
            <a:ext cx="427241" cy="32861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0" name="Rechteck 229">
            <a:extLst>
              <a:ext uri="{FF2B5EF4-FFF2-40B4-BE49-F238E27FC236}">
                <a16:creationId xmlns:a16="http://schemas.microsoft.com/office/drawing/2014/main" id="{97D118B7-65FE-FB2C-279C-65155E190D7E}"/>
              </a:ext>
            </a:extLst>
          </p:cNvPr>
          <p:cNvSpPr/>
          <p:nvPr/>
        </p:nvSpPr>
        <p:spPr>
          <a:xfrm rot="5400000">
            <a:off x="10194815" y="1119340"/>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1" name="Rechteck 230">
            <a:extLst>
              <a:ext uri="{FF2B5EF4-FFF2-40B4-BE49-F238E27FC236}">
                <a16:creationId xmlns:a16="http://schemas.microsoft.com/office/drawing/2014/main" id="{A82FCBB2-97FF-9E46-C158-251CAF786A2A}"/>
              </a:ext>
            </a:extLst>
          </p:cNvPr>
          <p:cNvSpPr/>
          <p:nvPr/>
        </p:nvSpPr>
        <p:spPr>
          <a:xfrm rot="5400000">
            <a:off x="10192110" y="3391356"/>
            <a:ext cx="864000" cy="432000"/>
          </a:xfrm>
          <a:prstGeom prst="rect">
            <a:avLst/>
          </a:prstGeom>
        </p:spPr>
        <p:style>
          <a:lnRef idx="1">
            <a:schemeClr val="accent2"/>
          </a:lnRef>
          <a:fillRef idx="3">
            <a:schemeClr val="accent2"/>
          </a:fillRef>
          <a:effectRef idx="2">
            <a:schemeClr val="accent2"/>
          </a:effectRef>
          <a:fontRef idx="minor">
            <a:schemeClr val="lt1"/>
          </a:fontRef>
        </p:style>
        <p:txBody>
          <a:bodyPr vert="vert270" wrap="none" rtlCol="0" anchor="ctr"/>
          <a:lstStyle/>
          <a:p>
            <a:pPr algn="ctr"/>
            <a:r>
              <a:rPr lang="de-DE" sz="1400" dirty="0"/>
              <a:t>NOK</a:t>
            </a:r>
          </a:p>
        </p:txBody>
      </p:sp>
      <p:sp>
        <p:nvSpPr>
          <p:cNvPr id="234" name="L-Form 233">
            <a:extLst>
              <a:ext uri="{FF2B5EF4-FFF2-40B4-BE49-F238E27FC236}">
                <a16:creationId xmlns:a16="http://schemas.microsoft.com/office/drawing/2014/main" id="{DDAD0D4B-9391-B0EE-6F67-6C08D5CAC427}"/>
              </a:ext>
            </a:extLst>
          </p:cNvPr>
          <p:cNvSpPr/>
          <p:nvPr/>
        </p:nvSpPr>
        <p:spPr>
          <a:xfrm>
            <a:off x="10373879" y="4007735"/>
            <a:ext cx="98120" cy="67917"/>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39" name="L-Form 238">
            <a:extLst>
              <a:ext uri="{FF2B5EF4-FFF2-40B4-BE49-F238E27FC236}">
                <a16:creationId xmlns:a16="http://schemas.microsoft.com/office/drawing/2014/main" id="{3BB26BDA-8D4D-A96F-24A8-8EAE6DC867E8}"/>
              </a:ext>
            </a:extLst>
          </p:cNvPr>
          <p:cNvSpPr/>
          <p:nvPr/>
        </p:nvSpPr>
        <p:spPr>
          <a:xfrm rot="10800000">
            <a:off x="10776775" y="3138714"/>
            <a:ext cx="97057" cy="74915"/>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grpSp>
        <p:nvGrpSpPr>
          <p:cNvPr id="240" name="Gruppieren 239">
            <a:extLst>
              <a:ext uri="{FF2B5EF4-FFF2-40B4-BE49-F238E27FC236}">
                <a16:creationId xmlns:a16="http://schemas.microsoft.com/office/drawing/2014/main" id="{7F19270E-3FA8-EB4D-59D5-C1A1D4FCAA8A}"/>
              </a:ext>
            </a:extLst>
          </p:cNvPr>
          <p:cNvGrpSpPr/>
          <p:nvPr/>
        </p:nvGrpSpPr>
        <p:grpSpPr>
          <a:xfrm rot="10800000" flipH="1">
            <a:off x="10427113" y="1915332"/>
            <a:ext cx="25807" cy="726114"/>
            <a:chOff x="6851814" y="1766023"/>
            <a:chExt cx="78569" cy="2068826"/>
          </a:xfrm>
        </p:grpSpPr>
        <p:sp>
          <p:nvSpPr>
            <p:cNvPr id="241" name="Rechteck 240">
              <a:extLst>
                <a:ext uri="{FF2B5EF4-FFF2-40B4-BE49-F238E27FC236}">
                  <a16:creationId xmlns:a16="http://schemas.microsoft.com/office/drawing/2014/main" id="{259B9444-B7CC-441A-94A9-24D8AF5E33F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2" name="Rechteck 241">
              <a:extLst>
                <a:ext uri="{FF2B5EF4-FFF2-40B4-BE49-F238E27FC236}">
                  <a16:creationId xmlns:a16="http://schemas.microsoft.com/office/drawing/2014/main" id="{316B7930-982C-A531-CFF5-40562593CE9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3" name="Rechteck 242">
              <a:extLst>
                <a:ext uri="{FF2B5EF4-FFF2-40B4-BE49-F238E27FC236}">
                  <a16:creationId xmlns:a16="http://schemas.microsoft.com/office/drawing/2014/main" id="{C123DF38-ABB4-23A3-1AC8-1B53AA323D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5" name="Rechteck 274">
              <a:extLst>
                <a:ext uri="{FF2B5EF4-FFF2-40B4-BE49-F238E27FC236}">
                  <a16:creationId xmlns:a16="http://schemas.microsoft.com/office/drawing/2014/main" id="{55391DC0-C85D-2F09-B31F-91F7FDA60D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6" name="Rechteck 275">
              <a:extLst>
                <a:ext uri="{FF2B5EF4-FFF2-40B4-BE49-F238E27FC236}">
                  <a16:creationId xmlns:a16="http://schemas.microsoft.com/office/drawing/2014/main" id="{F35E5191-E9A3-FB41-043F-1A0430201FF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77" name="Gruppieren 276">
            <a:extLst>
              <a:ext uri="{FF2B5EF4-FFF2-40B4-BE49-F238E27FC236}">
                <a16:creationId xmlns:a16="http://schemas.microsoft.com/office/drawing/2014/main" id="{E440D2C4-5216-71F0-2E8B-57A9D68DE664}"/>
              </a:ext>
            </a:extLst>
          </p:cNvPr>
          <p:cNvGrpSpPr/>
          <p:nvPr/>
        </p:nvGrpSpPr>
        <p:grpSpPr>
          <a:xfrm rot="10800000" flipH="1">
            <a:off x="10474632" y="1916475"/>
            <a:ext cx="25807" cy="726114"/>
            <a:chOff x="6851814" y="1766023"/>
            <a:chExt cx="78569" cy="2068826"/>
          </a:xfrm>
        </p:grpSpPr>
        <p:sp>
          <p:nvSpPr>
            <p:cNvPr id="279" name="Rechteck 278">
              <a:extLst>
                <a:ext uri="{FF2B5EF4-FFF2-40B4-BE49-F238E27FC236}">
                  <a16:creationId xmlns:a16="http://schemas.microsoft.com/office/drawing/2014/main" id="{49980DDD-C98F-01ED-2C98-6B7B026D1BA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656D71DE-21DB-9D1B-C194-F0BD5F9CDC4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0" name="Rechteck 289">
              <a:extLst>
                <a:ext uri="{FF2B5EF4-FFF2-40B4-BE49-F238E27FC236}">
                  <a16:creationId xmlns:a16="http://schemas.microsoft.com/office/drawing/2014/main" id="{3450A2D2-FAAC-9F64-292B-909C286B06E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1" name="Rechteck 290">
              <a:extLst>
                <a:ext uri="{FF2B5EF4-FFF2-40B4-BE49-F238E27FC236}">
                  <a16:creationId xmlns:a16="http://schemas.microsoft.com/office/drawing/2014/main" id="{7FEB1C48-32CC-E6AA-7196-D776A10D7B56}"/>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2" name="Rechteck 291">
              <a:extLst>
                <a:ext uri="{FF2B5EF4-FFF2-40B4-BE49-F238E27FC236}">
                  <a16:creationId xmlns:a16="http://schemas.microsoft.com/office/drawing/2014/main" id="{4D13EA71-6683-6D0D-D3D8-82F0E39183B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3" name="Gruppieren 292">
            <a:extLst>
              <a:ext uri="{FF2B5EF4-FFF2-40B4-BE49-F238E27FC236}">
                <a16:creationId xmlns:a16="http://schemas.microsoft.com/office/drawing/2014/main" id="{A4162032-D783-E867-0099-0AB45182EA58}"/>
              </a:ext>
            </a:extLst>
          </p:cNvPr>
          <p:cNvGrpSpPr/>
          <p:nvPr/>
        </p:nvGrpSpPr>
        <p:grpSpPr>
          <a:xfrm rot="10800000" flipH="1">
            <a:off x="10521605" y="1916923"/>
            <a:ext cx="25807" cy="726114"/>
            <a:chOff x="6851814" y="1766023"/>
            <a:chExt cx="78569" cy="2068826"/>
          </a:xfrm>
        </p:grpSpPr>
        <p:sp>
          <p:nvSpPr>
            <p:cNvPr id="294" name="Rechteck 293">
              <a:extLst>
                <a:ext uri="{FF2B5EF4-FFF2-40B4-BE49-F238E27FC236}">
                  <a16:creationId xmlns:a16="http://schemas.microsoft.com/office/drawing/2014/main" id="{04579CDA-64EE-F6F2-88C5-46E5F2D1EF3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5" name="Rechteck 294">
              <a:extLst>
                <a:ext uri="{FF2B5EF4-FFF2-40B4-BE49-F238E27FC236}">
                  <a16:creationId xmlns:a16="http://schemas.microsoft.com/office/drawing/2014/main" id="{E4A1F72F-76C8-476D-CA18-69B7C5A5605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6" name="Rechteck 295">
              <a:extLst>
                <a:ext uri="{FF2B5EF4-FFF2-40B4-BE49-F238E27FC236}">
                  <a16:creationId xmlns:a16="http://schemas.microsoft.com/office/drawing/2014/main" id="{CDF5E242-0DFC-7590-A830-E54F773BF8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7" name="Rechteck 296">
              <a:extLst>
                <a:ext uri="{FF2B5EF4-FFF2-40B4-BE49-F238E27FC236}">
                  <a16:creationId xmlns:a16="http://schemas.microsoft.com/office/drawing/2014/main" id="{E053899F-79A6-65BA-5DD9-6BFDD4CC7D1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8" name="Rechteck 297">
              <a:extLst>
                <a:ext uri="{FF2B5EF4-FFF2-40B4-BE49-F238E27FC236}">
                  <a16:creationId xmlns:a16="http://schemas.microsoft.com/office/drawing/2014/main" id="{40E8F5E4-5216-0395-8FBC-0D08CC832AE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9" name="Gruppieren 298">
            <a:extLst>
              <a:ext uri="{FF2B5EF4-FFF2-40B4-BE49-F238E27FC236}">
                <a16:creationId xmlns:a16="http://schemas.microsoft.com/office/drawing/2014/main" id="{D255B44C-EAF0-4417-97C8-AD8C0F8EB462}"/>
              </a:ext>
            </a:extLst>
          </p:cNvPr>
          <p:cNvGrpSpPr/>
          <p:nvPr/>
        </p:nvGrpSpPr>
        <p:grpSpPr>
          <a:xfrm rot="10800000" flipH="1">
            <a:off x="10569235" y="1916922"/>
            <a:ext cx="25807" cy="726114"/>
            <a:chOff x="6851814" y="1766023"/>
            <a:chExt cx="78569" cy="2068826"/>
          </a:xfrm>
        </p:grpSpPr>
        <p:sp>
          <p:nvSpPr>
            <p:cNvPr id="300" name="Rechteck 299">
              <a:extLst>
                <a:ext uri="{FF2B5EF4-FFF2-40B4-BE49-F238E27FC236}">
                  <a16:creationId xmlns:a16="http://schemas.microsoft.com/office/drawing/2014/main" id="{81327185-AD1D-CE27-B4F4-AE1A090D4FC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1" name="Rechteck 300">
              <a:extLst>
                <a:ext uri="{FF2B5EF4-FFF2-40B4-BE49-F238E27FC236}">
                  <a16:creationId xmlns:a16="http://schemas.microsoft.com/office/drawing/2014/main" id="{854AA64B-F859-A48B-9C92-C9D7FB2B3FE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2" name="Rechteck 301">
              <a:extLst>
                <a:ext uri="{FF2B5EF4-FFF2-40B4-BE49-F238E27FC236}">
                  <a16:creationId xmlns:a16="http://schemas.microsoft.com/office/drawing/2014/main" id="{A93C99E4-B113-CEA2-6B99-A7B17E03596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54F1AC29-EF7F-523B-0332-82C607E8CB0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4" name="Rechteck 303">
              <a:extLst>
                <a:ext uri="{FF2B5EF4-FFF2-40B4-BE49-F238E27FC236}">
                  <a16:creationId xmlns:a16="http://schemas.microsoft.com/office/drawing/2014/main" id="{480321A7-499B-9A01-A59F-A3EFBAC7411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89" name="Rahmen 288">
            <a:extLst>
              <a:ext uri="{FF2B5EF4-FFF2-40B4-BE49-F238E27FC236}">
                <a16:creationId xmlns:a16="http://schemas.microsoft.com/office/drawing/2014/main" id="{EDA7560E-0C29-627E-CB2A-34939BDCDFF2}"/>
              </a:ext>
            </a:extLst>
          </p:cNvPr>
          <p:cNvSpPr/>
          <p:nvPr/>
        </p:nvSpPr>
        <p:spPr>
          <a:xfrm>
            <a:off x="271824" y="1041040"/>
            <a:ext cx="11558226" cy="3653970"/>
          </a:xfrm>
          <a:prstGeom prst="frame">
            <a:avLst>
              <a:gd name="adj1" fmla="val 1722"/>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07" name="Rechteck 306">
            <a:extLst>
              <a:ext uri="{FF2B5EF4-FFF2-40B4-BE49-F238E27FC236}">
                <a16:creationId xmlns:a16="http://schemas.microsoft.com/office/drawing/2014/main" id="{4C5DADD7-7BC6-74F3-EC7C-2D0474A6690F}"/>
              </a:ext>
            </a:extLst>
          </p:cNvPr>
          <p:cNvSpPr/>
          <p:nvPr/>
        </p:nvSpPr>
        <p:spPr>
          <a:xfrm rot="5400000">
            <a:off x="-282480" y="3599519"/>
            <a:ext cx="1754672" cy="7021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8" name="Rechteck 307">
            <a:extLst>
              <a:ext uri="{FF2B5EF4-FFF2-40B4-BE49-F238E27FC236}">
                <a16:creationId xmlns:a16="http://schemas.microsoft.com/office/drawing/2014/main" id="{E57FED60-2E52-3997-8DF5-D5DD82A338E6}"/>
              </a:ext>
            </a:extLst>
          </p:cNvPr>
          <p:cNvSpPr/>
          <p:nvPr/>
        </p:nvSpPr>
        <p:spPr>
          <a:xfrm rot="5400000">
            <a:off x="614613" y="3592034"/>
            <a:ext cx="1777152" cy="7827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0" name="Rechteck 309">
            <a:extLst>
              <a:ext uri="{FF2B5EF4-FFF2-40B4-BE49-F238E27FC236}">
                <a16:creationId xmlns:a16="http://schemas.microsoft.com/office/drawing/2014/main" id="{93E30F4B-626D-38CE-75AF-1E8E26B1933A}"/>
              </a:ext>
            </a:extLst>
          </p:cNvPr>
          <p:cNvSpPr/>
          <p:nvPr/>
        </p:nvSpPr>
        <p:spPr>
          <a:xfrm>
            <a:off x="857809" y="4126102"/>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9" name="Rechteck 308">
            <a:extLst>
              <a:ext uri="{FF2B5EF4-FFF2-40B4-BE49-F238E27FC236}">
                <a16:creationId xmlns:a16="http://schemas.microsoft.com/office/drawing/2014/main" id="{51838F47-1960-2AD4-2C19-43D9602E80FB}"/>
              </a:ext>
            </a:extLst>
          </p:cNvPr>
          <p:cNvSpPr/>
          <p:nvPr/>
        </p:nvSpPr>
        <p:spPr>
          <a:xfrm rot="10800000">
            <a:off x="513638" y="4171094"/>
            <a:ext cx="1109965" cy="7760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7" name="Rechteck 316">
            <a:extLst>
              <a:ext uri="{FF2B5EF4-FFF2-40B4-BE49-F238E27FC236}">
                <a16:creationId xmlns:a16="http://schemas.microsoft.com/office/drawing/2014/main" id="{F7DDCAA9-6DA7-6F7A-14D6-ABB3D1E72D32}"/>
              </a:ext>
            </a:extLst>
          </p:cNvPr>
          <p:cNvSpPr/>
          <p:nvPr/>
        </p:nvSpPr>
        <p:spPr>
          <a:xfrm>
            <a:off x="5591591" y="1908928"/>
            <a:ext cx="727200"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8" name="Rechteck 317">
            <a:extLst>
              <a:ext uri="{FF2B5EF4-FFF2-40B4-BE49-F238E27FC236}">
                <a16:creationId xmlns:a16="http://schemas.microsoft.com/office/drawing/2014/main" id="{B03FC68E-01B7-51D2-C466-08A5A8D76B93}"/>
              </a:ext>
            </a:extLst>
          </p:cNvPr>
          <p:cNvSpPr/>
          <p:nvPr/>
        </p:nvSpPr>
        <p:spPr>
          <a:xfrm>
            <a:off x="5587641" y="2543870"/>
            <a:ext cx="727200"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10489030" y="4718384"/>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9258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945627" y="5869114"/>
            <a:ext cx="360000" cy="360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57339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58998BC4-3921-71D4-CB4C-DB6A5A41E338}"/>
              </a:ext>
            </a:extLst>
          </p:cNvPr>
          <p:cNvSpPr/>
          <p:nvPr/>
        </p:nvSpPr>
        <p:spPr>
          <a:xfrm rot="10800000">
            <a:off x="10032129" y="1713541"/>
            <a:ext cx="1070066" cy="1044575"/>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5" name="Ellipse 454">
            <a:extLst>
              <a:ext uri="{FF2B5EF4-FFF2-40B4-BE49-F238E27FC236}">
                <a16:creationId xmlns:a16="http://schemas.microsoft.com/office/drawing/2014/main" id="{B108B3B8-6FBF-5557-76A0-4367769AC4A7}"/>
              </a:ext>
            </a:extLst>
          </p:cNvPr>
          <p:cNvSpPr/>
          <p:nvPr/>
        </p:nvSpPr>
        <p:spPr>
          <a:xfrm>
            <a:off x="10114415" y="299807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53" name="Ellipse 452">
            <a:extLst>
              <a:ext uri="{FF2B5EF4-FFF2-40B4-BE49-F238E27FC236}">
                <a16:creationId xmlns:a16="http://schemas.microsoft.com/office/drawing/2014/main" id="{6B988D60-903B-86C3-C72C-33B5A4AD2405}"/>
              </a:ext>
            </a:extLst>
          </p:cNvPr>
          <p:cNvSpPr/>
          <p:nvPr/>
        </p:nvSpPr>
        <p:spPr>
          <a:xfrm>
            <a:off x="8745048"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52" name="Ellipse 451">
            <a:extLst>
              <a:ext uri="{FF2B5EF4-FFF2-40B4-BE49-F238E27FC236}">
                <a16:creationId xmlns:a16="http://schemas.microsoft.com/office/drawing/2014/main" id="{0F9E84E8-0A56-B5A9-3ACC-D8C0D686C561}"/>
              </a:ext>
            </a:extLst>
          </p:cNvPr>
          <p:cNvSpPr/>
          <p:nvPr/>
        </p:nvSpPr>
        <p:spPr>
          <a:xfrm>
            <a:off x="8414276"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9" name="Gruppieren 448">
            <a:extLst>
              <a:ext uri="{FF2B5EF4-FFF2-40B4-BE49-F238E27FC236}">
                <a16:creationId xmlns:a16="http://schemas.microsoft.com/office/drawing/2014/main" id="{FEE0D7B8-7537-8DED-1928-4893477DDE15}"/>
              </a:ext>
            </a:extLst>
          </p:cNvPr>
          <p:cNvGrpSpPr/>
          <p:nvPr/>
        </p:nvGrpSpPr>
        <p:grpSpPr>
          <a:xfrm rot="10800000">
            <a:off x="8089369" y="2608161"/>
            <a:ext cx="69580" cy="193454"/>
            <a:chOff x="2849757" y="2999802"/>
            <a:chExt cx="69580" cy="193454"/>
          </a:xfrm>
        </p:grpSpPr>
        <p:sp>
          <p:nvSpPr>
            <p:cNvPr id="450" name="Rechteck 449">
              <a:extLst>
                <a:ext uri="{FF2B5EF4-FFF2-40B4-BE49-F238E27FC236}">
                  <a16:creationId xmlns:a16="http://schemas.microsoft.com/office/drawing/2014/main" id="{005739C7-7F74-7829-DAF1-1666F81B13F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1" name="Gerade Verbindung mit Pfeil 450">
              <a:extLst>
                <a:ext uri="{FF2B5EF4-FFF2-40B4-BE49-F238E27FC236}">
                  <a16:creationId xmlns:a16="http://schemas.microsoft.com/office/drawing/2014/main" id="{15B2EECA-64B2-9193-BA70-3AB15E1A2F8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43" name="Gruppieren 442">
            <a:extLst>
              <a:ext uri="{FF2B5EF4-FFF2-40B4-BE49-F238E27FC236}">
                <a16:creationId xmlns:a16="http://schemas.microsoft.com/office/drawing/2014/main" id="{8DCFAD51-652D-34FA-96C0-4F151F44461C}"/>
              </a:ext>
            </a:extLst>
          </p:cNvPr>
          <p:cNvGrpSpPr/>
          <p:nvPr/>
        </p:nvGrpSpPr>
        <p:grpSpPr>
          <a:xfrm rot="10800000">
            <a:off x="6790230" y="2609785"/>
            <a:ext cx="69580" cy="193454"/>
            <a:chOff x="2849757" y="2999802"/>
            <a:chExt cx="69580" cy="193454"/>
          </a:xfrm>
        </p:grpSpPr>
        <p:sp>
          <p:nvSpPr>
            <p:cNvPr id="444" name="Rechteck 443">
              <a:extLst>
                <a:ext uri="{FF2B5EF4-FFF2-40B4-BE49-F238E27FC236}">
                  <a16:creationId xmlns:a16="http://schemas.microsoft.com/office/drawing/2014/main" id="{FF747A45-0BFA-0A16-D62E-F70D98595F1B}"/>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5" name="Gerade Verbindung mit Pfeil 444">
              <a:extLst>
                <a:ext uri="{FF2B5EF4-FFF2-40B4-BE49-F238E27FC236}">
                  <a16:creationId xmlns:a16="http://schemas.microsoft.com/office/drawing/2014/main" id="{27E54FC0-AE8A-2F82-C204-38A04B0FBB8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0" name="Ellipse 439">
            <a:extLst>
              <a:ext uri="{FF2B5EF4-FFF2-40B4-BE49-F238E27FC236}">
                <a16:creationId xmlns:a16="http://schemas.microsoft.com/office/drawing/2014/main" id="{3BACC9ED-0B69-334F-3623-A3806709912A}"/>
              </a:ext>
            </a:extLst>
          </p:cNvPr>
          <p:cNvSpPr/>
          <p:nvPr/>
        </p:nvSpPr>
        <p:spPr>
          <a:xfrm>
            <a:off x="5480259" y="2991503"/>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38" name="Ellipse 437">
            <a:extLst>
              <a:ext uri="{FF2B5EF4-FFF2-40B4-BE49-F238E27FC236}">
                <a16:creationId xmlns:a16="http://schemas.microsoft.com/office/drawing/2014/main" id="{1A72A9C7-4B58-F3B1-815A-2C9879596295}"/>
              </a:ext>
            </a:extLst>
          </p:cNvPr>
          <p:cNvSpPr/>
          <p:nvPr/>
        </p:nvSpPr>
        <p:spPr>
          <a:xfrm>
            <a:off x="4828614" y="2996170"/>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39" name="Ellipse 438">
            <a:extLst>
              <a:ext uri="{FF2B5EF4-FFF2-40B4-BE49-F238E27FC236}">
                <a16:creationId xmlns:a16="http://schemas.microsoft.com/office/drawing/2014/main" id="{031347A9-470E-5A2F-0CC7-190CD1065F91}"/>
              </a:ext>
            </a:extLst>
          </p:cNvPr>
          <p:cNvSpPr/>
          <p:nvPr/>
        </p:nvSpPr>
        <p:spPr>
          <a:xfrm>
            <a:off x="4493780"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35" name="Gruppieren 434">
            <a:extLst>
              <a:ext uri="{FF2B5EF4-FFF2-40B4-BE49-F238E27FC236}">
                <a16:creationId xmlns:a16="http://schemas.microsoft.com/office/drawing/2014/main" id="{9F52DBC8-0273-2A18-8576-B8A996B7A106}"/>
              </a:ext>
            </a:extLst>
          </p:cNvPr>
          <p:cNvGrpSpPr/>
          <p:nvPr/>
        </p:nvGrpSpPr>
        <p:grpSpPr>
          <a:xfrm>
            <a:off x="4177614" y="2993789"/>
            <a:ext cx="69580" cy="193454"/>
            <a:chOff x="2849757" y="2999802"/>
            <a:chExt cx="69580" cy="193454"/>
          </a:xfrm>
        </p:grpSpPr>
        <p:sp>
          <p:nvSpPr>
            <p:cNvPr id="436" name="Rechteck 435">
              <a:extLst>
                <a:ext uri="{FF2B5EF4-FFF2-40B4-BE49-F238E27FC236}">
                  <a16:creationId xmlns:a16="http://schemas.microsoft.com/office/drawing/2014/main" id="{9BA7E1A2-4B34-531E-F75D-E2413EAB2F5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7" name="Gerade Verbindung mit Pfeil 436">
              <a:extLst>
                <a:ext uri="{FF2B5EF4-FFF2-40B4-BE49-F238E27FC236}">
                  <a16:creationId xmlns:a16="http://schemas.microsoft.com/office/drawing/2014/main" id="{43DCC557-25D4-CBE2-CF45-0396F6CBE2B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34" name="Ellipse 433">
            <a:extLst>
              <a:ext uri="{FF2B5EF4-FFF2-40B4-BE49-F238E27FC236}">
                <a16:creationId xmlns:a16="http://schemas.microsoft.com/office/drawing/2014/main" id="{DD74DF63-9DFC-378C-AB35-9BC15F46C3E9}"/>
              </a:ext>
            </a:extLst>
          </p:cNvPr>
          <p:cNvSpPr/>
          <p:nvPr/>
        </p:nvSpPr>
        <p:spPr>
          <a:xfrm>
            <a:off x="2521150"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23" name="Ellipse 422">
            <a:extLst>
              <a:ext uri="{FF2B5EF4-FFF2-40B4-BE49-F238E27FC236}">
                <a16:creationId xmlns:a16="http://schemas.microsoft.com/office/drawing/2014/main" id="{5BF27D1F-6628-8AAA-CEAB-3EA3D6986126}"/>
              </a:ext>
            </a:extLst>
          </p:cNvPr>
          <p:cNvSpPr/>
          <p:nvPr/>
        </p:nvSpPr>
        <p:spPr>
          <a:xfrm>
            <a:off x="2205364"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D88FA469-4905-4CE8-826B-317175BFEEBA}"/>
              </a:ext>
            </a:extLst>
          </p:cNvPr>
          <p:cNvSpPr/>
          <p:nvPr/>
        </p:nvSpPr>
        <p:spPr>
          <a:xfrm>
            <a:off x="395983" y="4768562"/>
            <a:ext cx="1440000" cy="1980000"/>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3" name="Rechteck 232">
            <a:extLst>
              <a:ext uri="{FF2B5EF4-FFF2-40B4-BE49-F238E27FC236}">
                <a16:creationId xmlns:a16="http://schemas.microsoft.com/office/drawing/2014/main" id="{A4DFE79B-90C9-FD6C-1192-F38EEE6D64D0}"/>
              </a:ext>
            </a:extLst>
          </p:cNvPr>
          <p:cNvSpPr/>
          <p:nvPr/>
        </p:nvSpPr>
        <p:spPr>
          <a:xfrm rot="5400000">
            <a:off x="9778375" y="3261136"/>
            <a:ext cx="983685" cy="680855"/>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2" name="Rechteck 231">
            <a:extLst>
              <a:ext uri="{FF2B5EF4-FFF2-40B4-BE49-F238E27FC236}">
                <a16:creationId xmlns:a16="http://schemas.microsoft.com/office/drawing/2014/main" id="{1773F86C-0E1B-BEE9-6FF2-9322F527A39F}"/>
              </a:ext>
            </a:extLst>
          </p:cNvPr>
          <p:cNvSpPr/>
          <p:nvPr/>
        </p:nvSpPr>
        <p:spPr>
          <a:xfrm rot="5400000">
            <a:off x="10807878" y="2706643"/>
            <a:ext cx="446463" cy="58287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Rechteck 227">
            <a:extLst>
              <a:ext uri="{FF2B5EF4-FFF2-40B4-BE49-F238E27FC236}">
                <a16:creationId xmlns:a16="http://schemas.microsoft.com/office/drawing/2014/main" id="{AF3910DC-0D2F-3CCF-C4B7-7B7B2188DB45}"/>
              </a:ext>
            </a:extLst>
          </p:cNvPr>
          <p:cNvSpPr/>
          <p:nvPr/>
        </p:nvSpPr>
        <p:spPr>
          <a:xfrm rot="5400000">
            <a:off x="9876153" y="2037785"/>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895545" y="3121006"/>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5" name="Rechteck 224">
            <a:extLst>
              <a:ext uri="{FF2B5EF4-FFF2-40B4-BE49-F238E27FC236}">
                <a16:creationId xmlns:a16="http://schemas.microsoft.com/office/drawing/2014/main" id="{2E6A7E92-1EB9-034A-3553-136A57F31961}"/>
              </a:ext>
            </a:extLst>
          </p:cNvPr>
          <p:cNvSpPr/>
          <p:nvPr/>
        </p:nvSpPr>
        <p:spPr>
          <a:xfrm rot="5400000">
            <a:off x="5013304" y="2376225"/>
            <a:ext cx="427241" cy="366873"/>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6" name="Rechteck 175">
            <a:extLst>
              <a:ext uri="{FF2B5EF4-FFF2-40B4-BE49-F238E27FC236}">
                <a16:creationId xmlns:a16="http://schemas.microsoft.com/office/drawing/2014/main" id="{B62A2A78-989D-41C7-0BAE-3FCC7BA74364}"/>
              </a:ext>
            </a:extLst>
          </p:cNvPr>
          <p:cNvSpPr/>
          <p:nvPr/>
        </p:nvSpPr>
        <p:spPr>
          <a:xfrm rot="5400000">
            <a:off x="6290080" y="3121407"/>
            <a:ext cx="427241" cy="31060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69" name="Rechteck 168">
            <a:extLst>
              <a:ext uri="{FF2B5EF4-FFF2-40B4-BE49-F238E27FC236}">
                <a16:creationId xmlns:a16="http://schemas.microsoft.com/office/drawing/2014/main" id="{8D90B7E3-30E8-3FBE-58D6-EC2FC58DB353}"/>
              </a:ext>
            </a:extLst>
          </p:cNvPr>
          <p:cNvSpPr/>
          <p:nvPr/>
        </p:nvSpPr>
        <p:spPr>
          <a:xfrm rot="5400000">
            <a:off x="5467354" y="2288020"/>
            <a:ext cx="427241" cy="54320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11AD31DD-704D-78FE-109A-3DF08A18C6B3}"/>
              </a:ext>
            </a:extLst>
          </p:cNvPr>
          <p:cNvSpPr/>
          <p:nvPr/>
        </p:nvSpPr>
        <p:spPr>
          <a:xfrm rot="5400000">
            <a:off x="5576755" y="1733206"/>
            <a:ext cx="1416563" cy="660152"/>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3" name="Rechteck 62">
            <a:extLst>
              <a:ext uri="{FF2B5EF4-FFF2-40B4-BE49-F238E27FC236}">
                <a16:creationId xmlns:a16="http://schemas.microsoft.com/office/drawing/2014/main" id="{90D35D68-041B-04B2-8389-3F1AE8A56C1F}"/>
              </a:ext>
            </a:extLst>
          </p:cNvPr>
          <p:cNvSpPr/>
          <p:nvPr/>
        </p:nvSpPr>
        <p:spPr>
          <a:xfrm rot="5400000">
            <a:off x="5569233" y="1933802"/>
            <a:ext cx="1218415" cy="37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1785608" y="2819901"/>
            <a:ext cx="9180000"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20" name="Rechteck 119">
            <a:extLst>
              <a:ext uri="{FF2B5EF4-FFF2-40B4-BE49-F238E27FC236}">
                <a16:creationId xmlns:a16="http://schemas.microsoft.com/office/drawing/2014/main" id="{B38364BA-B878-38A4-5D7D-1C74AD4F112C}"/>
              </a:ext>
            </a:extLst>
          </p:cNvPr>
          <p:cNvSpPr/>
          <p:nvPr/>
        </p:nvSpPr>
        <p:spPr>
          <a:xfrm rot="5400000">
            <a:off x="1560536" y="1684351"/>
            <a:ext cx="1404036" cy="74533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5" name="Grafik 124">
            <a:extLst>
              <a:ext uri="{FF2B5EF4-FFF2-40B4-BE49-F238E27FC236}">
                <a16:creationId xmlns:a16="http://schemas.microsoft.com/office/drawing/2014/main" id="{50C243E3-42B2-4F0B-34DC-2CCF68834131}"/>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866740" y="1069909"/>
            <a:ext cx="782808" cy="1285331"/>
          </a:xfrm>
          <a:prstGeom prst="rect">
            <a:avLst/>
          </a:prstGeom>
        </p:spPr>
      </p:pic>
      <p:sp>
        <p:nvSpPr>
          <p:cNvPr id="109" name="Rechteck 108">
            <a:extLst>
              <a:ext uri="{FF2B5EF4-FFF2-40B4-BE49-F238E27FC236}">
                <a16:creationId xmlns:a16="http://schemas.microsoft.com/office/drawing/2014/main" id="{D6BE3DC5-2F9C-3597-3B5D-75EAB6AD6AA2}"/>
              </a:ext>
            </a:extLst>
          </p:cNvPr>
          <p:cNvSpPr/>
          <p:nvPr/>
        </p:nvSpPr>
        <p:spPr>
          <a:xfrm rot="5400000">
            <a:off x="1124230" y="4082492"/>
            <a:ext cx="2389952"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399729" y="95286"/>
            <a:ext cx="2771963" cy="265716"/>
          </a:xfrm>
        </p:spPr>
        <p:txBody>
          <a:bodyPr/>
          <a:lstStyle/>
          <a:p>
            <a:endParaRPr lang="de-DE" dirty="0"/>
          </a:p>
        </p:txBody>
      </p:sp>
      <p:sp>
        <p:nvSpPr>
          <p:cNvPr id="19" name="Rechteck 18">
            <a:extLst>
              <a:ext uri="{FF2B5EF4-FFF2-40B4-BE49-F238E27FC236}">
                <a16:creationId xmlns:a16="http://schemas.microsoft.com/office/drawing/2014/main" id="{6E9A83A0-11B2-7FB8-5140-7F38FB85F34B}"/>
              </a:ext>
            </a:extLst>
          </p:cNvPr>
          <p:cNvSpPr/>
          <p:nvPr/>
        </p:nvSpPr>
        <p:spPr>
          <a:xfrm rot="16200000">
            <a:off x="1959506" y="493332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a:t>Cut &amp; Strip</a:t>
            </a:r>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2240326" y="547982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grpSp>
        <p:nvGrpSpPr>
          <p:cNvPr id="27" name="Gruppieren 26">
            <a:extLst>
              <a:ext uri="{FF2B5EF4-FFF2-40B4-BE49-F238E27FC236}">
                <a16:creationId xmlns:a16="http://schemas.microsoft.com/office/drawing/2014/main" id="{89A01C23-852A-9780-E878-BF7FD76B2B20}"/>
              </a:ext>
            </a:extLst>
          </p:cNvPr>
          <p:cNvGrpSpPr/>
          <p:nvPr/>
        </p:nvGrpSpPr>
        <p:grpSpPr>
          <a:xfrm rot="10800000" flipH="1">
            <a:off x="2264064" y="3867537"/>
            <a:ext cx="25807" cy="726114"/>
            <a:chOff x="6851814" y="1766023"/>
            <a:chExt cx="78569" cy="2068826"/>
          </a:xfrm>
        </p:grpSpPr>
        <p:sp>
          <p:nvSpPr>
            <p:cNvPr id="28" name="Rechteck 27">
              <a:extLst>
                <a:ext uri="{FF2B5EF4-FFF2-40B4-BE49-F238E27FC236}">
                  <a16:creationId xmlns:a16="http://schemas.microsoft.com/office/drawing/2014/main" id="{2347EC5E-9EA1-89A8-69BA-BC0B199C91E8}"/>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BEE47919-A8ED-9023-A78B-312AAFEDFFF4}"/>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 name="Rechteck 29">
              <a:extLst>
                <a:ext uri="{FF2B5EF4-FFF2-40B4-BE49-F238E27FC236}">
                  <a16:creationId xmlns:a16="http://schemas.microsoft.com/office/drawing/2014/main" id="{873E17F6-E8F3-CA7D-E5EB-4A43196CD6A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 name="Rechteck 30">
              <a:extLst>
                <a:ext uri="{FF2B5EF4-FFF2-40B4-BE49-F238E27FC236}">
                  <a16:creationId xmlns:a16="http://schemas.microsoft.com/office/drawing/2014/main" id="{61BC94CD-8733-16CE-5621-7A930CEC4A90}"/>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 name="Rechteck 32">
              <a:extLst>
                <a:ext uri="{FF2B5EF4-FFF2-40B4-BE49-F238E27FC236}">
                  <a16:creationId xmlns:a16="http://schemas.microsoft.com/office/drawing/2014/main" id="{BE644BD5-82FA-7C1C-C446-97EA01AF08C5}"/>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54" name="Zylinder 53">
            <a:extLst>
              <a:ext uri="{FF2B5EF4-FFF2-40B4-BE49-F238E27FC236}">
                <a16:creationId xmlns:a16="http://schemas.microsoft.com/office/drawing/2014/main" id="{E2EB6F2D-00D9-D8CB-B3C9-73FF6DADAC42}"/>
              </a:ext>
            </a:extLst>
          </p:cNvPr>
          <p:cNvSpPr/>
          <p:nvPr/>
        </p:nvSpPr>
        <p:spPr>
          <a:xfrm>
            <a:off x="633685" y="527414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7" name="Gruppieren 76">
            <a:extLst>
              <a:ext uri="{FF2B5EF4-FFF2-40B4-BE49-F238E27FC236}">
                <a16:creationId xmlns:a16="http://schemas.microsoft.com/office/drawing/2014/main" id="{8238203A-4650-9AAB-ACB9-FE6310B2159C}"/>
              </a:ext>
            </a:extLst>
          </p:cNvPr>
          <p:cNvGrpSpPr/>
          <p:nvPr/>
        </p:nvGrpSpPr>
        <p:grpSpPr>
          <a:xfrm>
            <a:off x="2180023" y="2796091"/>
            <a:ext cx="75705" cy="277927"/>
            <a:chOff x="3476670" y="3647733"/>
            <a:chExt cx="75705" cy="277927"/>
          </a:xfrm>
        </p:grpSpPr>
        <p:sp>
          <p:nvSpPr>
            <p:cNvPr id="4" name="Rechteck 3">
              <a:extLst>
                <a:ext uri="{FF2B5EF4-FFF2-40B4-BE49-F238E27FC236}">
                  <a16:creationId xmlns:a16="http://schemas.microsoft.com/office/drawing/2014/main" id="{2B5C822E-7479-CEFE-DB0C-191246EB95D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 name="Verbinder: gekrümmt 61">
              <a:extLst>
                <a:ext uri="{FF2B5EF4-FFF2-40B4-BE49-F238E27FC236}">
                  <a16:creationId xmlns:a16="http://schemas.microsoft.com/office/drawing/2014/main" id="{C03C96CB-BFF3-4FB1-4C39-550F9898590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71" name="Gruppieren 70">
            <a:extLst>
              <a:ext uri="{FF2B5EF4-FFF2-40B4-BE49-F238E27FC236}">
                <a16:creationId xmlns:a16="http://schemas.microsoft.com/office/drawing/2014/main" id="{6B6D27A3-97EE-81E1-FD89-1CE23B5EEB88}"/>
              </a:ext>
            </a:extLst>
          </p:cNvPr>
          <p:cNvGrpSpPr/>
          <p:nvPr/>
        </p:nvGrpSpPr>
        <p:grpSpPr>
          <a:xfrm rot="10800000" flipH="1">
            <a:off x="2222038" y="3152798"/>
            <a:ext cx="22754" cy="1472726"/>
            <a:chOff x="6851814" y="1766023"/>
            <a:chExt cx="78569" cy="2068826"/>
          </a:xfrm>
        </p:grpSpPr>
        <p:sp>
          <p:nvSpPr>
            <p:cNvPr id="72" name="Rechteck 71">
              <a:extLst>
                <a:ext uri="{FF2B5EF4-FFF2-40B4-BE49-F238E27FC236}">
                  <a16:creationId xmlns:a16="http://schemas.microsoft.com/office/drawing/2014/main" id="{AE344AD0-9A79-E3C1-EC0E-8EC950451355}"/>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3" name="Rechteck 72">
              <a:extLst>
                <a:ext uri="{FF2B5EF4-FFF2-40B4-BE49-F238E27FC236}">
                  <a16:creationId xmlns:a16="http://schemas.microsoft.com/office/drawing/2014/main" id="{6E3495E2-4F5E-64AD-719A-D351370371C6}"/>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74" name="Rechteck 73">
              <a:extLst>
                <a:ext uri="{FF2B5EF4-FFF2-40B4-BE49-F238E27FC236}">
                  <a16:creationId xmlns:a16="http://schemas.microsoft.com/office/drawing/2014/main" id="{034C1B35-E88A-275E-719D-EC942D4D9B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5" name="Rechteck 74">
              <a:extLst>
                <a:ext uri="{FF2B5EF4-FFF2-40B4-BE49-F238E27FC236}">
                  <a16:creationId xmlns:a16="http://schemas.microsoft.com/office/drawing/2014/main" id="{F22D2757-CC97-BB76-91D5-D118AD26FC7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6" name="Rechteck 75">
              <a:extLst>
                <a:ext uri="{FF2B5EF4-FFF2-40B4-BE49-F238E27FC236}">
                  <a16:creationId xmlns:a16="http://schemas.microsoft.com/office/drawing/2014/main" id="{1B1B9FEB-0975-C089-65F7-E7CAB19BAD4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78" name="Gruppieren 77">
            <a:extLst>
              <a:ext uri="{FF2B5EF4-FFF2-40B4-BE49-F238E27FC236}">
                <a16:creationId xmlns:a16="http://schemas.microsoft.com/office/drawing/2014/main" id="{88F6367B-CBAA-07F7-88D0-4ACF42B47219}"/>
              </a:ext>
            </a:extLst>
          </p:cNvPr>
          <p:cNvGrpSpPr/>
          <p:nvPr/>
        </p:nvGrpSpPr>
        <p:grpSpPr>
          <a:xfrm>
            <a:off x="2501924" y="2795908"/>
            <a:ext cx="75705" cy="277927"/>
            <a:chOff x="3476670" y="3647733"/>
            <a:chExt cx="75705" cy="277927"/>
          </a:xfrm>
        </p:grpSpPr>
        <p:sp>
          <p:nvSpPr>
            <p:cNvPr id="79" name="Rechteck 78">
              <a:extLst>
                <a:ext uri="{FF2B5EF4-FFF2-40B4-BE49-F238E27FC236}">
                  <a16:creationId xmlns:a16="http://schemas.microsoft.com/office/drawing/2014/main" id="{4D24A9C9-2FAD-4909-FE51-49F8A9B2A4F2}"/>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0" name="Verbinder: gekrümmt 79">
              <a:extLst>
                <a:ext uri="{FF2B5EF4-FFF2-40B4-BE49-F238E27FC236}">
                  <a16:creationId xmlns:a16="http://schemas.microsoft.com/office/drawing/2014/main" id="{16054D7C-94C1-1760-1E08-2088E59C4D0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1" name="Gruppieren 80">
            <a:extLst>
              <a:ext uri="{FF2B5EF4-FFF2-40B4-BE49-F238E27FC236}">
                <a16:creationId xmlns:a16="http://schemas.microsoft.com/office/drawing/2014/main" id="{E58F645D-9B46-481B-3807-1CF991C3F52B}"/>
              </a:ext>
            </a:extLst>
          </p:cNvPr>
          <p:cNvGrpSpPr/>
          <p:nvPr/>
        </p:nvGrpSpPr>
        <p:grpSpPr>
          <a:xfrm>
            <a:off x="2822492" y="2811273"/>
            <a:ext cx="75705" cy="277927"/>
            <a:chOff x="3476670" y="3647733"/>
            <a:chExt cx="75705" cy="277927"/>
          </a:xfrm>
        </p:grpSpPr>
        <p:sp>
          <p:nvSpPr>
            <p:cNvPr id="82" name="Rechteck 81">
              <a:extLst>
                <a:ext uri="{FF2B5EF4-FFF2-40B4-BE49-F238E27FC236}">
                  <a16:creationId xmlns:a16="http://schemas.microsoft.com/office/drawing/2014/main" id="{AB022BFC-6A4A-9B92-08A6-EF4D4594245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3" name="Verbinder: gekrümmt 82">
              <a:extLst>
                <a:ext uri="{FF2B5EF4-FFF2-40B4-BE49-F238E27FC236}">
                  <a16:creationId xmlns:a16="http://schemas.microsoft.com/office/drawing/2014/main" id="{E7704BA5-4314-4EF6-1A32-E3CE2891EB8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4" name="Gruppieren 83">
            <a:extLst>
              <a:ext uri="{FF2B5EF4-FFF2-40B4-BE49-F238E27FC236}">
                <a16:creationId xmlns:a16="http://schemas.microsoft.com/office/drawing/2014/main" id="{FE4E41C9-636D-234F-8F01-F6D9CBEA3B1F}"/>
              </a:ext>
            </a:extLst>
          </p:cNvPr>
          <p:cNvGrpSpPr/>
          <p:nvPr/>
        </p:nvGrpSpPr>
        <p:grpSpPr>
          <a:xfrm>
            <a:off x="3142888" y="2806402"/>
            <a:ext cx="75705" cy="277927"/>
            <a:chOff x="3476670" y="3647733"/>
            <a:chExt cx="75705" cy="277927"/>
          </a:xfrm>
        </p:grpSpPr>
        <p:sp>
          <p:nvSpPr>
            <p:cNvPr id="85" name="Rechteck 84">
              <a:extLst>
                <a:ext uri="{FF2B5EF4-FFF2-40B4-BE49-F238E27FC236}">
                  <a16:creationId xmlns:a16="http://schemas.microsoft.com/office/drawing/2014/main" id="{287C2BA7-B453-CFD1-D5DF-7A33A7AF50E4}"/>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6" name="Verbinder: gekrümmt 85">
              <a:extLst>
                <a:ext uri="{FF2B5EF4-FFF2-40B4-BE49-F238E27FC236}">
                  <a16:creationId xmlns:a16="http://schemas.microsoft.com/office/drawing/2014/main" id="{21603F25-B21F-8390-A794-6F6846A5304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7" name="Gruppieren 86">
            <a:extLst>
              <a:ext uri="{FF2B5EF4-FFF2-40B4-BE49-F238E27FC236}">
                <a16:creationId xmlns:a16="http://schemas.microsoft.com/office/drawing/2014/main" id="{FFAEDE89-A8EE-8864-D0AF-DB580CBB7328}"/>
              </a:ext>
            </a:extLst>
          </p:cNvPr>
          <p:cNvGrpSpPr/>
          <p:nvPr/>
        </p:nvGrpSpPr>
        <p:grpSpPr>
          <a:xfrm>
            <a:off x="3477218" y="2744492"/>
            <a:ext cx="75705" cy="277927"/>
            <a:chOff x="3476670" y="3647733"/>
            <a:chExt cx="75705" cy="277927"/>
          </a:xfrm>
        </p:grpSpPr>
        <p:sp>
          <p:nvSpPr>
            <p:cNvPr id="88" name="Rechteck 87">
              <a:extLst>
                <a:ext uri="{FF2B5EF4-FFF2-40B4-BE49-F238E27FC236}">
                  <a16:creationId xmlns:a16="http://schemas.microsoft.com/office/drawing/2014/main" id="{D9CE541E-5E87-951F-C986-30A4F2AD2A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9" name="Verbinder: gekrümmt 88">
              <a:extLst>
                <a:ext uri="{FF2B5EF4-FFF2-40B4-BE49-F238E27FC236}">
                  <a16:creationId xmlns:a16="http://schemas.microsoft.com/office/drawing/2014/main" id="{775CE08C-AC64-509E-EE33-5410DE4585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0" name="Gruppieren 89">
            <a:extLst>
              <a:ext uri="{FF2B5EF4-FFF2-40B4-BE49-F238E27FC236}">
                <a16:creationId xmlns:a16="http://schemas.microsoft.com/office/drawing/2014/main" id="{19925675-B7F3-852C-6300-91727BAB5A08}"/>
              </a:ext>
            </a:extLst>
          </p:cNvPr>
          <p:cNvGrpSpPr/>
          <p:nvPr/>
        </p:nvGrpSpPr>
        <p:grpSpPr>
          <a:xfrm>
            <a:off x="3811693" y="2806403"/>
            <a:ext cx="75705" cy="277927"/>
            <a:chOff x="3476670" y="3647733"/>
            <a:chExt cx="75705" cy="277927"/>
          </a:xfrm>
        </p:grpSpPr>
        <p:sp>
          <p:nvSpPr>
            <p:cNvPr id="91" name="Rechteck 90">
              <a:extLst>
                <a:ext uri="{FF2B5EF4-FFF2-40B4-BE49-F238E27FC236}">
                  <a16:creationId xmlns:a16="http://schemas.microsoft.com/office/drawing/2014/main" id="{407A5480-0719-B44F-F948-558EE11D050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2" name="Verbinder: gekrümmt 91">
              <a:extLst>
                <a:ext uri="{FF2B5EF4-FFF2-40B4-BE49-F238E27FC236}">
                  <a16:creationId xmlns:a16="http://schemas.microsoft.com/office/drawing/2014/main" id="{83164723-05E8-EF79-E1B4-557DF15028F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3" name="Gruppieren 92">
            <a:extLst>
              <a:ext uri="{FF2B5EF4-FFF2-40B4-BE49-F238E27FC236}">
                <a16:creationId xmlns:a16="http://schemas.microsoft.com/office/drawing/2014/main" id="{FA33E9D9-053F-A0EA-2C67-3E409B728B07}"/>
              </a:ext>
            </a:extLst>
          </p:cNvPr>
          <p:cNvGrpSpPr/>
          <p:nvPr/>
        </p:nvGrpSpPr>
        <p:grpSpPr>
          <a:xfrm>
            <a:off x="4145951" y="2808958"/>
            <a:ext cx="75705" cy="277927"/>
            <a:chOff x="3476670" y="3647733"/>
            <a:chExt cx="75705" cy="277927"/>
          </a:xfrm>
        </p:grpSpPr>
        <p:sp>
          <p:nvSpPr>
            <p:cNvPr id="94" name="Rechteck 93">
              <a:extLst>
                <a:ext uri="{FF2B5EF4-FFF2-40B4-BE49-F238E27FC236}">
                  <a16:creationId xmlns:a16="http://schemas.microsoft.com/office/drawing/2014/main" id="{81060DFB-E3C7-C362-81F2-1D1F056C67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5" name="Verbinder: gekrümmt 94">
              <a:extLst>
                <a:ext uri="{FF2B5EF4-FFF2-40B4-BE49-F238E27FC236}">
                  <a16:creationId xmlns:a16="http://schemas.microsoft.com/office/drawing/2014/main" id="{1FBB9258-637E-2420-9B55-11C069C7E7E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6" name="Gruppieren 95">
            <a:extLst>
              <a:ext uri="{FF2B5EF4-FFF2-40B4-BE49-F238E27FC236}">
                <a16:creationId xmlns:a16="http://schemas.microsoft.com/office/drawing/2014/main" id="{FB359BEE-4999-D354-544F-1C3A4E49B9FB}"/>
              </a:ext>
            </a:extLst>
          </p:cNvPr>
          <p:cNvGrpSpPr/>
          <p:nvPr/>
        </p:nvGrpSpPr>
        <p:grpSpPr>
          <a:xfrm>
            <a:off x="4474134" y="2806403"/>
            <a:ext cx="75705" cy="277927"/>
            <a:chOff x="3476670" y="3647733"/>
            <a:chExt cx="75705" cy="277927"/>
          </a:xfrm>
        </p:grpSpPr>
        <p:sp>
          <p:nvSpPr>
            <p:cNvPr id="97" name="Rechteck 96">
              <a:extLst>
                <a:ext uri="{FF2B5EF4-FFF2-40B4-BE49-F238E27FC236}">
                  <a16:creationId xmlns:a16="http://schemas.microsoft.com/office/drawing/2014/main" id="{F4070B80-E2B9-B6A3-E425-DE173946F27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8" name="Verbinder: gekrümmt 97">
              <a:extLst>
                <a:ext uri="{FF2B5EF4-FFF2-40B4-BE49-F238E27FC236}">
                  <a16:creationId xmlns:a16="http://schemas.microsoft.com/office/drawing/2014/main" id="{B5B0E973-DB24-DEE3-8B06-2A2037DAE95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7461460" y="2768267"/>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11" name="Flussdiagramm: Datenträger mit direktem Zugriff 110">
            <a:extLst>
              <a:ext uri="{FF2B5EF4-FFF2-40B4-BE49-F238E27FC236}">
                <a16:creationId xmlns:a16="http://schemas.microsoft.com/office/drawing/2014/main" id="{CA65ADE4-1B8E-0543-30F2-857A357F8680}"/>
              </a:ext>
            </a:extLst>
          </p:cNvPr>
          <p:cNvSpPr/>
          <p:nvPr/>
        </p:nvSpPr>
        <p:spPr>
          <a:xfrm rot="19835810">
            <a:off x="2211608" y="14984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2" name="Flussdiagramm: Datenträger mit direktem Zugriff 111">
            <a:extLst>
              <a:ext uri="{FF2B5EF4-FFF2-40B4-BE49-F238E27FC236}">
                <a16:creationId xmlns:a16="http://schemas.microsoft.com/office/drawing/2014/main" id="{60B69C78-FF0E-6FE3-845D-9775CA99A1B9}"/>
              </a:ext>
            </a:extLst>
          </p:cNvPr>
          <p:cNvSpPr/>
          <p:nvPr/>
        </p:nvSpPr>
        <p:spPr>
          <a:xfrm rot="19835810">
            <a:off x="2237271" y="157689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3" name="Flussdiagramm: Datenträger mit direktem Zugriff 112">
            <a:extLst>
              <a:ext uri="{FF2B5EF4-FFF2-40B4-BE49-F238E27FC236}">
                <a16:creationId xmlns:a16="http://schemas.microsoft.com/office/drawing/2014/main" id="{4527F419-717C-3EB0-CA71-89527FE26813}"/>
              </a:ext>
            </a:extLst>
          </p:cNvPr>
          <p:cNvSpPr/>
          <p:nvPr/>
        </p:nvSpPr>
        <p:spPr>
          <a:xfrm rot="3152920">
            <a:off x="2154603" y="158857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4" name="Flussdiagramm: Datenträger mit direktem Zugriff 113">
            <a:extLst>
              <a:ext uri="{FF2B5EF4-FFF2-40B4-BE49-F238E27FC236}">
                <a16:creationId xmlns:a16="http://schemas.microsoft.com/office/drawing/2014/main" id="{3A22D148-7D54-B80E-7768-558A6FF76025}"/>
              </a:ext>
            </a:extLst>
          </p:cNvPr>
          <p:cNvSpPr/>
          <p:nvPr/>
        </p:nvSpPr>
        <p:spPr>
          <a:xfrm rot="3152920">
            <a:off x="2246868" y="141248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5" name="Flussdiagramm: Datenträger mit direktem Zugriff 114">
            <a:extLst>
              <a:ext uri="{FF2B5EF4-FFF2-40B4-BE49-F238E27FC236}">
                <a16:creationId xmlns:a16="http://schemas.microsoft.com/office/drawing/2014/main" id="{C7CDF857-FD2A-5A87-9D50-BC61302A5210}"/>
              </a:ext>
            </a:extLst>
          </p:cNvPr>
          <p:cNvSpPr/>
          <p:nvPr/>
        </p:nvSpPr>
        <p:spPr>
          <a:xfrm rot="1182316">
            <a:off x="2194140" y="16694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6" name="Flussdiagramm: Datenträger mit direktem Zugriff 115">
            <a:extLst>
              <a:ext uri="{FF2B5EF4-FFF2-40B4-BE49-F238E27FC236}">
                <a16:creationId xmlns:a16="http://schemas.microsoft.com/office/drawing/2014/main" id="{31AE4DCA-3F86-C86F-78B9-54B705AEF539}"/>
              </a:ext>
            </a:extLst>
          </p:cNvPr>
          <p:cNvSpPr/>
          <p:nvPr/>
        </p:nvSpPr>
        <p:spPr>
          <a:xfrm rot="1182316">
            <a:off x="2166662" y="141720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1" name="Flussdiagramm: Datenträger mit direktem Zugriff 120">
            <a:extLst>
              <a:ext uri="{FF2B5EF4-FFF2-40B4-BE49-F238E27FC236}">
                <a16:creationId xmlns:a16="http://schemas.microsoft.com/office/drawing/2014/main" id="{7987E0F7-A8A3-CAC0-4C51-83A64A14A979}"/>
              </a:ext>
            </a:extLst>
          </p:cNvPr>
          <p:cNvSpPr/>
          <p:nvPr/>
        </p:nvSpPr>
        <p:spPr>
          <a:xfrm rot="5400000">
            <a:off x="2521265" y="287910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2" name="Flussdiagramm: Datenträger mit direktem Zugriff 121">
            <a:extLst>
              <a:ext uri="{FF2B5EF4-FFF2-40B4-BE49-F238E27FC236}">
                <a16:creationId xmlns:a16="http://schemas.microsoft.com/office/drawing/2014/main" id="{A049A892-D159-F60B-3D9A-6A4CE9A9432C}"/>
              </a:ext>
            </a:extLst>
          </p:cNvPr>
          <p:cNvSpPr/>
          <p:nvPr/>
        </p:nvSpPr>
        <p:spPr>
          <a:xfrm rot="5400000">
            <a:off x="2841947" y="28879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3" name="Rechteck 122">
            <a:extLst>
              <a:ext uri="{FF2B5EF4-FFF2-40B4-BE49-F238E27FC236}">
                <a16:creationId xmlns:a16="http://schemas.microsoft.com/office/drawing/2014/main" id="{7FF9CB88-7098-6BDB-FE52-C227A076CBBA}"/>
              </a:ext>
            </a:extLst>
          </p:cNvPr>
          <p:cNvSpPr/>
          <p:nvPr/>
        </p:nvSpPr>
        <p:spPr>
          <a:xfrm>
            <a:off x="2536025" y="223391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7" name="Flussdiagramm: Datenträger mit direktem Zugriff 116">
            <a:extLst>
              <a:ext uri="{FF2B5EF4-FFF2-40B4-BE49-F238E27FC236}">
                <a16:creationId xmlns:a16="http://schemas.microsoft.com/office/drawing/2014/main" id="{CC1A8905-7DDE-34E0-DE3A-E62514BB59E9}"/>
              </a:ext>
            </a:extLst>
          </p:cNvPr>
          <p:cNvSpPr/>
          <p:nvPr/>
        </p:nvSpPr>
        <p:spPr>
          <a:xfrm rot="5400000">
            <a:off x="2528622" y="23221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8" name="Flussdiagramm: Datenträger mit direktem Zugriff 117">
            <a:extLst>
              <a:ext uri="{FF2B5EF4-FFF2-40B4-BE49-F238E27FC236}">
                <a16:creationId xmlns:a16="http://schemas.microsoft.com/office/drawing/2014/main" id="{0530DD74-AFFA-547F-813F-6736FD5E629B}"/>
              </a:ext>
            </a:extLst>
          </p:cNvPr>
          <p:cNvSpPr/>
          <p:nvPr/>
        </p:nvSpPr>
        <p:spPr>
          <a:xfrm rot="5400000">
            <a:off x="2528622" y="24991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9" name="Flussdiagramm: Datenträger mit direktem Zugriff 118">
            <a:extLst>
              <a:ext uri="{FF2B5EF4-FFF2-40B4-BE49-F238E27FC236}">
                <a16:creationId xmlns:a16="http://schemas.microsoft.com/office/drawing/2014/main" id="{94FF3375-600C-7594-2005-8B2390FD854D}"/>
              </a:ext>
            </a:extLst>
          </p:cNvPr>
          <p:cNvSpPr/>
          <p:nvPr/>
        </p:nvSpPr>
        <p:spPr>
          <a:xfrm rot="5400000">
            <a:off x="2528622" y="26580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6" name="Flussdiagramm: Datenträger mit direktem Zugriff 125">
            <a:extLst>
              <a:ext uri="{FF2B5EF4-FFF2-40B4-BE49-F238E27FC236}">
                <a16:creationId xmlns:a16="http://schemas.microsoft.com/office/drawing/2014/main" id="{C521B0A3-0028-4459-48CF-05A70F000653}"/>
              </a:ext>
            </a:extLst>
          </p:cNvPr>
          <p:cNvSpPr/>
          <p:nvPr/>
        </p:nvSpPr>
        <p:spPr>
          <a:xfrm rot="5400000">
            <a:off x="3164991" y="28822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7" name="Flussdiagramm: Datenträger mit direktem Zugriff 126">
            <a:extLst>
              <a:ext uri="{FF2B5EF4-FFF2-40B4-BE49-F238E27FC236}">
                <a16:creationId xmlns:a16="http://schemas.microsoft.com/office/drawing/2014/main" id="{3C8E84B4-5C41-E7F7-BEC2-E79DA8A2B7D3}"/>
              </a:ext>
            </a:extLst>
          </p:cNvPr>
          <p:cNvSpPr/>
          <p:nvPr/>
        </p:nvSpPr>
        <p:spPr>
          <a:xfrm rot="5400000">
            <a:off x="3495877" y="282858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8" name="Rechteck 127">
            <a:extLst>
              <a:ext uri="{FF2B5EF4-FFF2-40B4-BE49-F238E27FC236}">
                <a16:creationId xmlns:a16="http://schemas.microsoft.com/office/drawing/2014/main" id="{0074B172-7F57-FC56-61A8-D63928DF8B6B}"/>
              </a:ext>
            </a:extLst>
          </p:cNvPr>
          <p:cNvSpPr/>
          <p:nvPr/>
        </p:nvSpPr>
        <p:spPr>
          <a:xfrm rot="5400000">
            <a:off x="2676004" y="238088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9" name="Rechteck 128">
            <a:extLst>
              <a:ext uri="{FF2B5EF4-FFF2-40B4-BE49-F238E27FC236}">
                <a16:creationId xmlns:a16="http://schemas.microsoft.com/office/drawing/2014/main" id="{D8D48A40-7452-2EA9-C8A3-8E58F553731F}"/>
              </a:ext>
            </a:extLst>
          </p:cNvPr>
          <p:cNvSpPr/>
          <p:nvPr/>
        </p:nvSpPr>
        <p:spPr>
          <a:xfrm>
            <a:off x="2845973" y="245762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0" name="Rechteck 139">
            <a:extLst>
              <a:ext uri="{FF2B5EF4-FFF2-40B4-BE49-F238E27FC236}">
                <a16:creationId xmlns:a16="http://schemas.microsoft.com/office/drawing/2014/main" id="{8970BA40-5B09-2D00-7E2B-498A08499127}"/>
              </a:ext>
            </a:extLst>
          </p:cNvPr>
          <p:cNvSpPr/>
          <p:nvPr/>
        </p:nvSpPr>
        <p:spPr>
          <a:xfrm rot="5400000">
            <a:off x="4002246" y="2373247"/>
            <a:ext cx="427241" cy="34433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 name="Flussdiagramm: Datenträger mit direktem Zugriff 20">
            <a:extLst>
              <a:ext uri="{FF2B5EF4-FFF2-40B4-BE49-F238E27FC236}">
                <a16:creationId xmlns:a16="http://schemas.microsoft.com/office/drawing/2014/main" id="{9F289692-A3B5-4675-7EA8-1B4E672B2EB6}"/>
              </a:ext>
            </a:extLst>
          </p:cNvPr>
          <p:cNvSpPr/>
          <p:nvPr/>
        </p:nvSpPr>
        <p:spPr>
          <a:xfrm rot="5400000">
            <a:off x="3831637" y="289684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 name="Flussdiagramm: Datenträger mit direktem Zugriff 25">
            <a:extLst>
              <a:ext uri="{FF2B5EF4-FFF2-40B4-BE49-F238E27FC236}">
                <a16:creationId xmlns:a16="http://schemas.microsoft.com/office/drawing/2014/main" id="{68039ACD-61EE-8941-DCDE-C08CFA42E85A}"/>
              </a:ext>
            </a:extLst>
          </p:cNvPr>
          <p:cNvSpPr/>
          <p:nvPr/>
        </p:nvSpPr>
        <p:spPr>
          <a:xfrm rot="5400000">
            <a:off x="4164213" y="288677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47D615C6-99F0-6641-35A9-154009DB2AF7}"/>
              </a:ext>
            </a:extLst>
          </p:cNvPr>
          <p:cNvSpPr/>
          <p:nvPr/>
        </p:nvSpPr>
        <p:spPr>
          <a:xfrm>
            <a:off x="6030509" y="299855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0" name="Gerade Verbindung mit Pfeil 59">
            <a:extLst>
              <a:ext uri="{FF2B5EF4-FFF2-40B4-BE49-F238E27FC236}">
                <a16:creationId xmlns:a16="http://schemas.microsoft.com/office/drawing/2014/main" id="{9EC228B3-6E1E-F539-0ADA-BC14EBDB2D0E}"/>
              </a:ext>
            </a:extLst>
          </p:cNvPr>
          <p:cNvCxnSpPr>
            <a:cxnSpLocks/>
          </p:cNvCxnSpPr>
          <p:nvPr/>
        </p:nvCxnSpPr>
        <p:spPr>
          <a:xfrm flipV="1">
            <a:off x="6216655" y="2627059"/>
            <a:ext cx="0" cy="259119"/>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64" name="Ellipse 63">
            <a:extLst>
              <a:ext uri="{FF2B5EF4-FFF2-40B4-BE49-F238E27FC236}">
                <a16:creationId xmlns:a16="http://schemas.microsoft.com/office/drawing/2014/main" id="{8BCE9345-76DD-0F3B-9676-F5916744A5A7}"/>
              </a:ext>
            </a:extLst>
          </p:cNvPr>
          <p:cNvSpPr/>
          <p:nvPr/>
        </p:nvSpPr>
        <p:spPr>
          <a:xfrm>
            <a:off x="5990650" y="264960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5" name="Ellipse 64">
            <a:extLst>
              <a:ext uri="{FF2B5EF4-FFF2-40B4-BE49-F238E27FC236}">
                <a16:creationId xmlns:a16="http://schemas.microsoft.com/office/drawing/2014/main" id="{6BC83000-F42D-9452-D2B3-FFF2149958F7}"/>
              </a:ext>
            </a:extLst>
          </p:cNvPr>
          <p:cNvSpPr/>
          <p:nvPr/>
        </p:nvSpPr>
        <p:spPr>
          <a:xfrm>
            <a:off x="6298603" y="265197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6" name="Ellipse 65">
            <a:extLst>
              <a:ext uri="{FF2B5EF4-FFF2-40B4-BE49-F238E27FC236}">
                <a16:creationId xmlns:a16="http://schemas.microsoft.com/office/drawing/2014/main" id="{4346640D-7307-9C41-51CE-11BD01903A9A}"/>
              </a:ext>
            </a:extLst>
          </p:cNvPr>
          <p:cNvSpPr/>
          <p:nvPr/>
        </p:nvSpPr>
        <p:spPr>
          <a:xfrm>
            <a:off x="5990650"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Ellipse 66">
            <a:extLst>
              <a:ext uri="{FF2B5EF4-FFF2-40B4-BE49-F238E27FC236}">
                <a16:creationId xmlns:a16="http://schemas.microsoft.com/office/drawing/2014/main" id="{886F249B-83B7-45D2-96D7-F4E9ED745511}"/>
              </a:ext>
            </a:extLst>
          </p:cNvPr>
          <p:cNvSpPr/>
          <p:nvPr/>
        </p:nvSpPr>
        <p:spPr>
          <a:xfrm>
            <a:off x="6296043"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790993" y="271746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814554" y="272006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7140248" y="272006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154" name="Grafik 153">
            <a:extLst>
              <a:ext uri="{FF2B5EF4-FFF2-40B4-BE49-F238E27FC236}">
                <a16:creationId xmlns:a16="http://schemas.microsoft.com/office/drawing/2014/main" id="{0DBDA5C3-779A-CFEC-4BE6-A18847DBF2E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085935" y="670680"/>
            <a:ext cx="357431" cy="449580"/>
          </a:xfrm>
          <a:prstGeom prst="rect">
            <a:avLst/>
          </a:prstGeom>
        </p:spPr>
      </p:pic>
      <p:sp>
        <p:nvSpPr>
          <p:cNvPr id="135" name="Rechteck 134">
            <a:extLst>
              <a:ext uri="{FF2B5EF4-FFF2-40B4-BE49-F238E27FC236}">
                <a16:creationId xmlns:a16="http://schemas.microsoft.com/office/drawing/2014/main" id="{AAD6C9FC-A776-D253-45DA-D7B16BC38273}"/>
              </a:ext>
            </a:extLst>
          </p:cNvPr>
          <p:cNvSpPr/>
          <p:nvPr/>
        </p:nvSpPr>
        <p:spPr>
          <a:xfrm rot="5400000">
            <a:off x="2860631" y="1593195"/>
            <a:ext cx="1404036" cy="9328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8" name="Grafik 137">
            <a:extLst>
              <a:ext uri="{FF2B5EF4-FFF2-40B4-BE49-F238E27FC236}">
                <a16:creationId xmlns:a16="http://schemas.microsoft.com/office/drawing/2014/main" id="{B63B5135-1ED5-0B08-7B06-B82601F83DA5}"/>
              </a:ext>
            </a:extLst>
          </p:cNvPr>
          <p:cNvPicPr>
            <a:picLocks noChangeAspect="1"/>
          </p:cNvPicPr>
          <p:nvPr/>
        </p:nvPicPr>
        <p:blipFill>
          <a:blip r:embed="rId5">
            <a:clrChange>
              <a:clrFrom>
                <a:srgbClr val="FFFFFF"/>
              </a:clrFrom>
              <a:clrTo>
                <a:srgbClr val="FFFFFF">
                  <a:alpha val="0"/>
                </a:srgbClr>
              </a:clrTo>
            </a:clrChange>
            <a:biLevel thresh="50000"/>
          </a:blip>
          <a:stretch>
            <a:fillRect/>
          </a:stretch>
        </p:blipFill>
        <p:spPr>
          <a:xfrm>
            <a:off x="3501003" y="2317689"/>
            <a:ext cx="92019" cy="392999"/>
          </a:xfrm>
          <a:prstGeom prst="rect">
            <a:avLst/>
          </a:prstGeom>
        </p:spPr>
      </p:pic>
      <p:pic>
        <p:nvPicPr>
          <p:cNvPr id="148" name="Grafik 147">
            <a:extLst>
              <a:ext uri="{FF2B5EF4-FFF2-40B4-BE49-F238E27FC236}">
                <a16:creationId xmlns:a16="http://schemas.microsoft.com/office/drawing/2014/main" id="{A8BE2E55-5C0E-DBFA-12DA-CD28254F796B}"/>
              </a:ext>
            </a:extLst>
          </p:cNvPr>
          <p:cNvPicPr>
            <a:picLocks noChangeAspect="1"/>
          </p:cNvPicPr>
          <p:nvPr/>
        </p:nvPicPr>
        <p:blipFill>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3086429" y="839807"/>
            <a:ext cx="979170" cy="1335382"/>
          </a:xfrm>
          <a:prstGeom prst="rect">
            <a:avLst/>
          </a:prstGeom>
        </p:spPr>
      </p:pic>
      <p:sp>
        <p:nvSpPr>
          <p:cNvPr id="23" name="Ellipse 22">
            <a:extLst>
              <a:ext uri="{FF2B5EF4-FFF2-40B4-BE49-F238E27FC236}">
                <a16:creationId xmlns:a16="http://schemas.microsoft.com/office/drawing/2014/main" id="{AF549F94-17ED-4B95-7F55-0A44F7DF9E4B}"/>
              </a:ext>
            </a:extLst>
          </p:cNvPr>
          <p:cNvSpPr/>
          <p:nvPr/>
        </p:nvSpPr>
        <p:spPr>
          <a:xfrm>
            <a:off x="3270521" y="223278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4" name="Ellipse 23">
            <a:extLst>
              <a:ext uri="{FF2B5EF4-FFF2-40B4-BE49-F238E27FC236}">
                <a16:creationId xmlns:a16="http://schemas.microsoft.com/office/drawing/2014/main" id="{DE78E592-31C4-C6F6-E869-50CFA15B471E}"/>
              </a:ext>
            </a:extLst>
          </p:cNvPr>
          <p:cNvSpPr/>
          <p:nvPr/>
        </p:nvSpPr>
        <p:spPr>
          <a:xfrm>
            <a:off x="3248497" y="267847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 name="Ellipse 24">
            <a:extLst>
              <a:ext uri="{FF2B5EF4-FFF2-40B4-BE49-F238E27FC236}">
                <a16:creationId xmlns:a16="http://schemas.microsoft.com/office/drawing/2014/main" id="{8CB1619A-B5EC-5F52-2B98-A7D6DAED02DA}"/>
              </a:ext>
            </a:extLst>
          </p:cNvPr>
          <p:cNvSpPr/>
          <p:nvPr/>
        </p:nvSpPr>
        <p:spPr>
          <a:xfrm>
            <a:off x="3763647" y="267749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37D4AE4C-A45D-1940-8FBF-7D26ADFA9EAF}"/>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402643" y="1486320"/>
            <a:ext cx="90077" cy="28388"/>
          </a:xfrm>
          <a:prstGeom prst="rect">
            <a:avLst/>
          </a:prstGeom>
        </p:spPr>
      </p:pic>
      <p:pic>
        <p:nvPicPr>
          <p:cNvPr id="40" name="Grafik 39">
            <a:extLst>
              <a:ext uri="{FF2B5EF4-FFF2-40B4-BE49-F238E27FC236}">
                <a16:creationId xmlns:a16="http://schemas.microsoft.com/office/drawing/2014/main" id="{0F4C8609-07D8-7519-3A3F-346F919B6CB3}"/>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3555043" y="1638720"/>
            <a:ext cx="90077" cy="28388"/>
          </a:xfrm>
          <a:prstGeom prst="rect">
            <a:avLst/>
          </a:prstGeom>
        </p:spPr>
      </p:pic>
      <p:pic>
        <p:nvPicPr>
          <p:cNvPr id="41" name="Grafik 40">
            <a:extLst>
              <a:ext uri="{FF2B5EF4-FFF2-40B4-BE49-F238E27FC236}">
                <a16:creationId xmlns:a16="http://schemas.microsoft.com/office/drawing/2014/main" id="{AF01A61B-4F88-174A-1560-80CD83EA29E1}"/>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487417" y="1499796"/>
            <a:ext cx="90077" cy="28388"/>
          </a:xfrm>
          <a:prstGeom prst="rect">
            <a:avLst/>
          </a:prstGeom>
        </p:spPr>
      </p:pic>
      <p:pic>
        <p:nvPicPr>
          <p:cNvPr id="42" name="Grafik 41">
            <a:extLst>
              <a:ext uri="{FF2B5EF4-FFF2-40B4-BE49-F238E27FC236}">
                <a16:creationId xmlns:a16="http://schemas.microsoft.com/office/drawing/2014/main" id="{EA7EE023-588F-A357-596A-853D3874C7AA}"/>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86186" y="1736793"/>
            <a:ext cx="90077" cy="28388"/>
          </a:xfrm>
          <a:prstGeom prst="rect">
            <a:avLst/>
          </a:prstGeom>
        </p:spPr>
      </p:pic>
      <p:pic>
        <p:nvPicPr>
          <p:cNvPr id="43" name="Grafik 42">
            <a:extLst>
              <a:ext uri="{FF2B5EF4-FFF2-40B4-BE49-F238E27FC236}">
                <a16:creationId xmlns:a16="http://schemas.microsoft.com/office/drawing/2014/main" id="{B655D0CF-B044-1CDA-1B6C-7EDBE39AC0C9}"/>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3452855" y="1720781"/>
            <a:ext cx="90077" cy="28388"/>
          </a:xfrm>
          <a:prstGeom prst="rect">
            <a:avLst/>
          </a:prstGeom>
        </p:spPr>
      </p:pic>
      <p:pic>
        <p:nvPicPr>
          <p:cNvPr id="44" name="Grafik 43">
            <a:extLst>
              <a:ext uri="{FF2B5EF4-FFF2-40B4-BE49-F238E27FC236}">
                <a16:creationId xmlns:a16="http://schemas.microsoft.com/office/drawing/2014/main" id="{3BE3780B-E568-9FD4-D536-ADD0BE01A888}"/>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446852" y="1604247"/>
            <a:ext cx="90077" cy="28388"/>
          </a:xfrm>
          <a:prstGeom prst="rect">
            <a:avLst/>
          </a:prstGeom>
        </p:spPr>
      </p:pic>
      <p:pic>
        <p:nvPicPr>
          <p:cNvPr id="45" name="Grafik 44">
            <a:extLst>
              <a:ext uri="{FF2B5EF4-FFF2-40B4-BE49-F238E27FC236}">
                <a16:creationId xmlns:a16="http://schemas.microsoft.com/office/drawing/2014/main" id="{2B6EACD5-237E-6262-4E32-AF3EE49E614F}"/>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529648" y="1766726"/>
            <a:ext cx="90077" cy="28388"/>
          </a:xfrm>
          <a:prstGeom prst="rect">
            <a:avLst/>
          </a:prstGeom>
        </p:spPr>
      </p:pic>
      <p:sp>
        <p:nvSpPr>
          <p:cNvPr id="47" name="Rechteck 46">
            <a:extLst>
              <a:ext uri="{FF2B5EF4-FFF2-40B4-BE49-F238E27FC236}">
                <a16:creationId xmlns:a16="http://schemas.microsoft.com/office/drawing/2014/main" id="{221C6338-8940-EF3F-64A2-BC58E3B8499B}"/>
              </a:ext>
            </a:extLst>
          </p:cNvPr>
          <p:cNvSpPr/>
          <p:nvPr/>
        </p:nvSpPr>
        <p:spPr>
          <a:xfrm>
            <a:off x="3500710" y="227851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350C901B-432D-847E-C6B9-8F817263F6E8}"/>
              </a:ext>
            </a:extLst>
          </p:cNvPr>
          <p:cNvSpPr/>
          <p:nvPr/>
        </p:nvSpPr>
        <p:spPr>
          <a:xfrm>
            <a:off x="3469813" y="215092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6" name="Grafik 45">
            <a:extLst>
              <a:ext uri="{FF2B5EF4-FFF2-40B4-BE49-F238E27FC236}">
                <a16:creationId xmlns:a16="http://schemas.microsoft.com/office/drawing/2014/main" id="{46F1231C-C20C-9BCC-BE3D-A9BF051D7B27}"/>
              </a:ext>
            </a:extLst>
          </p:cNvPr>
          <p:cNvPicPr>
            <a:picLocks noChangeAspect="1"/>
          </p:cNvPicPr>
          <p:nvPr/>
        </p:nvPicPr>
        <p:blipFill>
          <a:blip r:embed="rId8">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3498785" y="2252543"/>
            <a:ext cx="90077" cy="28388"/>
          </a:xfrm>
          <a:prstGeom prst="rect">
            <a:avLst/>
          </a:prstGeom>
        </p:spPr>
      </p:pic>
      <p:sp>
        <p:nvSpPr>
          <p:cNvPr id="52" name="Bogen 51">
            <a:extLst>
              <a:ext uri="{FF2B5EF4-FFF2-40B4-BE49-F238E27FC236}">
                <a16:creationId xmlns:a16="http://schemas.microsoft.com/office/drawing/2014/main" id="{E0301303-1792-68A2-F840-D540278BCA0B}"/>
              </a:ext>
            </a:extLst>
          </p:cNvPr>
          <p:cNvSpPr/>
          <p:nvPr/>
        </p:nvSpPr>
        <p:spPr>
          <a:xfrm rot="2415078">
            <a:off x="3505084" y="238177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33" name="Rechteck 132">
            <a:extLst>
              <a:ext uri="{FF2B5EF4-FFF2-40B4-BE49-F238E27FC236}">
                <a16:creationId xmlns:a16="http://schemas.microsoft.com/office/drawing/2014/main" id="{9DD90AD8-0DDC-4986-05F1-1D9464E783BB}"/>
              </a:ext>
            </a:extLst>
          </p:cNvPr>
          <p:cNvSpPr/>
          <p:nvPr/>
        </p:nvSpPr>
        <p:spPr>
          <a:xfrm rot="5400000">
            <a:off x="3477262" y="2407029"/>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34" name="Rechteck 133">
            <a:extLst>
              <a:ext uri="{FF2B5EF4-FFF2-40B4-BE49-F238E27FC236}">
                <a16:creationId xmlns:a16="http://schemas.microsoft.com/office/drawing/2014/main" id="{4906A5FA-D49A-CE1E-325F-8582FEE65451}"/>
              </a:ext>
            </a:extLst>
          </p:cNvPr>
          <p:cNvSpPr/>
          <p:nvPr/>
        </p:nvSpPr>
        <p:spPr>
          <a:xfrm rot="10800000">
            <a:off x="3495501" y="269616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37" name="Grafik 136">
            <a:extLst>
              <a:ext uri="{FF2B5EF4-FFF2-40B4-BE49-F238E27FC236}">
                <a16:creationId xmlns:a16="http://schemas.microsoft.com/office/drawing/2014/main" id="{9F00691A-FC5A-7DA5-DC16-18E3CF763A67}"/>
              </a:ext>
            </a:extLst>
          </p:cNvPr>
          <p:cNvPicPr>
            <a:picLocks noChangeAspect="1"/>
          </p:cNvPicPr>
          <p:nvPr/>
        </p:nvPicPr>
        <p:blipFill>
          <a:blip r:embed="rId8">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3498327" y="2736875"/>
            <a:ext cx="90077" cy="28388"/>
          </a:xfrm>
          <a:prstGeom prst="rect">
            <a:avLst/>
          </a:prstGeom>
        </p:spPr>
      </p:pic>
      <p:pic>
        <p:nvPicPr>
          <p:cNvPr id="153" name="Grafik 152">
            <a:extLst>
              <a:ext uri="{FF2B5EF4-FFF2-40B4-BE49-F238E27FC236}">
                <a16:creationId xmlns:a16="http://schemas.microsoft.com/office/drawing/2014/main" id="{C9B5DD36-6EC5-A04C-CF72-8A9C9BE9EE9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333476" y="550500"/>
            <a:ext cx="357431" cy="449580"/>
          </a:xfrm>
          <a:prstGeom prst="rect">
            <a:avLst/>
          </a:prstGeom>
        </p:spPr>
      </p:pic>
      <p:pic>
        <p:nvPicPr>
          <p:cNvPr id="155" name="Grafik 154">
            <a:extLst>
              <a:ext uri="{FF2B5EF4-FFF2-40B4-BE49-F238E27FC236}">
                <a16:creationId xmlns:a16="http://schemas.microsoft.com/office/drawing/2014/main" id="{596F564D-491E-AA7A-FC99-880334351AE2}"/>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3835593" y="2787421"/>
            <a:ext cx="90077" cy="28388"/>
          </a:xfrm>
          <a:prstGeom prst="rect">
            <a:avLst/>
          </a:prstGeom>
        </p:spPr>
      </p:pic>
      <p:pic>
        <p:nvPicPr>
          <p:cNvPr id="156" name="Grafik 155">
            <a:extLst>
              <a:ext uri="{FF2B5EF4-FFF2-40B4-BE49-F238E27FC236}">
                <a16:creationId xmlns:a16="http://schemas.microsoft.com/office/drawing/2014/main" id="{39810939-682A-2083-86A0-88206C44F786}"/>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4169085" y="2781323"/>
            <a:ext cx="90077" cy="28388"/>
          </a:xfrm>
          <a:prstGeom prst="rect">
            <a:avLst/>
          </a:prstGeom>
        </p:spPr>
      </p:pic>
      <p:pic>
        <p:nvPicPr>
          <p:cNvPr id="157" name="Grafik 156">
            <a:extLst>
              <a:ext uri="{FF2B5EF4-FFF2-40B4-BE49-F238E27FC236}">
                <a16:creationId xmlns:a16="http://schemas.microsoft.com/office/drawing/2014/main" id="{A6E4D99C-7F59-B07C-5F9F-C700F578C7EC}"/>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4495119" y="2792484"/>
            <a:ext cx="90077" cy="28388"/>
          </a:xfrm>
          <a:prstGeom prst="rect">
            <a:avLst/>
          </a:prstGeom>
        </p:spPr>
      </p:pic>
      <p:sp>
        <p:nvSpPr>
          <p:cNvPr id="158" name="Flussdiagramm: Datenträger mit direktem Zugriff 157">
            <a:extLst>
              <a:ext uri="{FF2B5EF4-FFF2-40B4-BE49-F238E27FC236}">
                <a16:creationId xmlns:a16="http://schemas.microsoft.com/office/drawing/2014/main" id="{5FF19632-A04D-7BD9-6614-BE57E123636E}"/>
              </a:ext>
            </a:extLst>
          </p:cNvPr>
          <p:cNvSpPr/>
          <p:nvPr/>
        </p:nvSpPr>
        <p:spPr>
          <a:xfrm rot="5400000">
            <a:off x="4493417" y="289510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59" name="Gruppieren 158">
            <a:extLst>
              <a:ext uri="{FF2B5EF4-FFF2-40B4-BE49-F238E27FC236}">
                <a16:creationId xmlns:a16="http://schemas.microsoft.com/office/drawing/2014/main" id="{D3F4F245-E8FD-39CA-D9E7-EC62339F4842}"/>
              </a:ext>
            </a:extLst>
          </p:cNvPr>
          <p:cNvGrpSpPr/>
          <p:nvPr/>
        </p:nvGrpSpPr>
        <p:grpSpPr>
          <a:xfrm>
            <a:off x="5457635" y="2808958"/>
            <a:ext cx="75705" cy="277927"/>
            <a:chOff x="3476670" y="3647733"/>
            <a:chExt cx="75705" cy="277927"/>
          </a:xfrm>
        </p:grpSpPr>
        <p:sp>
          <p:nvSpPr>
            <p:cNvPr id="160" name="Rechteck 159">
              <a:extLst>
                <a:ext uri="{FF2B5EF4-FFF2-40B4-BE49-F238E27FC236}">
                  <a16:creationId xmlns:a16="http://schemas.microsoft.com/office/drawing/2014/main" id="{DB87E526-B2CA-17CD-DF91-13241C8C7F6C}"/>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61" name="Verbinder: gekrümmt 160">
              <a:extLst>
                <a:ext uri="{FF2B5EF4-FFF2-40B4-BE49-F238E27FC236}">
                  <a16:creationId xmlns:a16="http://schemas.microsoft.com/office/drawing/2014/main" id="{27189C0C-9AD8-486F-5C49-1ADEAB4B81DA}"/>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62" name="Flussdiagramm: Datenträger mit direktem Zugriff 161">
            <a:extLst>
              <a:ext uri="{FF2B5EF4-FFF2-40B4-BE49-F238E27FC236}">
                <a16:creationId xmlns:a16="http://schemas.microsoft.com/office/drawing/2014/main" id="{20A9809A-24A1-E2EF-B393-F61362914901}"/>
              </a:ext>
            </a:extLst>
          </p:cNvPr>
          <p:cNvSpPr/>
          <p:nvPr/>
        </p:nvSpPr>
        <p:spPr>
          <a:xfrm rot="5400000">
            <a:off x="5475897" y="2855816"/>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63" name="Grafik 162">
            <a:extLst>
              <a:ext uri="{FF2B5EF4-FFF2-40B4-BE49-F238E27FC236}">
                <a16:creationId xmlns:a16="http://schemas.microsoft.com/office/drawing/2014/main" id="{E52F30E5-AC60-B2D7-9C17-81EE8488BB52}"/>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5480769" y="2781323"/>
            <a:ext cx="90077" cy="28388"/>
          </a:xfrm>
          <a:prstGeom prst="rect">
            <a:avLst/>
          </a:prstGeom>
        </p:spPr>
      </p:pic>
      <p:grpSp>
        <p:nvGrpSpPr>
          <p:cNvPr id="164" name="Gruppieren 163">
            <a:extLst>
              <a:ext uri="{FF2B5EF4-FFF2-40B4-BE49-F238E27FC236}">
                <a16:creationId xmlns:a16="http://schemas.microsoft.com/office/drawing/2014/main" id="{5EDE8B4D-15CF-15D2-391A-BE6B0D8787B0}"/>
              </a:ext>
            </a:extLst>
          </p:cNvPr>
          <p:cNvGrpSpPr/>
          <p:nvPr/>
        </p:nvGrpSpPr>
        <p:grpSpPr>
          <a:xfrm>
            <a:off x="5785397" y="2807970"/>
            <a:ext cx="75705" cy="277927"/>
            <a:chOff x="3476670" y="3647733"/>
            <a:chExt cx="75705" cy="277927"/>
          </a:xfrm>
        </p:grpSpPr>
        <p:sp>
          <p:nvSpPr>
            <p:cNvPr id="165" name="Rechteck 164">
              <a:extLst>
                <a:ext uri="{FF2B5EF4-FFF2-40B4-BE49-F238E27FC236}">
                  <a16:creationId xmlns:a16="http://schemas.microsoft.com/office/drawing/2014/main" id="{0349320A-D31F-0C34-3D9F-2B6E53CC68AC}"/>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66" name="Verbinder: gekrümmt 165">
              <a:extLst>
                <a:ext uri="{FF2B5EF4-FFF2-40B4-BE49-F238E27FC236}">
                  <a16:creationId xmlns:a16="http://schemas.microsoft.com/office/drawing/2014/main" id="{6A7950E7-FA51-760E-6D6E-1D5D399CB71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67" name="Flussdiagramm: Datenträger mit direktem Zugriff 166">
            <a:extLst>
              <a:ext uri="{FF2B5EF4-FFF2-40B4-BE49-F238E27FC236}">
                <a16:creationId xmlns:a16="http://schemas.microsoft.com/office/drawing/2014/main" id="{9DE9A2FB-501D-5068-2574-9AB837269DD2}"/>
              </a:ext>
            </a:extLst>
          </p:cNvPr>
          <p:cNvSpPr/>
          <p:nvPr/>
        </p:nvSpPr>
        <p:spPr>
          <a:xfrm rot="5400000">
            <a:off x="5806040" y="285721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68" name="Grafik 167">
            <a:extLst>
              <a:ext uri="{FF2B5EF4-FFF2-40B4-BE49-F238E27FC236}">
                <a16:creationId xmlns:a16="http://schemas.microsoft.com/office/drawing/2014/main" id="{AC37E4DE-FF99-3323-F18F-24B2EEB6CEBC}"/>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5808531" y="2780335"/>
            <a:ext cx="90077" cy="28388"/>
          </a:xfrm>
          <a:prstGeom prst="rect">
            <a:avLst/>
          </a:prstGeom>
        </p:spPr>
      </p:pic>
      <p:sp>
        <p:nvSpPr>
          <p:cNvPr id="170" name="Rechteck 169">
            <a:extLst>
              <a:ext uri="{FF2B5EF4-FFF2-40B4-BE49-F238E27FC236}">
                <a16:creationId xmlns:a16="http://schemas.microsoft.com/office/drawing/2014/main" id="{329D6D22-56B7-EA0B-E848-CEF842B84378}"/>
              </a:ext>
            </a:extLst>
          </p:cNvPr>
          <p:cNvSpPr/>
          <p:nvPr/>
        </p:nvSpPr>
        <p:spPr>
          <a:xfrm>
            <a:off x="5454767" y="267125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1" name="Rechteck 170">
            <a:extLst>
              <a:ext uri="{FF2B5EF4-FFF2-40B4-BE49-F238E27FC236}">
                <a16:creationId xmlns:a16="http://schemas.microsoft.com/office/drawing/2014/main" id="{1D001FEE-0A86-2D5F-8EF3-120CEA5AB4B2}"/>
              </a:ext>
            </a:extLst>
          </p:cNvPr>
          <p:cNvSpPr/>
          <p:nvPr/>
        </p:nvSpPr>
        <p:spPr>
          <a:xfrm>
            <a:off x="5481058" y="28611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2" name="Rechteck 171">
            <a:extLst>
              <a:ext uri="{FF2B5EF4-FFF2-40B4-BE49-F238E27FC236}">
                <a16:creationId xmlns:a16="http://schemas.microsoft.com/office/drawing/2014/main" id="{35F52911-08EE-CDA9-0BEA-8DEE202BF369}"/>
              </a:ext>
            </a:extLst>
          </p:cNvPr>
          <p:cNvSpPr/>
          <p:nvPr/>
        </p:nvSpPr>
        <p:spPr>
          <a:xfrm>
            <a:off x="5538207" y="286353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3" name="Rechteck 172">
            <a:extLst>
              <a:ext uri="{FF2B5EF4-FFF2-40B4-BE49-F238E27FC236}">
                <a16:creationId xmlns:a16="http://schemas.microsoft.com/office/drawing/2014/main" id="{505C6703-B0C8-62D2-B7BE-68B91B712000}"/>
              </a:ext>
            </a:extLst>
          </p:cNvPr>
          <p:cNvSpPr/>
          <p:nvPr/>
        </p:nvSpPr>
        <p:spPr>
          <a:xfrm>
            <a:off x="5769092" y="2668995"/>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4" name="Rechteck 173">
            <a:extLst>
              <a:ext uri="{FF2B5EF4-FFF2-40B4-BE49-F238E27FC236}">
                <a16:creationId xmlns:a16="http://schemas.microsoft.com/office/drawing/2014/main" id="{B042EA01-62CC-0E37-E9D1-C59B04561965}"/>
              </a:ext>
            </a:extLst>
          </p:cNvPr>
          <p:cNvSpPr/>
          <p:nvPr/>
        </p:nvSpPr>
        <p:spPr>
          <a:xfrm>
            <a:off x="4138190" y="2571320"/>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5" name="Rechteck 174">
            <a:extLst>
              <a:ext uri="{FF2B5EF4-FFF2-40B4-BE49-F238E27FC236}">
                <a16:creationId xmlns:a16="http://schemas.microsoft.com/office/drawing/2014/main" id="{C076B540-B1AB-EC29-FF5C-41CB9C0A96A8}"/>
              </a:ext>
            </a:extLst>
          </p:cNvPr>
          <p:cNvSpPr/>
          <p:nvPr/>
        </p:nvSpPr>
        <p:spPr>
          <a:xfrm rot="5400000">
            <a:off x="6346021" y="3095008"/>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3A7F1CBA-F49D-E294-EB59-5BD570392CB7}"/>
              </a:ext>
            </a:extLst>
          </p:cNvPr>
          <p:cNvSpPr/>
          <p:nvPr/>
        </p:nvSpPr>
        <p:spPr>
          <a:xfrm>
            <a:off x="6459740" y="295053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8" name="Rechteck 177">
            <a:extLst>
              <a:ext uri="{FF2B5EF4-FFF2-40B4-BE49-F238E27FC236}">
                <a16:creationId xmlns:a16="http://schemas.microsoft.com/office/drawing/2014/main" id="{15008FD5-21D4-AC01-DB5F-2F8D384F783C}"/>
              </a:ext>
            </a:extLst>
          </p:cNvPr>
          <p:cNvSpPr/>
          <p:nvPr/>
        </p:nvSpPr>
        <p:spPr>
          <a:xfrm>
            <a:off x="6516889" y="295291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 name="Pfeil: nach links gekrümmt 48">
            <a:extLst>
              <a:ext uri="{FF2B5EF4-FFF2-40B4-BE49-F238E27FC236}">
                <a16:creationId xmlns:a16="http://schemas.microsoft.com/office/drawing/2014/main" id="{99703C28-9E86-F98C-9D9E-7CA074B0465D}"/>
              </a:ext>
            </a:extLst>
          </p:cNvPr>
          <p:cNvSpPr/>
          <p:nvPr/>
        </p:nvSpPr>
        <p:spPr>
          <a:xfrm flipV="1">
            <a:off x="6452303" y="2855078"/>
            <a:ext cx="131431"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83" name="Rechteck 182">
            <a:extLst>
              <a:ext uri="{FF2B5EF4-FFF2-40B4-BE49-F238E27FC236}">
                <a16:creationId xmlns:a16="http://schemas.microsoft.com/office/drawing/2014/main" id="{3824930F-A0AE-ED6E-3E91-E6B2A2995AAA}"/>
              </a:ext>
            </a:extLst>
          </p:cNvPr>
          <p:cNvSpPr/>
          <p:nvPr/>
        </p:nvSpPr>
        <p:spPr>
          <a:xfrm rot="16200000">
            <a:off x="6804382" y="3268244"/>
            <a:ext cx="1404036" cy="934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5">
            <a:clrChange>
              <a:clrFrom>
                <a:srgbClr val="FFFFFF"/>
              </a:clrFrom>
              <a:clrTo>
                <a:srgbClr val="FFFFFF">
                  <a:alpha val="0"/>
                </a:srgbClr>
              </a:clrTo>
            </a:clrChange>
            <a:biLevel thresh="50000"/>
          </a:blip>
          <a:stretch>
            <a:fillRect/>
          </a:stretch>
        </p:blipFill>
        <p:spPr>
          <a:xfrm rot="10800000">
            <a:off x="7419886" y="308460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saturation sat="0"/>
                    </a14:imgEffect>
                  </a14:imgLayer>
                </a14:imgProps>
              </a:ext>
            </a:extLst>
          </a:blip>
          <a:stretch>
            <a:fillRect/>
          </a:stretch>
        </p:blipFill>
        <p:spPr>
          <a:xfrm rot="10800000">
            <a:off x="7004453" y="362010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7202387" y="302251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692417" y="304481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7177267" y="304580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577332" y="428058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7424932" y="412818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7492558" y="426711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593789" y="403011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7527120" y="404612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533123" y="416266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8">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7450327" y="400018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7419593" y="347900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7385738" y="353128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8">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7424046" y="351436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7271755" y="319039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7395867" y="277524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7422421" y="306134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8">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7424493" y="3084795"/>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4">
            <a:clrChange>
              <a:clrFrom>
                <a:srgbClr val="FFFFFF"/>
              </a:clrFrom>
              <a:clrTo>
                <a:srgbClr val="FFFFFF">
                  <a:alpha val="0"/>
                </a:srgbClr>
              </a:clrTo>
            </a:clrChange>
          </a:blip>
          <a:stretch>
            <a:fillRect/>
          </a:stretch>
        </p:blipFill>
        <p:spPr>
          <a:xfrm rot="10800000">
            <a:off x="7379145" y="479521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7903371" y="3107118"/>
            <a:ext cx="427241" cy="28236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8057142" y="293819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7" name="Rechteck 206">
            <a:extLst>
              <a:ext uri="{FF2B5EF4-FFF2-40B4-BE49-F238E27FC236}">
                <a16:creationId xmlns:a16="http://schemas.microsoft.com/office/drawing/2014/main" id="{4CF97A18-134E-822D-39E8-9AF120158FF7}"/>
              </a:ext>
            </a:extLst>
          </p:cNvPr>
          <p:cNvSpPr/>
          <p:nvPr/>
        </p:nvSpPr>
        <p:spPr>
          <a:xfrm rot="5400000">
            <a:off x="6569460" y="3150998"/>
            <a:ext cx="427241" cy="249850"/>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8" name="Rechteck 207">
            <a:extLst>
              <a:ext uri="{FF2B5EF4-FFF2-40B4-BE49-F238E27FC236}">
                <a16:creationId xmlns:a16="http://schemas.microsoft.com/office/drawing/2014/main" id="{7735A3A5-6C18-CE57-3393-49BB2A4A5CAE}"/>
              </a:ext>
            </a:extLst>
          </p:cNvPr>
          <p:cNvSpPr/>
          <p:nvPr/>
        </p:nvSpPr>
        <p:spPr>
          <a:xfrm>
            <a:off x="6780573" y="301945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9" name="Rechteck 208">
            <a:extLst>
              <a:ext uri="{FF2B5EF4-FFF2-40B4-BE49-F238E27FC236}">
                <a16:creationId xmlns:a16="http://schemas.microsoft.com/office/drawing/2014/main" id="{1BC46769-951F-4204-1417-E95F5C95F01C}"/>
              </a:ext>
            </a:extLst>
          </p:cNvPr>
          <p:cNvSpPr/>
          <p:nvPr/>
        </p:nvSpPr>
        <p:spPr>
          <a:xfrm>
            <a:off x="6781826" y="29719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0" name="Rechteck 209">
            <a:extLst>
              <a:ext uri="{FF2B5EF4-FFF2-40B4-BE49-F238E27FC236}">
                <a16:creationId xmlns:a16="http://schemas.microsoft.com/office/drawing/2014/main" id="{131602D7-8BCD-7E2B-A04F-F523897D8FB6}"/>
              </a:ext>
            </a:extLst>
          </p:cNvPr>
          <p:cNvSpPr/>
          <p:nvPr/>
        </p:nvSpPr>
        <p:spPr>
          <a:xfrm>
            <a:off x="6838975" y="29743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1" name="Rechteck 210">
            <a:extLst>
              <a:ext uri="{FF2B5EF4-FFF2-40B4-BE49-F238E27FC236}">
                <a16:creationId xmlns:a16="http://schemas.microsoft.com/office/drawing/2014/main" id="{520BFCE1-781A-6382-DEE2-FB2ED23FC664}"/>
              </a:ext>
            </a:extLst>
          </p:cNvPr>
          <p:cNvSpPr/>
          <p:nvPr/>
        </p:nvSpPr>
        <p:spPr>
          <a:xfrm>
            <a:off x="2844523" y="280261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2" name="Rechteck 211">
            <a:extLst>
              <a:ext uri="{FF2B5EF4-FFF2-40B4-BE49-F238E27FC236}">
                <a16:creationId xmlns:a16="http://schemas.microsoft.com/office/drawing/2014/main" id="{41B32C4C-70E9-D534-6937-CCF8BD0DAD6D}"/>
              </a:ext>
            </a:extLst>
          </p:cNvPr>
          <p:cNvSpPr/>
          <p:nvPr/>
        </p:nvSpPr>
        <p:spPr>
          <a:xfrm>
            <a:off x="2901672" y="280499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8116879" y="272006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218" name="Gruppieren 217">
            <a:extLst>
              <a:ext uri="{FF2B5EF4-FFF2-40B4-BE49-F238E27FC236}">
                <a16:creationId xmlns:a16="http://schemas.microsoft.com/office/drawing/2014/main" id="{A2B7AA3F-3CC5-B640-E556-E69F459775C2}"/>
              </a:ext>
            </a:extLst>
          </p:cNvPr>
          <p:cNvGrpSpPr/>
          <p:nvPr/>
        </p:nvGrpSpPr>
        <p:grpSpPr>
          <a:xfrm>
            <a:off x="5138136" y="2805783"/>
            <a:ext cx="75705" cy="277927"/>
            <a:chOff x="3476670" y="3647733"/>
            <a:chExt cx="75705" cy="277927"/>
          </a:xfrm>
        </p:grpSpPr>
        <p:sp>
          <p:nvSpPr>
            <p:cNvPr id="219" name="Rechteck 218">
              <a:extLst>
                <a:ext uri="{FF2B5EF4-FFF2-40B4-BE49-F238E27FC236}">
                  <a16:creationId xmlns:a16="http://schemas.microsoft.com/office/drawing/2014/main" id="{F651B3D9-08E6-C14C-F087-E778DE62BB7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20" name="Verbinder: gekrümmt 219">
              <a:extLst>
                <a:ext uri="{FF2B5EF4-FFF2-40B4-BE49-F238E27FC236}">
                  <a16:creationId xmlns:a16="http://schemas.microsoft.com/office/drawing/2014/main" id="{6DD7E2A0-A406-CB4D-B9A8-945226299C4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221" name="Flussdiagramm: Datenträger mit direktem Zugriff 220">
            <a:extLst>
              <a:ext uri="{FF2B5EF4-FFF2-40B4-BE49-F238E27FC236}">
                <a16:creationId xmlns:a16="http://schemas.microsoft.com/office/drawing/2014/main" id="{F753FCD3-1040-9B6A-DA04-E69555251220}"/>
              </a:ext>
            </a:extLst>
          </p:cNvPr>
          <p:cNvSpPr/>
          <p:nvPr/>
        </p:nvSpPr>
        <p:spPr>
          <a:xfrm rot="5400000">
            <a:off x="5156398" y="288359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22" name="Grafik 221">
            <a:extLst>
              <a:ext uri="{FF2B5EF4-FFF2-40B4-BE49-F238E27FC236}">
                <a16:creationId xmlns:a16="http://schemas.microsoft.com/office/drawing/2014/main" id="{086E33D6-868C-2DD6-6102-607A7138BA31}"/>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5161270" y="2778148"/>
            <a:ext cx="90077" cy="28388"/>
          </a:xfrm>
          <a:prstGeom prst="rect">
            <a:avLst/>
          </a:prstGeom>
        </p:spPr>
      </p:pic>
      <p:sp>
        <p:nvSpPr>
          <p:cNvPr id="223" name="Rechteck 222">
            <a:extLst>
              <a:ext uri="{FF2B5EF4-FFF2-40B4-BE49-F238E27FC236}">
                <a16:creationId xmlns:a16="http://schemas.microsoft.com/office/drawing/2014/main" id="{A4B5E143-5CA3-F307-05E3-3B1399078673}"/>
              </a:ext>
            </a:extLst>
          </p:cNvPr>
          <p:cNvSpPr/>
          <p:nvPr/>
        </p:nvSpPr>
        <p:spPr>
          <a:xfrm>
            <a:off x="2674674" y="1353728"/>
            <a:ext cx="390359" cy="475232"/>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endParaRPr lang="de-DE" sz="800" dirty="0"/>
          </a:p>
          <a:p>
            <a:pPr algn="ctr"/>
            <a:r>
              <a:rPr lang="de-DE" sz="800" dirty="0"/>
              <a:t>Option</a:t>
            </a:r>
          </a:p>
        </p:txBody>
      </p:sp>
      <p:pic>
        <p:nvPicPr>
          <p:cNvPr id="224" name="Grafik 223">
            <a:extLst>
              <a:ext uri="{FF2B5EF4-FFF2-40B4-BE49-F238E27FC236}">
                <a16:creationId xmlns:a16="http://schemas.microsoft.com/office/drawing/2014/main" id="{38E25979-746A-00C3-8BB4-BCC84972EC66}"/>
              </a:ext>
            </a:extLst>
          </p:cNvPr>
          <p:cNvPicPr>
            <a:picLocks noChangeAspect="1"/>
          </p:cNvPicPr>
          <p:nvPr/>
        </p:nvPicPr>
        <p:blipFill rotWithShape="1">
          <a:blip r:embed="rId9"/>
          <a:srcRect l="12368" t="11098" r="5271"/>
          <a:stretch/>
        </p:blipFill>
        <p:spPr>
          <a:xfrm>
            <a:off x="5280155" y="2661753"/>
            <a:ext cx="85407" cy="102912"/>
          </a:xfrm>
          <a:prstGeom prst="rect">
            <a:avLst/>
          </a:prstGeom>
        </p:spPr>
      </p:pic>
      <p:pic>
        <p:nvPicPr>
          <p:cNvPr id="226" name="Grafik 225">
            <a:extLst>
              <a:ext uri="{FF2B5EF4-FFF2-40B4-BE49-F238E27FC236}">
                <a16:creationId xmlns:a16="http://schemas.microsoft.com/office/drawing/2014/main" id="{D377938A-E1E8-D34F-B886-56D9F0EA0466}"/>
              </a:ext>
            </a:extLst>
          </p:cNvPr>
          <p:cNvPicPr>
            <a:picLocks noChangeAspect="1"/>
          </p:cNvPicPr>
          <p:nvPr/>
        </p:nvPicPr>
        <p:blipFill rotWithShape="1">
          <a:blip r:embed="rId9"/>
          <a:srcRect l="12368" t="11098" r="5271"/>
          <a:stretch/>
        </p:blipFill>
        <p:spPr>
          <a:xfrm flipH="1">
            <a:off x="5058692" y="2653742"/>
            <a:ext cx="90381" cy="107501"/>
          </a:xfrm>
          <a:prstGeom prst="rect">
            <a:avLst/>
          </a:prstGeom>
        </p:spPr>
      </p:pic>
      <p:cxnSp>
        <p:nvCxnSpPr>
          <p:cNvPr id="227" name="Verbinder: gekrümmt 226">
            <a:extLst>
              <a:ext uri="{FF2B5EF4-FFF2-40B4-BE49-F238E27FC236}">
                <a16:creationId xmlns:a16="http://schemas.microsoft.com/office/drawing/2014/main" id="{DDE1F49B-C0E4-7F11-1BF2-30B3D3C7B026}"/>
              </a:ext>
            </a:extLst>
          </p:cNvPr>
          <p:cNvCxnSpPr>
            <a:cxnSpLocks/>
            <a:stCxn id="128" idx="3"/>
            <a:endCxn id="223" idx="2"/>
          </p:cNvCxnSpPr>
          <p:nvPr/>
        </p:nvCxnSpPr>
        <p:spPr>
          <a:xfrm rot="5400000" flipH="1">
            <a:off x="2413039" y="2285776"/>
            <a:ext cx="933401" cy="19771"/>
          </a:xfrm>
          <a:prstGeom prst="curvedConnector5">
            <a:avLst>
              <a:gd name="adj1" fmla="val 30359"/>
              <a:gd name="adj2" fmla="val 670973"/>
              <a:gd name="adj3" fmla="val 65532"/>
            </a:avLst>
          </a:prstGeom>
          <a:ln/>
        </p:spPr>
        <p:style>
          <a:lnRef idx="3">
            <a:schemeClr val="dk1"/>
          </a:lnRef>
          <a:fillRef idx="0">
            <a:schemeClr val="dk1"/>
          </a:fillRef>
          <a:effectRef idx="2">
            <a:schemeClr val="dk1"/>
          </a:effectRef>
          <a:fontRef idx="minor">
            <a:schemeClr val="tx1"/>
          </a:fontRef>
        </p:style>
      </p:cxnSp>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16200000">
            <a:off x="7754440" y="298972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16200000">
            <a:off x="8078294" y="2992099"/>
            <a:ext cx="90077" cy="28388"/>
          </a:xfrm>
          <a:prstGeom prst="rect">
            <a:avLst/>
          </a:prstGeom>
        </p:spPr>
      </p:pic>
      <p:sp>
        <p:nvSpPr>
          <p:cNvPr id="237" name="Rechteck 236">
            <a:extLst>
              <a:ext uri="{FF2B5EF4-FFF2-40B4-BE49-F238E27FC236}">
                <a16:creationId xmlns:a16="http://schemas.microsoft.com/office/drawing/2014/main" id="{E93FDA73-10CE-C04B-E5B2-3D533030F45D}"/>
              </a:ext>
            </a:extLst>
          </p:cNvPr>
          <p:cNvSpPr/>
          <p:nvPr/>
        </p:nvSpPr>
        <p:spPr>
          <a:xfrm>
            <a:off x="6560643" y="3974646"/>
            <a:ext cx="390359" cy="475232"/>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endParaRPr lang="de-DE" sz="800" dirty="0"/>
          </a:p>
          <a:p>
            <a:pPr algn="ctr"/>
            <a:r>
              <a:rPr lang="de-DE" sz="800" dirty="0"/>
              <a:t>Option</a:t>
            </a:r>
          </a:p>
        </p:txBody>
      </p:sp>
      <p:cxnSp>
        <p:nvCxnSpPr>
          <p:cNvPr id="238" name="Verbinder: gekrümmt 237">
            <a:extLst>
              <a:ext uri="{FF2B5EF4-FFF2-40B4-BE49-F238E27FC236}">
                <a16:creationId xmlns:a16="http://schemas.microsoft.com/office/drawing/2014/main" id="{BC7BEA59-2F11-62DC-6BFF-7B211717EC32}"/>
              </a:ext>
            </a:extLst>
          </p:cNvPr>
          <p:cNvCxnSpPr>
            <a:cxnSpLocks/>
            <a:stCxn id="208" idx="0"/>
            <a:endCxn id="237" idx="0"/>
          </p:cNvCxnSpPr>
          <p:nvPr/>
        </p:nvCxnSpPr>
        <p:spPr>
          <a:xfrm rot="16200000" flipH="1" flipV="1">
            <a:off x="6310727" y="3464546"/>
            <a:ext cx="955196" cy="65004"/>
          </a:xfrm>
          <a:prstGeom prst="curvedConnector3">
            <a:avLst>
              <a:gd name="adj1" fmla="val 87503"/>
            </a:avLst>
          </a:prstGeom>
          <a:ln/>
        </p:spPr>
        <p:style>
          <a:lnRef idx="3">
            <a:schemeClr val="dk1"/>
          </a:lnRef>
          <a:fillRef idx="0">
            <a:schemeClr val="dk1"/>
          </a:fillRef>
          <a:effectRef idx="2">
            <a:schemeClr val="dk1"/>
          </a:effectRef>
          <a:fontRef idx="minor">
            <a:schemeClr val="tx1"/>
          </a:fontRef>
        </p:style>
      </p:cxnSp>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8446755" y="272006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16200000">
            <a:off x="8408170" y="2992099"/>
            <a:ext cx="90077" cy="28388"/>
          </a:xfrm>
          <a:prstGeom prst="rect">
            <a:avLst/>
          </a:prstGeom>
        </p:spPr>
      </p:pic>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9107653" y="272006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16200000">
            <a:off x="9069068" y="299209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9"/>
          <a:srcRect l="12368" t="11098" r="5271"/>
          <a:stretch/>
        </p:blipFill>
        <p:spPr>
          <a:xfrm>
            <a:off x="9140530" y="305220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9"/>
          <a:srcRect l="12368" t="11098" r="5271"/>
          <a:stretch/>
        </p:blipFill>
        <p:spPr>
          <a:xfrm flipH="1">
            <a:off x="8990499" y="3046575"/>
            <a:ext cx="90381" cy="107501"/>
          </a:xfrm>
          <a:prstGeom prst="rect">
            <a:avLst/>
          </a:prstGeom>
        </p:spPr>
      </p:pic>
      <p:sp>
        <p:nvSpPr>
          <p:cNvPr id="256" name="Rechteck 255">
            <a:extLst>
              <a:ext uri="{FF2B5EF4-FFF2-40B4-BE49-F238E27FC236}">
                <a16:creationId xmlns:a16="http://schemas.microsoft.com/office/drawing/2014/main" id="{8546A53A-3C86-18C4-8CBA-B21CC5299419}"/>
              </a:ext>
            </a:extLst>
          </p:cNvPr>
          <p:cNvSpPr/>
          <p:nvPr/>
        </p:nvSpPr>
        <p:spPr>
          <a:xfrm rot="16200000">
            <a:off x="8776468" y="3497576"/>
            <a:ext cx="1416563"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7" name="Rechteck 256">
            <a:extLst>
              <a:ext uri="{FF2B5EF4-FFF2-40B4-BE49-F238E27FC236}">
                <a16:creationId xmlns:a16="http://schemas.microsoft.com/office/drawing/2014/main" id="{47A65C23-55DE-DE61-E980-BBFFAF12A7C4}"/>
              </a:ext>
            </a:extLst>
          </p:cNvPr>
          <p:cNvSpPr/>
          <p:nvPr/>
        </p:nvSpPr>
        <p:spPr>
          <a:xfrm rot="16200000">
            <a:off x="8868538" y="3475956"/>
            <a:ext cx="1218415" cy="417457"/>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8" name="Gruppieren 257">
            <a:extLst>
              <a:ext uri="{FF2B5EF4-FFF2-40B4-BE49-F238E27FC236}">
                <a16:creationId xmlns:a16="http://schemas.microsoft.com/office/drawing/2014/main" id="{27F42543-5BD4-58C9-3DFA-B9D5281EDC5E}"/>
              </a:ext>
            </a:extLst>
          </p:cNvPr>
          <p:cNvGrpSpPr/>
          <p:nvPr/>
        </p:nvGrpSpPr>
        <p:grpSpPr>
          <a:xfrm rot="10800000" flipH="1">
            <a:off x="9471611" y="2816516"/>
            <a:ext cx="19389" cy="600095"/>
            <a:chOff x="6851814" y="1766023"/>
            <a:chExt cx="78569" cy="2068826"/>
          </a:xfrm>
        </p:grpSpPr>
        <p:sp>
          <p:nvSpPr>
            <p:cNvPr id="259" name="Rechteck 258">
              <a:extLst>
                <a:ext uri="{FF2B5EF4-FFF2-40B4-BE49-F238E27FC236}">
                  <a16:creationId xmlns:a16="http://schemas.microsoft.com/office/drawing/2014/main" id="{25FD2AA5-3055-6B35-E071-A85DABD14FA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0" name="Rechteck 259">
              <a:extLst>
                <a:ext uri="{FF2B5EF4-FFF2-40B4-BE49-F238E27FC236}">
                  <a16:creationId xmlns:a16="http://schemas.microsoft.com/office/drawing/2014/main" id="{C72FC098-EB23-8F36-C71B-755FCBC9AAE3}"/>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1" name="Rechteck 260">
              <a:extLst>
                <a:ext uri="{FF2B5EF4-FFF2-40B4-BE49-F238E27FC236}">
                  <a16:creationId xmlns:a16="http://schemas.microsoft.com/office/drawing/2014/main" id="{48B6124E-98A3-50D9-D22C-EC5183A906DD}"/>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2" name="Rechteck 261">
              <a:extLst>
                <a:ext uri="{FF2B5EF4-FFF2-40B4-BE49-F238E27FC236}">
                  <a16:creationId xmlns:a16="http://schemas.microsoft.com/office/drawing/2014/main" id="{550F253A-CC30-F49B-92CF-9BD7F6DBAB9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3" name="Rechteck 262">
              <a:extLst>
                <a:ext uri="{FF2B5EF4-FFF2-40B4-BE49-F238E27FC236}">
                  <a16:creationId xmlns:a16="http://schemas.microsoft.com/office/drawing/2014/main" id="{4D8562B4-30B4-EDC6-4480-C9AC6A49203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64" name="Rechteck 263">
            <a:extLst>
              <a:ext uri="{FF2B5EF4-FFF2-40B4-BE49-F238E27FC236}">
                <a16:creationId xmlns:a16="http://schemas.microsoft.com/office/drawing/2014/main" id="{C0D4EF7A-E569-1350-38AF-8A9BAD6DB941}"/>
              </a:ext>
            </a:extLst>
          </p:cNvPr>
          <p:cNvSpPr/>
          <p:nvPr/>
        </p:nvSpPr>
        <p:spPr>
          <a:xfrm rot="10800000">
            <a:off x="9321014" y="2690447"/>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5" name="Rechteck 264">
            <a:extLst>
              <a:ext uri="{FF2B5EF4-FFF2-40B4-BE49-F238E27FC236}">
                <a16:creationId xmlns:a16="http://schemas.microsoft.com/office/drawing/2014/main" id="{BDADF0BE-AE5F-4244-1CC8-FC40BF47EF34}"/>
              </a:ext>
            </a:extLst>
          </p:cNvPr>
          <p:cNvSpPr/>
          <p:nvPr/>
        </p:nvSpPr>
        <p:spPr>
          <a:xfrm rot="10800000">
            <a:off x="9385648" y="2887719"/>
            <a:ext cx="172817" cy="1128066"/>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6" name="Rechteck 265">
            <a:extLst>
              <a:ext uri="{FF2B5EF4-FFF2-40B4-BE49-F238E27FC236}">
                <a16:creationId xmlns:a16="http://schemas.microsoft.com/office/drawing/2014/main" id="{597A972F-F2D7-FE90-9752-FBA1EF74B98D}"/>
              </a:ext>
            </a:extLst>
          </p:cNvPr>
          <p:cNvSpPr/>
          <p:nvPr/>
        </p:nvSpPr>
        <p:spPr>
          <a:xfrm rot="10800000">
            <a:off x="9495024" y="330319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7" name="Rechteck 266">
            <a:extLst>
              <a:ext uri="{FF2B5EF4-FFF2-40B4-BE49-F238E27FC236}">
                <a16:creationId xmlns:a16="http://schemas.microsoft.com/office/drawing/2014/main" id="{74F3D9A2-9E73-173A-29FC-B913911BBFA7}"/>
              </a:ext>
            </a:extLst>
          </p:cNvPr>
          <p:cNvSpPr/>
          <p:nvPr/>
        </p:nvSpPr>
        <p:spPr>
          <a:xfrm rot="10800000">
            <a:off x="9495026" y="324366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8" name="Rechteck 267">
            <a:extLst>
              <a:ext uri="{FF2B5EF4-FFF2-40B4-BE49-F238E27FC236}">
                <a16:creationId xmlns:a16="http://schemas.microsoft.com/office/drawing/2014/main" id="{1F3C8937-866D-346A-7291-08333322C09D}"/>
              </a:ext>
            </a:extLst>
          </p:cNvPr>
          <p:cNvSpPr/>
          <p:nvPr/>
        </p:nvSpPr>
        <p:spPr>
          <a:xfrm rot="10800000">
            <a:off x="9445018" y="330081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9" name="Rechteck 268">
            <a:extLst>
              <a:ext uri="{FF2B5EF4-FFF2-40B4-BE49-F238E27FC236}">
                <a16:creationId xmlns:a16="http://schemas.microsoft.com/office/drawing/2014/main" id="{7231B40C-5805-2193-7980-501412B98D6F}"/>
              </a:ext>
            </a:extLst>
          </p:cNvPr>
          <p:cNvSpPr/>
          <p:nvPr/>
        </p:nvSpPr>
        <p:spPr>
          <a:xfrm rot="10800000">
            <a:off x="9445020" y="324128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70" name="Gerade Verbindung mit Pfeil 269">
            <a:extLst>
              <a:ext uri="{FF2B5EF4-FFF2-40B4-BE49-F238E27FC236}">
                <a16:creationId xmlns:a16="http://schemas.microsoft.com/office/drawing/2014/main" id="{4E5470DD-6523-44ED-718D-4175BB886798}"/>
              </a:ext>
            </a:extLst>
          </p:cNvPr>
          <p:cNvCxnSpPr>
            <a:cxnSpLocks/>
          </p:cNvCxnSpPr>
          <p:nvPr/>
        </p:nvCxnSpPr>
        <p:spPr>
          <a:xfrm rot="10800000" flipV="1">
            <a:off x="9425788" y="3097399"/>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271" name="Ellipse 270">
            <a:extLst>
              <a:ext uri="{FF2B5EF4-FFF2-40B4-BE49-F238E27FC236}">
                <a16:creationId xmlns:a16="http://schemas.microsoft.com/office/drawing/2014/main" id="{B55DF868-08EF-B489-013D-6A3EE1ACA654}"/>
              </a:ext>
            </a:extLst>
          </p:cNvPr>
          <p:cNvSpPr/>
          <p:nvPr/>
        </p:nvSpPr>
        <p:spPr>
          <a:xfrm rot="10800000">
            <a:off x="9590120" y="3086482"/>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2" name="Ellipse 271">
            <a:extLst>
              <a:ext uri="{FF2B5EF4-FFF2-40B4-BE49-F238E27FC236}">
                <a16:creationId xmlns:a16="http://schemas.microsoft.com/office/drawing/2014/main" id="{3F7640D0-38F1-D003-C368-C93A0C68800F}"/>
              </a:ext>
            </a:extLst>
          </p:cNvPr>
          <p:cNvSpPr/>
          <p:nvPr/>
        </p:nvSpPr>
        <p:spPr>
          <a:xfrm rot="10800000">
            <a:off x="9284557" y="3084111"/>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3" name="Ellipse 272">
            <a:extLst>
              <a:ext uri="{FF2B5EF4-FFF2-40B4-BE49-F238E27FC236}">
                <a16:creationId xmlns:a16="http://schemas.microsoft.com/office/drawing/2014/main" id="{50908FD7-C1E3-3A80-F736-FE64A458FBAC}"/>
              </a:ext>
            </a:extLst>
          </p:cNvPr>
          <p:cNvSpPr/>
          <p:nvPr/>
        </p:nvSpPr>
        <p:spPr>
          <a:xfrm rot="10800000">
            <a:off x="9590120"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4" name="Ellipse 273">
            <a:extLst>
              <a:ext uri="{FF2B5EF4-FFF2-40B4-BE49-F238E27FC236}">
                <a16:creationId xmlns:a16="http://schemas.microsoft.com/office/drawing/2014/main" id="{CADA1BCA-3D73-6F2E-BC36-505B3B34F2E7}"/>
              </a:ext>
            </a:extLst>
          </p:cNvPr>
          <p:cNvSpPr/>
          <p:nvPr/>
        </p:nvSpPr>
        <p:spPr>
          <a:xfrm rot="10800000">
            <a:off x="9287117"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78" name="Grafik 277">
            <a:extLst>
              <a:ext uri="{FF2B5EF4-FFF2-40B4-BE49-F238E27FC236}">
                <a16:creationId xmlns:a16="http://schemas.microsoft.com/office/drawing/2014/main" id="{9002B4EA-6D24-6E2B-49F1-A3B63568A11F}"/>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16200000">
            <a:off x="9435266" y="3403997"/>
            <a:ext cx="90077" cy="28388"/>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a:off x="9751516" y="2818374"/>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9774650" y="2790739"/>
            <a:ext cx="90077" cy="28388"/>
          </a:xfrm>
          <a:prstGeom prst="rect">
            <a:avLst/>
          </a:prstGeom>
        </p:spPr>
      </p:pic>
      <p:grpSp>
        <p:nvGrpSpPr>
          <p:cNvPr id="285" name="Gruppieren 284">
            <a:extLst>
              <a:ext uri="{FF2B5EF4-FFF2-40B4-BE49-F238E27FC236}">
                <a16:creationId xmlns:a16="http://schemas.microsoft.com/office/drawing/2014/main" id="{164A41FF-C0FF-D616-0192-25923EAFCE02}"/>
              </a:ext>
            </a:extLst>
          </p:cNvPr>
          <p:cNvGrpSpPr/>
          <p:nvPr/>
        </p:nvGrpSpPr>
        <p:grpSpPr>
          <a:xfrm>
            <a:off x="10090259" y="2813316"/>
            <a:ext cx="75705" cy="277927"/>
            <a:chOff x="3476670" y="3647733"/>
            <a:chExt cx="75705" cy="277927"/>
          </a:xfrm>
        </p:grpSpPr>
        <p:sp>
          <p:nvSpPr>
            <p:cNvPr id="286" name="Rechteck 285">
              <a:extLst>
                <a:ext uri="{FF2B5EF4-FFF2-40B4-BE49-F238E27FC236}">
                  <a16:creationId xmlns:a16="http://schemas.microsoft.com/office/drawing/2014/main" id="{84D623EF-EDD2-CA39-D726-582F604E7DDA}"/>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7" name="Verbinder: gekrümmt 286">
              <a:extLst>
                <a:ext uri="{FF2B5EF4-FFF2-40B4-BE49-F238E27FC236}">
                  <a16:creationId xmlns:a16="http://schemas.microsoft.com/office/drawing/2014/main" id="{78BE6DAB-0C01-784F-812E-71BCD65BBE7F}"/>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8" name="Grafik 287">
            <a:extLst>
              <a:ext uri="{FF2B5EF4-FFF2-40B4-BE49-F238E27FC236}">
                <a16:creationId xmlns:a16="http://schemas.microsoft.com/office/drawing/2014/main" id="{C574697F-C55F-0E87-D1FD-A0652ABDE48A}"/>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10113393" y="2785681"/>
            <a:ext cx="90077" cy="28388"/>
          </a:xfrm>
          <a:prstGeom prst="rect">
            <a:avLst/>
          </a:prstGeom>
        </p:spPr>
      </p:pic>
      <p:sp>
        <p:nvSpPr>
          <p:cNvPr id="3" name="Rechteck: abgerundete Ecken 2">
            <a:extLst>
              <a:ext uri="{FF2B5EF4-FFF2-40B4-BE49-F238E27FC236}">
                <a16:creationId xmlns:a16="http://schemas.microsoft.com/office/drawing/2014/main" id="{AD54DD49-B80D-270C-953C-6D40F22CC719}"/>
              </a:ext>
            </a:extLst>
          </p:cNvPr>
          <p:cNvSpPr/>
          <p:nvPr/>
        </p:nvSpPr>
        <p:spPr>
          <a:xfrm>
            <a:off x="2378956" y="285543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5" name="Rechteck: abgerundete Ecken 4">
            <a:extLst>
              <a:ext uri="{FF2B5EF4-FFF2-40B4-BE49-F238E27FC236}">
                <a16:creationId xmlns:a16="http://schemas.microsoft.com/office/drawing/2014/main" id="{F61C4982-8239-11A3-7A2F-7C51CFC7E02D}"/>
              </a:ext>
            </a:extLst>
          </p:cNvPr>
          <p:cNvSpPr/>
          <p:nvPr/>
        </p:nvSpPr>
        <p:spPr>
          <a:xfrm>
            <a:off x="5027115" y="285593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6" name="Rechteck: abgerundete Ecken 5">
            <a:extLst>
              <a:ext uri="{FF2B5EF4-FFF2-40B4-BE49-F238E27FC236}">
                <a16:creationId xmlns:a16="http://schemas.microsoft.com/office/drawing/2014/main" id="{5B8489C7-9EDA-629A-7620-F7FDFF1043B1}"/>
              </a:ext>
            </a:extLst>
          </p:cNvPr>
          <p:cNvSpPr/>
          <p:nvPr/>
        </p:nvSpPr>
        <p:spPr>
          <a:xfrm>
            <a:off x="5323745" y="284878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7" name="Rechteck: abgerundete Ecken 6">
            <a:extLst>
              <a:ext uri="{FF2B5EF4-FFF2-40B4-BE49-F238E27FC236}">
                <a16:creationId xmlns:a16="http://schemas.microsoft.com/office/drawing/2014/main" id="{D5BB4D1E-F832-BCDB-3D7D-8588D3C9B534}"/>
              </a:ext>
            </a:extLst>
          </p:cNvPr>
          <p:cNvSpPr/>
          <p:nvPr/>
        </p:nvSpPr>
        <p:spPr>
          <a:xfrm>
            <a:off x="2092529"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9" name="Rechteck: abgerundete Ecken 8">
            <a:extLst>
              <a:ext uri="{FF2B5EF4-FFF2-40B4-BE49-F238E27FC236}">
                <a16:creationId xmlns:a16="http://schemas.microsoft.com/office/drawing/2014/main" id="{B910DB63-32E1-54A6-345C-B644735B5E95}"/>
              </a:ext>
            </a:extLst>
          </p:cNvPr>
          <p:cNvSpPr/>
          <p:nvPr/>
        </p:nvSpPr>
        <p:spPr>
          <a:xfrm>
            <a:off x="2747162"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10" name="Rechteck: abgerundete Ecken 9">
            <a:extLst>
              <a:ext uri="{FF2B5EF4-FFF2-40B4-BE49-F238E27FC236}">
                <a16:creationId xmlns:a16="http://schemas.microsoft.com/office/drawing/2014/main" id="{C917C9F5-D5D8-E91F-F59D-FED0D9445BB2}"/>
              </a:ext>
            </a:extLst>
          </p:cNvPr>
          <p:cNvSpPr/>
          <p:nvPr/>
        </p:nvSpPr>
        <p:spPr>
          <a:xfrm>
            <a:off x="3348808" y="28504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11" name="Rechteck: abgerundete Ecken 10">
            <a:extLst>
              <a:ext uri="{FF2B5EF4-FFF2-40B4-BE49-F238E27FC236}">
                <a16:creationId xmlns:a16="http://schemas.microsoft.com/office/drawing/2014/main" id="{76FFB077-C747-3DCE-8A48-6257E1B02606}"/>
              </a:ext>
            </a:extLst>
          </p:cNvPr>
          <p:cNvSpPr/>
          <p:nvPr/>
        </p:nvSpPr>
        <p:spPr>
          <a:xfrm>
            <a:off x="3038570"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12" name="Rechteck: abgerundete Ecken 11">
            <a:extLst>
              <a:ext uri="{FF2B5EF4-FFF2-40B4-BE49-F238E27FC236}">
                <a16:creationId xmlns:a16="http://schemas.microsoft.com/office/drawing/2014/main" id="{2CC29E68-451B-A328-9547-CCF48187EFE5}"/>
              </a:ext>
            </a:extLst>
          </p:cNvPr>
          <p:cNvSpPr/>
          <p:nvPr/>
        </p:nvSpPr>
        <p:spPr>
          <a:xfrm>
            <a:off x="3692414"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13" name="Rechteck: abgerundete Ecken 12">
            <a:extLst>
              <a:ext uri="{FF2B5EF4-FFF2-40B4-BE49-F238E27FC236}">
                <a16:creationId xmlns:a16="http://schemas.microsoft.com/office/drawing/2014/main" id="{87C70DAD-A81E-2846-3B00-5ACFA3D80975}"/>
              </a:ext>
            </a:extLst>
          </p:cNvPr>
          <p:cNvSpPr/>
          <p:nvPr/>
        </p:nvSpPr>
        <p:spPr>
          <a:xfrm>
            <a:off x="4356831" y="285542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14" name="Rechteck: abgerundete Ecken 13">
            <a:extLst>
              <a:ext uri="{FF2B5EF4-FFF2-40B4-BE49-F238E27FC236}">
                <a16:creationId xmlns:a16="http://schemas.microsoft.com/office/drawing/2014/main" id="{08F43D75-CF15-B015-DDCB-1382401B451B}"/>
              </a:ext>
            </a:extLst>
          </p:cNvPr>
          <p:cNvSpPr/>
          <p:nvPr/>
        </p:nvSpPr>
        <p:spPr>
          <a:xfrm>
            <a:off x="4021990"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15" name="Rechteck: abgerundete Ecken 14">
            <a:extLst>
              <a:ext uri="{FF2B5EF4-FFF2-40B4-BE49-F238E27FC236}">
                <a16:creationId xmlns:a16="http://schemas.microsoft.com/office/drawing/2014/main" id="{FA7EF5AD-29F4-F5D0-25F9-44A2A48DD552}"/>
              </a:ext>
            </a:extLst>
          </p:cNvPr>
          <p:cNvSpPr/>
          <p:nvPr/>
        </p:nvSpPr>
        <p:spPr>
          <a:xfrm>
            <a:off x="4691704"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16" name="Rechteck: abgerundete Ecken 15">
            <a:extLst>
              <a:ext uri="{FF2B5EF4-FFF2-40B4-BE49-F238E27FC236}">
                <a16:creationId xmlns:a16="http://schemas.microsoft.com/office/drawing/2014/main" id="{1D528AA4-BDE9-0BFB-F674-1164DD16BF64}"/>
              </a:ext>
            </a:extLst>
          </p:cNvPr>
          <p:cNvSpPr/>
          <p:nvPr/>
        </p:nvSpPr>
        <p:spPr>
          <a:xfrm>
            <a:off x="7652934"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7918595" y="285171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34" name="Rechteck: abgerundete Ecken 33">
            <a:extLst>
              <a:ext uri="{FF2B5EF4-FFF2-40B4-BE49-F238E27FC236}">
                <a16:creationId xmlns:a16="http://schemas.microsoft.com/office/drawing/2014/main" id="{60627A16-1464-90F1-5509-694D94C22746}"/>
              </a:ext>
            </a:extLst>
          </p:cNvPr>
          <p:cNvSpPr/>
          <p:nvPr/>
        </p:nvSpPr>
        <p:spPr>
          <a:xfrm>
            <a:off x="5970646" y="28518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50" name="Rechteck: abgerundete Ecken 49">
            <a:extLst>
              <a:ext uri="{FF2B5EF4-FFF2-40B4-BE49-F238E27FC236}">
                <a16:creationId xmlns:a16="http://schemas.microsoft.com/office/drawing/2014/main" id="{FECC1CDE-7E36-6233-0A55-41026412FD0F}"/>
              </a:ext>
            </a:extLst>
          </p:cNvPr>
          <p:cNvSpPr/>
          <p:nvPr/>
        </p:nvSpPr>
        <p:spPr>
          <a:xfrm>
            <a:off x="5649301"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51" name="Rechteck: abgerundete Ecken 50">
            <a:extLst>
              <a:ext uri="{FF2B5EF4-FFF2-40B4-BE49-F238E27FC236}">
                <a16:creationId xmlns:a16="http://schemas.microsoft.com/office/drawing/2014/main" id="{31F2F5D7-D2AE-E28E-5F46-F2CE43B2BCAE}"/>
              </a:ext>
            </a:extLst>
          </p:cNvPr>
          <p:cNvSpPr/>
          <p:nvPr/>
        </p:nvSpPr>
        <p:spPr>
          <a:xfrm>
            <a:off x="6333300"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7015983" y="285681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68" name="Rechteck: abgerundete Ecken 67">
            <a:extLst>
              <a:ext uri="{FF2B5EF4-FFF2-40B4-BE49-F238E27FC236}">
                <a16:creationId xmlns:a16="http://schemas.microsoft.com/office/drawing/2014/main" id="{32903777-D82E-0393-F53C-222BE15B57B3}"/>
              </a:ext>
            </a:extLst>
          </p:cNvPr>
          <p:cNvSpPr/>
          <p:nvPr/>
        </p:nvSpPr>
        <p:spPr>
          <a:xfrm>
            <a:off x="6691458"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7333394"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8268445" y="28542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8608719" y="285355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21   </a:t>
            </a:r>
          </a:p>
        </p:txBody>
      </p:sp>
      <p:sp>
        <p:nvSpPr>
          <p:cNvPr id="152" name="Rechteck: abgerundete Ecken 151">
            <a:extLst>
              <a:ext uri="{FF2B5EF4-FFF2-40B4-BE49-F238E27FC236}">
                <a16:creationId xmlns:a16="http://schemas.microsoft.com/office/drawing/2014/main" id="{9B6FBFDC-618E-E9D3-CF32-164B9373FFC6}"/>
              </a:ext>
            </a:extLst>
          </p:cNvPr>
          <p:cNvSpPr/>
          <p:nvPr/>
        </p:nvSpPr>
        <p:spPr>
          <a:xfrm>
            <a:off x="8946800" y="284824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22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9272710" y="2856299"/>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23   </a:t>
            </a:r>
          </a:p>
        </p:txBody>
      </p:sp>
      <p:sp>
        <p:nvSpPr>
          <p:cNvPr id="229" name="Rechteck 228">
            <a:extLst>
              <a:ext uri="{FF2B5EF4-FFF2-40B4-BE49-F238E27FC236}">
                <a16:creationId xmlns:a16="http://schemas.microsoft.com/office/drawing/2014/main" id="{90CB41F9-DE61-A1D1-772F-21A2D23D3499}"/>
              </a:ext>
            </a:extLst>
          </p:cNvPr>
          <p:cNvSpPr/>
          <p:nvPr/>
        </p:nvSpPr>
        <p:spPr>
          <a:xfrm rot="5400000">
            <a:off x="9595475" y="2410308"/>
            <a:ext cx="427241" cy="32861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0" name="Rechteck 229">
            <a:extLst>
              <a:ext uri="{FF2B5EF4-FFF2-40B4-BE49-F238E27FC236}">
                <a16:creationId xmlns:a16="http://schemas.microsoft.com/office/drawing/2014/main" id="{97D118B7-65FE-FB2C-279C-65155E190D7E}"/>
              </a:ext>
            </a:extLst>
          </p:cNvPr>
          <p:cNvSpPr/>
          <p:nvPr/>
        </p:nvSpPr>
        <p:spPr>
          <a:xfrm rot="5400000">
            <a:off x="10394506" y="2037605"/>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1" name="Rechteck 230">
            <a:extLst>
              <a:ext uri="{FF2B5EF4-FFF2-40B4-BE49-F238E27FC236}">
                <a16:creationId xmlns:a16="http://schemas.microsoft.com/office/drawing/2014/main" id="{A82FCBB2-97FF-9E46-C158-251CAF786A2A}"/>
              </a:ext>
            </a:extLst>
          </p:cNvPr>
          <p:cNvSpPr/>
          <p:nvPr/>
        </p:nvSpPr>
        <p:spPr>
          <a:xfrm rot="5400000">
            <a:off x="9830138" y="3385006"/>
            <a:ext cx="864000" cy="432000"/>
          </a:xfrm>
          <a:prstGeom prst="rect">
            <a:avLst/>
          </a:prstGeom>
        </p:spPr>
        <p:style>
          <a:lnRef idx="1">
            <a:schemeClr val="accent2"/>
          </a:lnRef>
          <a:fillRef idx="3">
            <a:schemeClr val="accent2"/>
          </a:fillRef>
          <a:effectRef idx="2">
            <a:schemeClr val="accent2"/>
          </a:effectRef>
          <a:fontRef idx="minor">
            <a:schemeClr val="lt1"/>
          </a:fontRef>
        </p:style>
        <p:txBody>
          <a:bodyPr vert="vert270" wrap="none" rtlCol="0" anchor="ctr"/>
          <a:lstStyle/>
          <a:p>
            <a:pPr algn="ctr"/>
            <a:r>
              <a:rPr lang="de-DE" sz="1400" dirty="0"/>
              <a:t>NOK</a:t>
            </a:r>
          </a:p>
        </p:txBody>
      </p:sp>
      <p:sp>
        <p:nvSpPr>
          <p:cNvPr id="234" name="L-Form 233">
            <a:extLst>
              <a:ext uri="{FF2B5EF4-FFF2-40B4-BE49-F238E27FC236}">
                <a16:creationId xmlns:a16="http://schemas.microsoft.com/office/drawing/2014/main" id="{DDAD0D4B-9391-B0EE-6F67-6C08D5CAC427}"/>
              </a:ext>
            </a:extLst>
          </p:cNvPr>
          <p:cNvSpPr/>
          <p:nvPr/>
        </p:nvSpPr>
        <p:spPr>
          <a:xfrm>
            <a:off x="10011907" y="4001385"/>
            <a:ext cx="98120" cy="67917"/>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39" name="L-Form 238">
            <a:extLst>
              <a:ext uri="{FF2B5EF4-FFF2-40B4-BE49-F238E27FC236}">
                <a16:creationId xmlns:a16="http://schemas.microsoft.com/office/drawing/2014/main" id="{3BB26BDA-8D4D-A96F-24A8-8EAE6DC867E8}"/>
              </a:ext>
            </a:extLst>
          </p:cNvPr>
          <p:cNvSpPr/>
          <p:nvPr/>
        </p:nvSpPr>
        <p:spPr>
          <a:xfrm rot="10800000">
            <a:off x="10414803" y="3132364"/>
            <a:ext cx="97057" cy="74915"/>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grpSp>
        <p:nvGrpSpPr>
          <p:cNvPr id="240" name="Gruppieren 239">
            <a:extLst>
              <a:ext uri="{FF2B5EF4-FFF2-40B4-BE49-F238E27FC236}">
                <a16:creationId xmlns:a16="http://schemas.microsoft.com/office/drawing/2014/main" id="{7F19270E-3FA8-EB4D-59D5-C1A1D4FCAA8A}"/>
              </a:ext>
            </a:extLst>
          </p:cNvPr>
          <p:cNvGrpSpPr/>
          <p:nvPr/>
        </p:nvGrpSpPr>
        <p:grpSpPr>
          <a:xfrm rot="10800000" flipH="1">
            <a:off x="10108271" y="1908982"/>
            <a:ext cx="25807" cy="726114"/>
            <a:chOff x="6851814" y="1766023"/>
            <a:chExt cx="78569" cy="2068826"/>
          </a:xfrm>
        </p:grpSpPr>
        <p:sp>
          <p:nvSpPr>
            <p:cNvPr id="241" name="Rechteck 240">
              <a:extLst>
                <a:ext uri="{FF2B5EF4-FFF2-40B4-BE49-F238E27FC236}">
                  <a16:creationId xmlns:a16="http://schemas.microsoft.com/office/drawing/2014/main" id="{259B9444-B7CC-441A-94A9-24D8AF5E33F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2" name="Rechteck 241">
              <a:extLst>
                <a:ext uri="{FF2B5EF4-FFF2-40B4-BE49-F238E27FC236}">
                  <a16:creationId xmlns:a16="http://schemas.microsoft.com/office/drawing/2014/main" id="{316B7930-982C-A531-CFF5-40562593CE9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3" name="Rechteck 242">
              <a:extLst>
                <a:ext uri="{FF2B5EF4-FFF2-40B4-BE49-F238E27FC236}">
                  <a16:creationId xmlns:a16="http://schemas.microsoft.com/office/drawing/2014/main" id="{C123DF38-ABB4-23A3-1AC8-1B53AA323D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5" name="Rechteck 274">
              <a:extLst>
                <a:ext uri="{FF2B5EF4-FFF2-40B4-BE49-F238E27FC236}">
                  <a16:creationId xmlns:a16="http://schemas.microsoft.com/office/drawing/2014/main" id="{55391DC0-C85D-2F09-B31F-91F7FDA60D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6" name="Rechteck 275">
              <a:extLst>
                <a:ext uri="{FF2B5EF4-FFF2-40B4-BE49-F238E27FC236}">
                  <a16:creationId xmlns:a16="http://schemas.microsoft.com/office/drawing/2014/main" id="{F35E5191-E9A3-FB41-043F-1A0430201FF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77" name="Gruppieren 276">
            <a:extLst>
              <a:ext uri="{FF2B5EF4-FFF2-40B4-BE49-F238E27FC236}">
                <a16:creationId xmlns:a16="http://schemas.microsoft.com/office/drawing/2014/main" id="{E440D2C4-5216-71F0-2E8B-57A9D68DE664}"/>
              </a:ext>
            </a:extLst>
          </p:cNvPr>
          <p:cNvGrpSpPr/>
          <p:nvPr/>
        </p:nvGrpSpPr>
        <p:grpSpPr>
          <a:xfrm rot="10800000" flipH="1">
            <a:off x="10155790" y="1910125"/>
            <a:ext cx="25807" cy="726114"/>
            <a:chOff x="6851814" y="1766023"/>
            <a:chExt cx="78569" cy="2068826"/>
          </a:xfrm>
        </p:grpSpPr>
        <p:sp>
          <p:nvSpPr>
            <p:cNvPr id="279" name="Rechteck 278">
              <a:extLst>
                <a:ext uri="{FF2B5EF4-FFF2-40B4-BE49-F238E27FC236}">
                  <a16:creationId xmlns:a16="http://schemas.microsoft.com/office/drawing/2014/main" id="{49980DDD-C98F-01ED-2C98-6B7B026D1BA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656D71DE-21DB-9D1B-C194-F0BD5F9CDC4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0" name="Rechteck 289">
              <a:extLst>
                <a:ext uri="{FF2B5EF4-FFF2-40B4-BE49-F238E27FC236}">
                  <a16:creationId xmlns:a16="http://schemas.microsoft.com/office/drawing/2014/main" id="{3450A2D2-FAAC-9F64-292B-909C286B06E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1" name="Rechteck 290">
              <a:extLst>
                <a:ext uri="{FF2B5EF4-FFF2-40B4-BE49-F238E27FC236}">
                  <a16:creationId xmlns:a16="http://schemas.microsoft.com/office/drawing/2014/main" id="{7FEB1C48-32CC-E6AA-7196-D776A10D7B56}"/>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2" name="Rechteck 291">
              <a:extLst>
                <a:ext uri="{FF2B5EF4-FFF2-40B4-BE49-F238E27FC236}">
                  <a16:creationId xmlns:a16="http://schemas.microsoft.com/office/drawing/2014/main" id="{4D13EA71-6683-6D0D-D3D8-82F0E39183B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3" name="Gruppieren 292">
            <a:extLst>
              <a:ext uri="{FF2B5EF4-FFF2-40B4-BE49-F238E27FC236}">
                <a16:creationId xmlns:a16="http://schemas.microsoft.com/office/drawing/2014/main" id="{A4162032-D783-E867-0099-0AB45182EA58}"/>
              </a:ext>
            </a:extLst>
          </p:cNvPr>
          <p:cNvGrpSpPr/>
          <p:nvPr/>
        </p:nvGrpSpPr>
        <p:grpSpPr>
          <a:xfrm rot="10800000" flipH="1">
            <a:off x="10202763" y="1910573"/>
            <a:ext cx="25807" cy="726114"/>
            <a:chOff x="6851814" y="1766023"/>
            <a:chExt cx="78569" cy="2068826"/>
          </a:xfrm>
        </p:grpSpPr>
        <p:sp>
          <p:nvSpPr>
            <p:cNvPr id="294" name="Rechteck 293">
              <a:extLst>
                <a:ext uri="{FF2B5EF4-FFF2-40B4-BE49-F238E27FC236}">
                  <a16:creationId xmlns:a16="http://schemas.microsoft.com/office/drawing/2014/main" id="{04579CDA-64EE-F6F2-88C5-46E5F2D1EF3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5" name="Rechteck 294">
              <a:extLst>
                <a:ext uri="{FF2B5EF4-FFF2-40B4-BE49-F238E27FC236}">
                  <a16:creationId xmlns:a16="http://schemas.microsoft.com/office/drawing/2014/main" id="{E4A1F72F-76C8-476D-CA18-69B7C5A5605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6" name="Rechteck 295">
              <a:extLst>
                <a:ext uri="{FF2B5EF4-FFF2-40B4-BE49-F238E27FC236}">
                  <a16:creationId xmlns:a16="http://schemas.microsoft.com/office/drawing/2014/main" id="{CDF5E242-0DFC-7590-A830-E54F773BF8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7" name="Rechteck 296">
              <a:extLst>
                <a:ext uri="{FF2B5EF4-FFF2-40B4-BE49-F238E27FC236}">
                  <a16:creationId xmlns:a16="http://schemas.microsoft.com/office/drawing/2014/main" id="{E053899F-79A6-65BA-5DD9-6BFDD4CC7D1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8" name="Rechteck 297">
              <a:extLst>
                <a:ext uri="{FF2B5EF4-FFF2-40B4-BE49-F238E27FC236}">
                  <a16:creationId xmlns:a16="http://schemas.microsoft.com/office/drawing/2014/main" id="{40E8F5E4-5216-0395-8FBC-0D08CC832AE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9" name="Gruppieren 298">
            <a:extLst>
              <a:ext uri="{FF2B5EF4-FFF2-40B4-BE49-F238E27FC236}">
                <a16:creationId xmlns:a16="http://schemas.microsoft.com/office/drawing/2014/main" id="{D255B44C-EAF0-4417-97C8-AD8C0F8EB462}"/>
              </a:ext>
            </a:extLst>
          </p:cNvPr>
          <p:cNvGrpSpPr/>
          <p:nvPr/>
        </p:nvGrpSpPr>
        <p:grpSpPr>
          <a:xfrm rot="10800000" flipH="1">
            <a:off x="10250393" y="1910572"/>
            <a:ext cx="25807" cy="726114"/>
            <a:chOff x="6851814" y="1766023"/>
            <a:chExt cx="78569" cy="2068826"/>
          </a:xfrm>
        </p:grpSpPr>
        <p:sp>
          <p:nvSpPr>
            <p:cNvPr id="300" name="Rechteck 299">
              <a:extLst>
                <a:ext uri="{FF2B5EF4-FFF2-40B4-BE49-F238E27FC236}">
                  <a16:creationId xmlns:a16="http://schemas.microsoft.com/office/drawing/2014/main" id="{81327185-AD1D-CE27-B4F4-AE1A090D4FC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1" name="Rechteck 300">
              <a:extLst>
                <a:ext uri="{FF2B5EF4-FFF2-40B4-BE49-F238E27FC236}">
                  <a16:creationId xmlns:a16="http://schemas.microsoft.com/office/drawing/2014/main" id="{854AA64B-F859-A48B-9C92-C9D7FB2B3FE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2" name="Rechteck 301">
              <a:extLst>
                <a:ext uri="{FF2B5EF4-FFF2-40B4-BE49-F238E27FC236}">
                  <a16:creationId xmlns:a16="http://schemas.microsoft.com/office/drawing/2014/main" id="{A93C99E4-B113-CEA2-6B99-A7B17E03596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54F1AC29-EF7F-523B-0332-82C607E8CB0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4" name="Rechteck 303">
              <a:extLst>
                <a:ext uri="{FF2B5EF4-FFF2-40B4-BE49-F238E27FC236}">
                  <a16:creationId xmlns:a16="http://schemas.microsoft.com/office/drawing/2014/main" id="{480321A7-499B-9A01-A59F-A3EFBAC7411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89" name="Rahmen 288">
            <a:extLst>
              <a:ext uri="{FF2B5EF4-FFF2-40B4-BE49-F238E27FC236}">
                <a16:creationId xmlns:a16="http://schemas.microsoft.com/office/drawing/2014/main" id="{EDA7560E-0C29-627E-CB2A-34939BDCDFF2}"/>
              </a:ext>
            </a:extLst>
          </p:cNvPr>
          <p:cNvSpPr/>
          <p:nvPr/>
        </p:nvSpPr>
        <p:spPr>
          <a:xfrm>
            <a:off x="1586274" y="1034690"/>
            <a:ext cx="9964105" cy="3653970"/>
          </a:xfrm>
          <a:prstGeom prst="frame">
            <a:avLst>
              <a:gd name="adj1" fmla="val 1722"/>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07" name="Rechteck 306">
            <a:extLst>
              <a:ext uri="{FF2B5EF4-FFF2-40B4-BE49-F238E27FC236}">
                <a16:creationId xmlns:a16="http://schemas.microsoft.com/office/drawing/2014/main" id="{4C5DADD7-7BC6-74F3-EC7C-2D0474A6690F}"/>
              </a:ext>
            </a:extLst>
          </p:cNvPr>
          <p:cNvSpPr/>
          <p:nvPr/>
        </p:nvSpPr>
        <p:spPr>
          <a:xfrm rot="5400000">
            <a:off x="1085777" y="3608875"/>
            <a:ext cx="1723260" cy="7021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8" name="Rechteck 307">
            <a:extLst>
              <a:ext uri="{FF2B5EF4-FFF2-40B4-BE49-F238E27FC236}">
                <a16:creationId xmlns:a16="http://schemas.microsoft.com/office/drawing/2014/main" id="{E57FED60-2E52-3997-8DF5-D5DD82A338E6}"/>
              </a:ext>
            </a:extLst>
          </p:cNvPr>
          <p:cNvSpPr/>
          <p:nvPr/>
        </p:nvSpPr>
        <p:spPr>
          <a:xfrm rot="5400000">
            <a:off x="1809240" y="3608736"/>
            <a:ext cx="1731047" cy="7827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10" name="Rechteck 309">
            <a:extLst>
              <a:ext uri="{FF2B5EF4-FFF2-40B4-BE49-F238E27FC236}">
                <a16:creationId xmlns:a16="http://schemas.microsoft.com/office/drawing/2014/main" id="{93E30F4B-626D-38CE-75AF-1E8E26B1933A}"/>
              </a:ext>
            </a:extLst>
          </p:cNvPr>
          <p:cNvSpPr/>
          <p:nvPr/>
        </p:nvSpPr>
        <p:spPr>
          <a:xfrm>
            <a:off x="2172259" y="4119752"/>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9" name="Rechteck 308">
            <a:extLst>
              <a:ext uri="{FF2B5EF4-FFF2-40B4-BE49-F238E27FC236}">
                <a16:creationId xmlns:a16="http://schemas.microsoft.com/office/drawing/2014/main" id="{51838F47-1960-2AD4-2C19-43D9602E80FB}"/>
              </a:ext>
            </a:extLst>
          </p:cNvPr>
          <p:cNvSpPr/>
          <p:nvPr/>
        </p:nvSpPr>
        <p:spPr>
          <a:xfrm rot="10800000">
            <a:off x="1849000" y="4164744"/>
            <a:ext cx="917326" cy="7760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7" name="Rechteck 316">
            <a:extLst>
              <a:ext uri="{FF2B5EF4-FFF2-40B4-BE49-F238E27FC236}">
                <a16:creationId xmlns:a16="http://schemas.microsoft.com/office/drawing/2014/main" id="{F7DDCAA9-6DA7-6F7A-14D6-ABB3D1E72D32}"/>
              </a:ext>
            </a:extLst>
          </p:cNvPr>
          <p:cNvSpPr/>
          <p:nvPr/>
        </p:nvSpPr>
        <p:spPr>
          <a:xfrm>
            <a:off x="6036257" y="1929528"/>
            <a:ext cx="512182"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8" name="Rechteck 317">
            <a:extLst>
              <a:ext uri="{FF2B5EF4-FFF2-40B4-BE49-F238E27FC236}">
                <a16:creationId xmlns:a16="http://schemas.microsoft.com/office/drawing/2014/main" id="{B03FC68E-01B7-51D2-C466-08A5A8D76B93}"/>
              </a:ext>
            </a:extLst>
          </p:cNvPr>
          <p:cNvSpPr/>
          <p:nvPr/>
        </p:nvSpPr>
        <p:spPr>
          <a:xfrm>
            <a:off x="6035332" y="2453085"/>
            <a:ext cx="503579"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10317236" y="4398091"/>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12433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2018777" y="6040564"/>
            <a:ext cx="216000" cy="216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13" name="Gruppieren 312">
            <a:extLst>
              <a:ext uri="{FF2B5EF4-FFF2-40B4-BE49-F238E27FC236}">
                <a16:creationId xmlns:a16="http://schemas.microsoft.com/office/drawing/2014/main" id="{5846448B-A294-193C-61F9-81D7C8898DA3}"/>
              </a:ext>
            </a:extLst>
          </p:cNvPr>
          <p:cNvGrpSpPr/>
          <p:nvPr/>
        </p:nvGrpSpPr>
        <p:grpSpPr>
          <a:xfrm>
            <a:off x="4798371" y="2803249"/>
            <a:ext cx="75705" cy="277927"/>
            <a:chOff x="3476670" y="3647733"/>
            <a:chExt cx="75705" cy="277927"/>
          </a:xfrm>
        </p:grpSpPr>
        <p:sp>
          <p:nvSpPr>
            <p:cNvPr id="315" name="Rechteck 314">
              <a:extLst>
                <a:ext uri="{FF2B5EF4-FFF2-40B4-BE49-F238E27FC236}">
                  <a16:creationId xmlns:a16="http://schemas.microsoft.com/office/drawing/2014/main" id="{EEDBC1EF-1320-7CC0-A9E9-8B9041C8D3B5}"/>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16" name="Verbinder: gekrümmt 315">
              <a:extLst>
                <a:ext uri="{FF2B5EF4-FFF2-40B4-BE49-F238E27FC236}">
                  <a16:creationId xmlns:a16="http://schemas.microsoft.com/office/drawing/2014/main" id="{94C975EE-D33A-0973-DEE4-4E6A6045574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20" name="Grafik 319">
            <a:extLst>
              <a:ext uri="{FF2B5EF4-FFF2-40B4-BE49-F238E27FC236}">
                <a16:creationId xmlns:a16="http://schemas.microsoft.com/office/drawing/2014/main" id="{88EA1FF2-328E-4F19-BAA0-9439FDFD3701}"/>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4819356" y="2789330"/>
            <a:ext cx="90077" cy="28388"/>
          </a:xfrm>
          <a:prstGeom prst="rect">
            <a:avLst/>
          </a:prstGeom>
        </p:spPr>
      </p:pic>
      <p:sp>
        <p:nvSpPr>
          <p:cNvPr id="321" name="Flussdiagramm: Datenträger mit direktem Zugriff 320">
            <a:extLst>
              <a:ext uri="{FF2B5EF4-FFF2-40B4-BE49-F238E27FC236}">
                <a16:creationId xmlns:a16="http://schemas.microsoft.com/office/drawing/2014/main" id="{1BF01793-240E-8330-CDA3-760E03134B09}"/>
              </a:ext>
            </a:extLst>
          </p:cNvPr>
          <p:cNvSpPr/>
          <p:nvPr/>
        </p:nvSpPr>
        <p:spPr>
          <a:xfrm rot="5400000">
            <a:off x="4817654" y="289195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41" name="Gruppieren 140">
            <a:extLst>
              <a:ext uri="{FF2B5EF4-FFF2-40B4-BE49-F238E27FC236}">
                <a16:creationId xmlns:a16="http://schemas.microsoft.com/office/drawing/2014/main" id="{937A9597-B47B-6235-879B-14438CAB6965}"/>
              </a:ext>
            </a:extLst>
          </p:cNvPr>
          <p:cNvGrpSpPr/>
          <p:nvPr/>
        </p:nvGrpSpPr>
        <p:grpSpPr>
          <a:xfrm flipH="1">
            <a:off x="6162231" y="2285653"/>
            <a:ext cx="19389" cy="713061"/>
            <a:chOff x="6851814" y="1766023"/>
            <a:chExt cx="78569" cy="2068826"/>
          </a:xfrm>
        </p:grpSpPr>
        <p:sp>
          <p:nvSpPr>
            <p:cNvPr id="142" name="Rechteck 141">
              <a:extLst>
                <a:ext uri="{FF2B5EF4-FFF2-40B4-BE49-F238E27FC236}">
                  <a16:creationId xmlns:a16="http://schemas.microsoft.com/office/drawing/2014/main" id="{83CF38F2-4788-3D35-E341-E102B7FB2D19}"/>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3" name="Rechteck 142">
              <a:extLst>
                <a:ext uri="{FF2B5EF4-FFF2-40B4-BE49-F238E27FC236}">
                  <a16:creationId xmlns:a16="http://schemas.microsoft.com/office/drawing/2014/main" id="{7B772EF1-4578-474A-BE05-9F3BC1669E9F}"/>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44" name="Rechteck 143">
              <a:extLst>
                <a:ext uri="{FF2B5EF4-FFF2-40B4-BE49-F238E27FC236}">
                  <a16:creationId xmlns:a16="http://schemas.microsoft.com/office/drawing/2014/main" id="{0113ED61-826D-F3ED-EB32-0B9C42513956}"/>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5" name="Rechteck 144">
              <a:extLst>
                <a:ext uri="{FF2B5EF4-FFF2-40B4-BE49-F238E27FC236}">
                  <a16:creationId xmlns:a16="http://schemas.microsoft.com/office/drawing/2014/main" id="{195D4549-F886-217E-1B7B-3004752D5CC3}"/>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6" name="Rechteck 145">
              <a:extLst>
                <a:ext uri="{FF2B5EF4-FFF2-40B4-BE49-F238E27FC236}">
                  <a16:creationId xmlns:a16="http://schemas.microsoft.com/office/drawing/2014/main" id="{7B3C791D-AB79-0BBC-9B95-4FCE3027931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79" name="Flussdiagramm: Datenträger mit direktem Zugriff 178">
            <a:extLst>
              <a:ext uri="{FF2B5EF4-FFF2-40B4-BE49-F238E27FC236}">
                <a16:creationId xmlns:a16="http://schemas.microsoft.com/office/drawing/2014/main" id="{10BA6066-27DB-2BA8-A950-FD557EE09753}"/>
              </a:ext>
            </a:extLst>
          </p:cNvPr>
          <p:cNvSpPr/>
          <p:nvPr/>
        </p:nvSpPr>
        <p:spPr>
          <a:xfrm rot="5400000">
            <a:off x="6127435" y="23279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0" name="Grafik 179">
            <a:extLst>
              <a:ext uri="{FF2B5EF4-FFF2-40B4-BE49-F238E27FC236}">
                <a16:creationId xmlns:a16="http://schemas.microsoft.com/office/drawing/2014/main" id="{524BC2A8-71DA-202C-A774-E63626CC6D97}"/>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6129010" y="2268544"/>
            <a:ext cx="90077" cy="28388"/>
          </a:xfrm>
          <a:prstGeom prst="rect">
            <a:avLst/>
          </a:prstGeom>
        </p:spPr>
      </p:pic>
      <p:sp>
        <p:nvSpPr>
          <p:cNvPr id="53" name="Rechteck 52">
            <a:extLst>
              <a:ext uri="{FF2B5EF4-FFF2-40B4-BE49-F238E27FC236}">
                <a16:creationId xmlns:a16="http://schemas.microsoft.com/office/drawing/2014/main" id="{07C02E58-C111-4EA7-1847-25A85FFFF541}"/>
              </a:ext>
            </a:extLst>
          </p:cNvPr>
          <p:cNvSpPr/>
          <p:nvPr/>
        </p:nvSpPr>
        <p:spPr>
          <a:xfrm>
            <a:off x="6134287" y="23540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97BA4A9B-D254-88FC-6D87-98DE96B34773}"/>
              </a:ext>
            </a:extLst>
          </p:cNvPr>
          <p:cNvSpPr/>
          <p:nvPr/>
        </p:nvSpPr>
        <p:spPr>
          <a:xfrm>
            <a:off x="6131904" y="2472625"/>
            <a:ext cx="23461" cy="73229"/>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F845E76-3289-ACD7-3DC5-C248997C1366}"/>
              </a:ext>
            </a:extLst>
          </p:cNvPr>
          <p:cNvSpPr/>
          <p:nvPr/>
        </p:nvSpPr>
        <p:spPr>
          <a:xfrm>
            <a:off x="6184293" y="23564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5A8FE43E-0F8B-F15D-692B-5DCBA56481A1}"/>
              </a:ext>
            </a:extLst>
          </p:cNvPr>
          <p:cNvSpPr/>
          <p:nvPr/>
        </p:nvSpPr>
        <p:spPr>
          <a:xfrm>
            <a:off x="6134285" y="1948197"/>
            <a:ext cx="23461" cy="88607"/>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105FF465-0ADA-A643-AC03-0A774074E6CE}"/>
              </a:ext>
            </a:extLst>
          </p:cNvPr>
          <p:cNvSpPr/>
          <p:nvPr/>
        </p:nvSpPr>
        <p:spPr>
          <a:xfrm>
            <a:off x="6094307" y="1654286"/>
            <a:ext cx="172817" cy="1296258"/>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335" name="Gruppieren 334">
            <a:extLst>
              <a:ext uri="{FF2B5EF4-FFF2-40B4-BE49-F238E27FC236}">
                <a16:creationId xmlns:a16="http://schemas.microsoft.com/office/drawing/2014/main" id="{7423334E-98E7-0618-01BC-75BC8D8CC6C5}"/>
              </a:ext>
            </a:extLst>
          </p:cNvPr>
          <p:cNvGrpSpPr/>
          <p:nvPr/>
        </p:nvGrpSpPr>
        <p:grpSpPr>
          <a:xfrm flipH="1">
            <a:off x="6493228" y="2288036"/>
            <a:ext cx="19389" cy="713061"/>
            <a:chOff x="6851814" y="1766023"/>
            <a:chExt cx="78569" cy="2068826"/>
          </a:xfrm>
        </p:grpSpPr>
        <p:sp>
          <p:nvSpPr>
            <p:cNvPr id="336" name="Rechteck 335">
              <a:extLst>
                <a:ext uri="{FF2B5EF4-FFF2-40B4-BE49-F238E27FC236}">
                  <a16:creationId xmlns:a16="http://schemas.microsoft.com/office/drawing/2014/main" id="{618E50BD-6742-F728-C606-35CA6696B3DB}"/>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7" name="Rechteck 336">
              <a:extLst>
                <a:ext uri="{FF2B5EF4-FFF2-40B4-BE49-F238E27FC236}">
                  <a16:creationId xmlns:a16="http://schemas.microsoft.com/office/drawing/2014/main" id="{E02212D4-4A69-ACF2-983B-9AD6073A8DAA}"/>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38" name="Rechteck 337">
              <a:extLst>
                <a:ext uri="{FF2B5EF4-FFF2-40B4-BE49-F238E27FC236}">
                  <a16:creationId xmlns:a16="http://schemas.microsoft.com/office/drawing/2014/main" id="{780B4405-D36A-78B6-1424-F17591977E5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9" name="Rechteck 338">
              <a:extLst>
                <a:ext uri="{FF2B5EF4-FFF2-40B4-BE49-F238E27FC236}">
                  <a16:creationId xmlns:a16="http://schemas.microsoft.com/office/drawing/2014/main" id="{F7711CBA-B9C3-799D-4F87-28F2FE2ED8B9}"/>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0" name="Rechteck 339">
              <a:extLst>
                <a:ext uri="{FF2B5EF4-FFF2-40B4-BE49-F238E27FC236}">
                  <a16:creationId xmlns:a16="http://schemas.microsoft.com/office/drawing/2014/main" id="{A0D3D56F-C48A-FA07-0947-046052EA1AF1}"/>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41" name="Flussdiagramm: Datenträger mit direktem Zugriff 340">
            <a:extLst>
              <a:ext uri="{FF2B5EF4-FFF2-40B4-BE49-F238E27FC236}">
                <a16:creationId xmlns:a16="http://schemas.microsoft.com/office/drawing/2014/main" id="{27B6A48F-7ED2-0439-87C8-4A74F3C462D0}"/>
              </a:ext>
            </a:extLst>
          </p:cNvPr>
          <p:cNvSpPr/>
          <p:nvPr/>
        </p:nvSpPr>
        <p:spPr>
          <a:xfrm rot="5400000">
            <a:off x="6458432" y="2330346"/>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342" name="Grafik 341">
            <a:extLst>
              <a:ext uri="{FF2B5EF4-FFF2-40B4-BE49-F238E27FC236}">
                <a16:creationId xmlns:a16="http://schemas.microsoft.com/office/drawing/2014/main" id="{3E4FEDDB-A6B1-95E8-5B5B-8CBE2B8164D8}"/>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5400000">
            <a:off x="6460007" y="2270927"/>
            <a:ext cx="90077" cy="28388"/>
          </a:xfrm>
          <a:prstGeom prst="rect">
            <a:avLst/>
          </a:prstGeom>
        </p:spPr>
      </p:pic>
      <p:cxnSp>
        <p:nvCxnSpPr>
          <p:cNvPr id="345" name="Gerade Verbindung mit Pfeil 344">
            <a:extLst>
              <a:ext uri="{FF2B5EF4-FFF2-40B4-BE49-F238E27FC236}">
                <a16:creationId xmlns:a16="http://schemas.microsoft.com/office/drawing/2014/main" id="{E627E4AB-0DE5-A671-9205-78A8B42CF209}"/>
              </a:ext>
            </a:extLst>
          </p:cNvPr>
          <p:cNvCxnSpPr>
            <a:cxnSpLocks/>
          </p:cNvCxnSpPr>
          <p:nvPr/>
        </p:nvCxnSpPr>
        <p:spPr>
          <a:xfrm flipV="1">
            <a:off x="6223975" y="25091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cxnSp>
        <p:nvCxnSpPr>
          <p:cNvPr id="348" name="Gerade Verbindung mit Pfeil 347">
            <a:extLst>
              <a:ext uri="{FF2B5EF4-FFF2-40B4-BE49-F238E27FC236}">
                <a16:creationId xmlns:a16="http://schemas.microsoft.com/office/drawing/2014/main" id="{23FBACD4-147E-C0F2-B36E-382881E6BB1B}"/>
              </a:ext>
            </a:extLst>
          </p:cNvPr>
          <p:cNvCxnSpPr>
            <a:cxnSpLocks/>
          </p:cNvCxnSpPr>
          <p:nvPr/>
        </p:nvCxnSpPr>
        <p:spPr>
          <a:xfrm flipV="1">
            <a:off x="6223975" y="19884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grpSp>
        <p:nvGrpSpPr>
          <p:cNvPr id="362" name="Gruppieren 361">
            <a:extLst>
              <a:ext uri="{FF2B5EF4-FFF2-40B4-BE49-F238E27FC236}">
                <a16:creationId xmlns:a16="http://schemas.microsoft.com/office/drawing/2014/main" id="{773D9A77-C000-B7F3-10CD-6BCFC4116769}"/>
              </a:ext>
            </a:extLst>
          </p:cNvPr>
          <p:cNvGrpSpPr/>
          <p:nvPr/>
        </p:nvGrpSpPr>
        <p:grpSpPr>
          <a:xfrm rot="10800000">
            <a:off x="8777749" y="2724824"/>
            <a:ext cx="75705" cy="277927"/>
            <a:chOff x="3476670" y="3647733"/>
            <a:chExt cx="75705" cy="277927"/>
          </a:xfrm>
        </p:grpSpPr>
        <p:sp>
          <p:nvSpPr>
            <p:cNvPr id="363" name="Rechteck 362">
              <a:extLst>
                <a:ext uri="{FF2B5EF4-FFF2-40B4-BE49-F238E27FC236}">
                  <a16:creationId xmlns:a16="http://schemas.microsoft.com/office/drawing/2014/main" id="{66AC8ECE-4BFD-59BD-DBD6-FB933516486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64" name="Verbinder: gekrümmt 363">
              <a:extLst>
                <a:ext uri="{FF2B5EF4-FFF2-40B4-BE49-F238E27FC236}">
                  <a16:creationId xmlns:a16="http://schemas.microsoft.com/office/drawing/2014/main" id="{2BFED965-260D-23F6-D850-83847A90BFF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65" name="Grafik 364">
            <a:extLst>
              <a:ext uri="{FF2B5EF4-FFF2-40B4-BE49-F238E27FC236}">
                <a16:creationId xmlns:a16="http://schemas.microsoft.com/office/drawing/2014/main" id="{D49C37F6-61F4-4205-C5F8-A01508996328}"/>
              </a:ext>
            </a:extLst>
          </p:cNvPr>
          <p:cNvPicPr>
            <a:picLocks noChangeAspect="1"/>
          </p:cNvPicPr>
          <p:nvPr/>
        </p:nvPicPr>
        <p:blipFill>
          <a:blip r:embed="rId8">
            <a:clrChange>
              <a:clrFrom>
                <a:srgbClr val="FFFFFF"/>
              </a:clrFrom>
              <a:clrTo>
                <a:srgbClr val="FFFFFF">
                  <a:alpha val="0"/>
                </a:srgbClr>
              </a:clrTo>
            </a:clrChange>
            <a:biLevel thresh="75000"/>
          </a:blip>
          <a:srcRect t="15959"/>
          <a:stretch/>
        </p:blipFill>
        <p:spPr>
          <a:xfrm rot="16200000">
            <a:off x="8739164" y="2996859"/>
            <a:ext cx="90077" cy="28388"/>
          </a:xfrm>
          <a:prstGeom prst="rect">
            <a:avLst/>
          </a:prstGeom>
        </p:spPr>
      </p:pic>
      <p:sp>
        <p:nvSpPr>
          <p:cNvPr id="374" name="Rechteck: abgerundete Ecken 373">
            <a:extLst>
              <a:ext uri="{FF2B5EF4-FFF2-40B4-BE49-F238E27FC236}">
                <a16:creationId xmlns:a16="http://schemas.microsoft.com/office/drawing/2014/main" id="{C6F6B9D0-4190-9A4D-5EEE-2674B6733C09}"/>
              </a:ext>
            </a:extLst>
          </p:cNvPr>
          <p:cNvSpPr/>
          <p:nvPr/>
        </p:nvSpPr>
        <p:spPr>
          <a:xfrm>
            <a:off x="9653571"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24   </a:t>
            </a:r>
          </a:p>
        </p:txBody>
      </p:sp>
      <p:sp>
        <p:nvSpPr>
          <p:cNvPr id="375" name="Rechteck: abgerundete Ecken 374">
            <a:extLst>
              <a:ext uri="{FF2B5EF4-FFF2-40B4-BE49-F238E27FC236}">
                <a16:creationId xmlns:a16="http://schemas.microsoft.com/office/drawing/2014/main" id="{3F1F017F-3ED9-B6BF-7180-D000784F8FF9}"/>
              </a:ext>
            </a:extLst>
          </p:cNvPr>
          <p:cNvSpPr/>
          <p:nvPr/>
        </p:nvSpPr>
        <p:spPr>
          <a:xfrm>
            <a:off x="9999265"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25   </a:t>
            </a:r>
          </a:p>
        </p:txBody>
      </p:sp>
      <p:sp>
        <p:nvSpPr>
          <p:cNvPr id="376" name="Rechteck 375">
            <a:extLst>
              <a:ext uri="{FF2B5EF4-FFF2-40B4-BE49-F238E27FC236}">
                <a16:creationId xmlns:a16="http://schemas.microsoft.com/office/drawing/2014/main" id="{02457479-FF05-5E05-A7CC-DC31A0F9FA6B}"/>
              </a:ext>
            </a:extLst>
          </p:cNvPr>
          <p:cNvSpPr/>
          <p:nvPr/>
        </p:nvSpPr>
        <p:spPr>
          <a:xfrm rot="5400000">
            <a:off x="9665914" y="2743449"/>
            <a:ext cx="310603" cy="69890"/>
          </a:xfrm>
          <a:prstGeom prst="rect">
            <a:avLst/>
          </a:prstGeom>
          <a:gradFill>
            <a:gsLst>
              <a:gs pos="0">
                <a:schemeClr val="dk1">
                  <a:tint val="100000"/>
                  <a:shade val="100000"/>
                  <a:satMod val="130000"/>
                  <a:alpha val="42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0" name="Gruppieren 349">
            <a:extLst>
              <a:ext uri="{FF2B5EF4-FFF2-40B4-BE49-F238E27FC236}">
                <a16:creationId xmlns:a16="http://schemas.microsoft.com/office/drawing/2014/main" id="{BC703767-FC09-4D63-A41D-49357769E495}"/>
              </a:ext>
            </a:extLst>
          </p:cNvPr>
          <p:cNvGrpSpPr/>
          <p:nvPr/>
        </p:nvGrpSpPr>
        <p:grpSpPr>
          <a:xfrm>
            <a:off x="3287863" y="3552122"/>
            <a:ext cx="467578" cy="90248"/>
            <a:chOff x="4413024" y="3765960"/>
            <a:chExt cx="467578" cy="90248"/>
          </a:xfrm>
        </p:grpSpPr>
        <p:sp>
          <p:nvSpPr>
            <p:cNvPr id="347" name="Ellipse 346">
              <a:extLst>
                <a:ext uri="{FF2B5EF4-FFF2-40B4-BE49-F238E27FC236}">
                  <a16:creationId xmlns:a16="http://schemas.microsoft.com/office/drawing/2014/main" id="{3C492A4F-160F-4A15-D5B4-30DEF8C5FBF2}"/>
                </a:ext>
              </a:extLst>
            </p:cNvPr>
            <p:cNvSpPr/>
            <p:nvPr/>
          </p:nvSpPr>
          <p:spPr>
            <a:xfrm>
              <a:off x="4413024" y="3766208"/>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49" name="Ellipse 348">
              <a:extLst>
                <a:ext uri="{FF2B5EF4-FFF2-40B4-BE49-F238E27FC236}">
                  <a16:creationId xmlns:a16="http://schemas.microsoft.com/office/drawing/2014/main" id="{EBB8E8BD-7946-D9C6-4195-7AA5C2D292E7}"/>
                </a:ext>
              </a:extLst>
            </p:cNvPr>
            <p:cNvSpPr/>
            <p:nvPr/>
          </p:nvSpPr>
          <p:spPr>
            <a:xfrm>
              <a:off x="4790602" y="3765960"/>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353" name="Gruppieren 352">
            <a:extLst>
              <a:ext uri="{FF2B5EF4-FFF2-40B4-BE49-F238E27FC236}">
                <a16:creationId xmlns:a16="http://schemas.microsoft.com/office/drawing/2014/main" id="{C3AB486F-A111-B53D-0FBB-1DAE010FF2F1}"/>
              </a:ext>
            </a:extLst>
          </p:cNvPr>
          <p:cNvGrpSpPr/>
          <p:nvPr/>
        </p:nvGrpSpPr>
        <p:grpSpPr>
          <a:xfrm>
            <a:off x="4300537" y="2878471"/>
            <a:ext cx="814387" cy="1058530"/>
            <a:chOff x="3576637" y="2884821"/>
            <a:chExt cx="814387" cy="1058530"/>
          </a:xfrm>
        </p:grpSpPr>
        <p:sp>
          <p:nvSpPr>
            <p:cNvPr id="136" name="Rechteck 135">
              <a:extLst>
                <a:ext uri="{FF2B5EF4-FFF2-40B4-BE49-F238E27FC236}">
                  <a16:creationId xmlns:a16="http://schemas.microsoft.com/office/drawing/2014/main" id="{ACCFCB97-8BB1-6664-4C86-DD619D15697D}"/>
                </a:ext>
              </a:extLst>
            </p:cNvPr>
            <p:cNvSpPr/>
            <p:nvPr/>
          </p:nvSpPr>
          <p:spPr>
            <a:xfrm rot="5400000">
              <a:off x="3884279" y="3436606"/>
              <a:ext cx="199103" cy="814387"/>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2" name="Ellipse 321">
              <a:extLst>
                <a:ext uri="{FF2B5EF4-FFF2-40B4-BE49-F238E27FC236}">
                  <a16:creationId xmlns:a16="http://schemas.microsoft.com/office/drawing/2014/main" id="{CB9CC1EF-B916-FC53-CFBB-BC0D2A8C387A}"/>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23" name="Bogen 322">
              <a:extLst>
                <a:ext uri="{FF2B5EF4-FFF2-40B4-BE49-F238E27FC236}">
                  <a16:creationId xmlns:a16="http://schemas.microsoft.com/office/drawing/2014/main" id="{1BE5042C-A832-4A77-530E-06E634AA4996}"/>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324" name="Rechteck 323">
              <a:extLst>
                <a:ext uri="{FF2B5EF4-FFF2-40B4-BE49-F238E27FC236}">
                  <a16:creationId xmlns:a16="http://schemas.microsoft.com/office/drawing/2014/main" id="{EC746675-979B-668C-D954-0140505F9A31}"/>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5" name="Rechteck 324">
              <a:extLst>
                <a:ext uri="{FF2B5EF4-FFF2-40B4-BE49-F238E27FC236}">
                  <a16:creationId xmlns:a16="http://schemas.microsoft.com/office/drawing/2014/main" id="{2070AF09-7E34-4D8C-74CA-D4085FBD7EE6}"/>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6" name="Rechteck 325">
              <a:extLst>
                <a:ext uri="{FF2B5EF4-FFF2-40B4-BE49-F238E27FC236}">
                  <a16:creationId xmlns:a16="http://schemas.microsoft.com/office/drawing/2014/main" id="{67C21F0D-5555-17DB-D578-C4D54B884C07}"/>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7" name="Rechteck 326">
              <a:extLst>
                <a:ext uri="{FF2B5EF4-FFF2-40B4-BE49-F238E27FC236}">
                  <a16:creationId xmlns:a16="http://schemas.microsoft.com/office/drawing/2014/main" id="{1423B56A-A3D7-EDAF-50F4-904430B9FAA0}"/>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8" name="Rechteck 327">
              <a:extLst>
                <a:ext uri="{FF2B5EF4-FFF2-40B4-BE49-F238E27FC236}">
                  <a16:creationId xmlns:a16="http://schemas.microsoft.com/office/drawing/2014/main" id="{AE1AD305-620D-C48E-6E72-C844DE269B04}"/>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9" name="Rechteck 328">
              <a:extLst>
                <a:ext uri="{FF2B5EF4-FFF2-40B4-BE49-F238E27FC236}">
                  <a16:creationId xmlns:a16="http://schemas.microsoft.com/office/drawing/2014/main" id="{600D350D-A5E3-5678-CF02-01844B417071}"/>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8" name="Rechteck 377">
              <a:extLst>
                <a:ext uri="{FF2B5EF4-FFF2-40B4-BE49-F238E27FC236}">
                  <a16:creationId xmlns:a16="http://schemas.microsoft.com/office/drawing/2014/main" id="{ECD391B8-7C37-2AA0-DB2D-E4485922D127}"/>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9" name="Rechteck 378">
              <a:extLst>
                <a:ext uri="{FF2B5EF4-FFF2-40B4-BE49-F238E27FC236}">
                  <a16:creationId xmlns:a16="http://schemas.microsoft.com/office/drawing/2014/main" id="{1FB62F75-2CDC-C046-05FC-101CF03E111D}"/>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8" name="Ellipse 7">
              <a:extLst>
                <a:ext uri="{FF2B5EF4-FFF2-40B4-BE49-F238E27FC236}">
                  <a16:creationId xmlns:a16="http://schemas.microsoft.com/office/drawing/2014/main" id="{80B500E6-C25A-83CE-24EF-87C9BD3ACB04}"/>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77" name="Rechteck 376">
              <a:extLst>
                <a:ext uri="{FF2B5EF4-FFF2-40B4-BE49-F238E27FC236}">
                  <a16:creationId xmlns:a16="http://schemas.microsoft.com/office/drawing/2014/main" id="{43C93355-861B-E048-3B3C-058E2EA97845}"/>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0" name="Verbinder: gekrümmt 19">
              <a:extLst>
                <a:ext uri="{FF2B5EF4-FFF2-40B4-BE49-F238E27FC236}">
                  <a16:creationId xmlns:a16="http://schemas.microsoft.com/office/drawing/2014/main" id="{023E9EE8-346D-62DD-AB40-97727BB3DFC9}"/>
                </a:ext>
              </a:extLst>
            </p:cNvPr>
            <p:cNvCxnSpPr>
              <a:cxnSpLocks/>
              <a:endCxn id="58"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6" name="Rechteck 35">
              <a:extLst>
                <a:ext uri="{FF2B5EF4-FFF2-40B4-BE49-F238E27FC236}">
                  <a16:creationId xmlns:a16="http://schemas.microsoft.com/office/drawing/2014/main" id="{00476020-3C5E-612B-E05D-077EBD06A8AA}"/>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8944C9A0-07F9-7257-8FB3-83D090FA5C04}"/>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2BE67435-440C-885B-65DA-4F10303FF6E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1" name="Rechteck 100">
              <a:extLst>
                <a:ext uri="{FF2B5EF4-FFF2-40B4-BE49-F238E27FC236}">
                  <a16:creationId xmlns:a16="http://schemas.microsoft.com/office/drawing/2014/main" id="{2282658D-F22B-8709-F942-4BB192121CF5}"/>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2" name="Ellipse 101">
              <a:extLst>
                <a:ext uri="{FF2B5EF4-FFF2-40B4-BE49-F238E27FC236}">
                  <a16:creationId xmlns:a16="http://schemas.microsoft.com/office/drawing/2014/main" id="{81AFB3D8-43E9-F43A-51C5-DE6A088011AB}"/>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30" name="Verbinder: gekrümmt 329">
              <a:extLst>
                <a:ext uri="{FF2B5EF4-FFF2-40B4-BE49-F238E27FC236}">
                  <a16:creationId xmlns:a16="http://schemas.microsoft.com/office/drawing/2014/main" id="{CFFA7DE2-E9E7-3BC1-B47A-76AF59469F24}"/>
                </a:ext>
              </a:extLst>
            </p:cNvPr>
            <p:cNvCxnSpPr>
              <a:cxnSpLocks/>
              <a:endCxn id="101"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31" name="Ellipse 330">
              <a:extLst>
                <a:ext uri="{FF2B5EF4-FFF2-40B4-BE49-F238E27FC236}">
                  <a16:creationId xmlns:a16="http://schemas.microsoft.com/office/drawing/2014/main" id="{10DB483F-B5D3-89A3-C084-2F42DDCCCB42}"/>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1" name="Halbbogen 350">
              <a:extLst>
                <a:ext uri="{FF2B5EF4-FFF2-40B4-BE49-F238E27FC236}">
                  <a16:creationId xmlns:a16="http://schemas.microsoft.com/office/drawing/2014/main" id="{0731EA69-B82B-14C2-EC3B-EAEC4B8C230F}"/>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52" name="Halbbogen 351">
              <a:extLst>
                <a:ext uri="{FF2B5EF4-FFF2-40B4-BE49-F238E27FC236}">
                  <a16:creationId xmlns:a16="http://schemas.microsoft.com/office/drawing/2014/main" id="{6BF531E2-25D5-17A7-78B9-E30F6BC9F49D}"/>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grpSp>
        <p:nvGrpSpPr>
          <p:cNvPr id="354" name="Gruppieren 353">
            <a:extLst>
              <a:ext uri="{FF2B5EF4-FFF2-40B4-BE49-F238E27FC236}">
                <a16:creationId xmlns:a16="http://schemas.microsoft.com/office/drawing/2014/main" id="{8115EBD4-0CDA-E59A-C062-7E5A8EC6C78E}"/>
              </a:ext>
            </a:extLst>
          </p:cNvPr>
          <p:cNvGrpSpPr/>
          <p:nvPr/>
        </p:nvGrpSpPr>
        <p:grpSpPr>
          <a:xfrm rot="10800000">
            <a:off x="8223252" y="1858600"/>
            <a:ext cx="792160" cy="1058531"/>
            <a:chOff x="3582552" y="2884821"/>
            <a:chExt cx="792160" cy="1058531"/>
          </a:xfrm>
        </p:grpSpPr>
        <p:sp>
          <p:nvSpPr>
            <p:cNvPr id="355" name="Rechteck 354">
              <a:extLst>
                <a:ext uri="{FF2B5EF4-FFF2-40B4-BE49-F238E27FC236}">
                  <a16:creationId xmlns:a16="http://schemas.microsoft.com/office/drawing/2014/main" id="{A6D9DF68-F7FB-E98E-2ACA-B7346077513A}"/>
                </a:ext>
              </a:extLst>
            </p:cNvPr>
            <p:cNvSpPr/>
            <p:nvPr/>
          </p:nvSpPr>
          <p:spPr>
            <a:xfrm rot="5400000">
              <a:off x="3879080" y="3447721"/>
              <a:ext cx="199103" cy="792160"/>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6" name="Ellipse 355">
              <a:extLst>
                <a:ext uri="{FF2B5EF4-FFF2-40B4-BE49-F238E27FC236}">
                  <a16:creationId xmlns:a16="http://schemas.microsoft.com/office/drawing/2014/main" id="{6C45F4C5-EF76-F6CE-881E-53CEB1A3053F}"/>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57" name="Bogen 356">
              <a:extLst>
                <a:ext uri="{FF2B5EF4-FFF2-40B4-BE49-F238E27FC236}">
                  <a16:creationId xmlns:a16="http://schemas.microsoft.com/office/drawing/2014/main" id="{279931CD-0E62-F160-59AF-FF1DCFA2274C}"/>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358" name="Rechteck 357">
              <a:extLst>
                <a:ext uri="{FF2B5EF4-FFF2-40B4-BE49-F238E27FC236}">
                  <a16:creationId xmlns:a16="http://schemas.microsoft.com/office/drawing/2014/main" id="{0CDAD09B-CA73-3AC0-594F-5A9421A2E185}"/>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9" name="Rechteck 358">
              <a:extLst>
                <a:ext uri="{FF2B5EF4-FFF2-40B4-BE49-F238E27FC236}">
                  <a16:creationId xmlns:a16="http://schemas.microsoft.com/office/drawing/2014/main" id="{AE526B6A-5956-8CB7-BBE3-A79ECAA30973}"/>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0" name="Rechteck 359">
              <a:extLst>
                <a:ext uri="{FF2B5EF4-FFF2-40B4-BE49-F238E27FC236}">
                  <a16:creationId xmlns:a16="http://schemas.microsoft.com/office/drawing/2014/main" id="{3E5302A2-9B32-66F0-DD29-BCADC1C47772}"/>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1" name="Rechteck 360">
              <a:extLst>
                <a:ext uri="{FF2B5EF4-FFF2-40B4-BE49-F238E27FC236}">
                  <a16:creationId xmlns:a16="http://schemas.microsoft.com/office/drawing/2014/main" id="{BDB2CCA3-FE0C-99F6-90DF-7CB6909AD371}"/>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0" name="Rechteck 379">
              <a:extLst>
                <a:ext uri="{FF2B5EF4-FFF2-40B4-BE49-F238E27FC236}">
                  <a16:creationId xmlns:a16="http://schemas.microsoft.com/office/drawing/2014/main" id="{7DC24DCC-505F-7B42-732F-C937B618ECB1}"/>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1" name="Rechteck 380">
              <a:extLst>
                <a:ext uri="{FF2B5EF4-FFF2-40B4-BE49-F238E27FC236}">
                  <a16:creationId xmlns:a16="http://schemas.microsoft.com/office/drawing/2014/main" id="{5182A6C2-C365-02EC-B332-FA88A1DFE5DF}"/>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2" name="Rechteck 381">
              <a:extLst>
                <a:ext uri="{FF2B5EF4-FFF2-40B4-BE49-F238E27FC236}">
                  <a16:creationId xmlns:a16="http://schemas.microsoft.com/office/drawing/2014/main" id="{71D5A36F-8D23-7AD5-3D05-D13EBB0CEE21}"/>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3" name="Rechteck 382">
              <a:extLst>
                <a:ext uri="{FF2B5EF4-FFF2-40B4-BE49-F238E27FC236}">
                  <a16:creationId xmlns:a16="http://schemas.microsoft.com/office/drawing/2014/main" id="{1CC4F0F3-337F-F059-71DA-A5A394BCBCE3}"/>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4" name="Ellipse 383">
              <a:extLst>
                <a:ext uri="{FF2B5EF4-FFF2-40B4-BE49-F238E27FC236}">
                  <a16:creationId xmlns:a16="http://schemas.microsoft.com/office/drawing/2014/main" id="{AF1BC4EB-300A-962F-AE88-CEFB04B66E00}"/>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85" name="Rechteck 384">
              <a:extLst>
                <a:ext uri="{FF2B5EF4-FFF2-40B4-BE49-F238E27FC236}">
                  <a16:creationId xmlns:a16="http://schemas.microsoft.com/office/drawing/2014/main" id="{B69D1E9B-D229-A9C8-5419-724BBF12C728}"/>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86" name="Verbinder: gekrümmt 385">
              <a:extLst>
                <a:ext uri="{FF2B5EF4-FFF2-40B4-BE49-F238E27FC236}">
                  <a16:creationId xmlns:a16="http://schemas.microsoft.com/office/drawing/2014/main" id="{9FE3881A-9C6F-7B57-7751-6E7ABCB0546C}"/>
                </a:ext>
              </a:extLst>
            </p:cNvPr>
            <p:cNvCxnSpPr>
              <a:cxnSpLocks/>
              <a:endCxn id="388"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87" name="Rechteck 386">
              <a:extLst>
                <a:ext uri="{FF2B5EF4-FFF2-40B4-BE49-F238E27FC236}">
                  <a16:creationId xmlns:a16="http://schemas.microsoft.com/office/drawing/2014/main" id="{DE726E11-B7E3-A528-B0CB-2F3CC4C10B8D}"/>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8" name="Rechteck 387">
              <a:extLst>
                <a:ext uri="{FF2B5EF4-FFF2-40B4-BE49-F238E27FC236}">
                  <a16:creationId xmlns:a16="http://schemas.microsoft.com/office/drawing/2014/main" id="{216B81C3-9040-4791-2F11-ECE9206BF106}"/>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9" name="Rechteck 388">
              <a:extLst>
                <a:ext uri="{FF2B5EF4-FFF2-40B4-BE49-F238E27FC236}">
                  <a16:creationId xmlns:a16="http://schemas.microsoft.com/office/drawing/2014/main" id="{4CF4E045-D158-DD78-C847-E373A9A7887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0" name="Rechteck 389">
              <a:extLst>
                <a:ext uri="{FF2B5EF4-FFF2-40B4-BE49-F238E27FC236}">
                  <a16:creationId xmlns:a16="http://schemas.microsoft.com/office/drawing/2014/main" id="{FAE10F8C-925D-0E7C-1600-CEF7E73F6FEE}"/>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1" name="Ellipse 390">
              <a:extLst>
                <a:ext uri="{FF2B5EF4-FFF2-40B4-BE49-F238E27FC236}">
                  <a16:creationId xmlns:a16="http://schemas.microsoft.com/office/drawing/2014/main" id="{4588EA84-688B-5B91-793E-B93C7FD77D16}"/>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92" name="Verbinder: gekrümmt 391">
              <a:extLst>
                <a:ext uri="{FF2B5EF4-FFF2-40B4-BE49-F238E27FC236}">
                  <a16:creationId xmlns:a16="http://schemas.microsoft.com/office/drawing/2014/main" id="{DB972015-2779-8692-3FAF-DFD7AC4459DD}"/>
                </a:ext>
              </a:extLst>
            </p:cNvPr>
            <p:cNvCxnSpPr>
              <a:cxnSpLocks/>
              <a:endCxn id="390"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93" name="Ellipse 392">
              <a:extLst>
                <a:ext uri="{FF2B5EF4-FFF2-40B4-BE49-F238E27FC236}">
                  <a16:creationId xmlns:a16="http://schemas.microsoft.com/office/drawing/2014/main" id="{CDE0CFA7-F567-A903-23AA-E8555E03AE58}"/>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4" name="Halbbogen 393">
              <a:extLst>
                <a:ext uri="{FF2B5EF4-FFF2-40B4-BE49-F238E27FC236}">
                  <a16:creationId xmlns:a16="http://schemas.microsoft.com/office/drawing/2014/main" id="{76538CCA-05F9-3A03-6D68-2593DCD5AFA0}"/>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95" name="Halbbogen 394">
              <a:extLst>
                <a:ext uri="{FF2B5EF4-FFF2-40B4-BE49-F238E27FC236}">
                  <a16:creationId xmlns:a16="http://schemas.microsoft.com/office/drawing/2014/main" id="{05FCC4F4-E2EB-A245-FBDF-B8BE74992CDA}"/>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sp>
        <p:nvSpPr>
          <p:cNvPr id="396" name="Textfeld 395">
            <a:extLst>
              <a:ext uri="{FF2B5EF4-FFF2-40B4-BE49-F238E27FC236}">
                <a16:creationId xmlns:a16="http://schemas.microsoft.com/office/drawing/2014/main" id="{07801104-DE54-86EA-6985-4A0065F17238}"/>
              </a:ext>
            </a:extLst>
          </p:cNvPr>
          <p:cNvSpPr txBox="1"/>
          <p:nvPr/>
        </p:nvSpPr>
        <p:spPr>
          <a:xfrm>
            <a:off x="4033156" y="5384334"/>
            <a:ext cx="2043745" cy="1338828"/>
          </a:xfrm>
          <a:prstGeom prst="rect">
            <a:avLst/>
          </a:prstGeom>
          <a:noFill/>
        </p:spPr>
        <p:txBody>
          <a:bodyPr wrap="square" rtlCol="0">
            <a:spAutoFit/>
          </a:bodyPr>
          <a:lstStyle/>
          <a:p>
            <a:r>
              <a:rPr lang="de-DE" sz="900" dirty="0"/>
              <a:t>1       Cutting and Stripping</a:t>
            </a:r>
          </a:p>
          <a:p>
            <a:r>
              <a:rPr lang="de-DE" sz="900" dirty="0"/>
              <a:t>2       Insert </a:t>
            </a:r>
            <a:r>
              <a:rPr lang="de-DE" sz="900" dirty="0" err="1"/>
              <a:t>Shrinksleeve</a:t>
            </a:r>
            <a:endParaRPr lang="de-DE" sz="900" dirty="0"/>
          </a:p>
          <a:p>
            <a:r>
              <a:rPr lang="de-DE" sz="900" dirty="0"/>
              <a:t>3       </a:t>
            </a:r>
            <a:r>
              <a:rPr lang="de-DE" sz="900" dirty="0" err="1"/>
              <a:t>Removing</a:t>
            </a:r>
            <a:r>
              <a:rPr lang="de-DE" sz="900" dirty="0"/>
              <a:t> </a:t>
            </a:r>
            <a:r>
              <a:rPr lang="de-DE" sz="900" dirty="0" err="1"/>
              <a:t>Isolationpart</a:t>
            </a:r>
            <a:r>
              <a:rPr lang="de-DE" sz="900" dirty="0"/>
              <a:t> Terminal 1</a:t>
            </a:r>
          </a:p>
          <a:p>
            <a:r>
              <a:rPr lang="de-DE" sz="900" dirty="0"/>
              <a:t>4       Free Station </a:t>
            </a:r>
          </a:p>
          <a:p>
            <a:r>
              <a:rPr lang="de-DE" sz="900" dirty="0"/>
              <a:t>5       </a:t>
            </a:r>
            <a:r>
              <a:rPr lang="de-DE" sz="900" dirty="0" err="1"/>
              <a:t>Feeding</a:t>
            </a:r>
            <a:r>
              <a:rPr lang="de-DE" sz="900" dirty="0"/>
              <a:t> Terminal 2 and </a:t>
            </a:r>
            <a:r>
              <a:rPr lang="de-DE" sz="900" dirty="0" err="1"/>
              <a:t>Crimping</a:t>
            </a:r>
            <a:r>
              <a:rPr lang="de-DE" sz="900" dirty="0"/>
              <a:t> 1</a:t>
            </a:r>
          </a:p>
          <a:p>
            <a:r>
              <a:rPr lang="de-DE" sz="900" dirty="0"/>
              <a:t>6       Free Station</a:t>
            </a:r>
          </a:p>
          <a:p>
            <a:r>
              <a:rPr lang="de-DE" sz="900" dirty="0"/>
              <a:t>7       Bending Terminal 1</a:t>
            </a:r>
          </a:p>
          <a:p>
            <a:pPr marL="228600" indent="-228600">
              <a:buAutoNum type="arabicPlain" startAt="8"/>
            </a:pPr>
            <a:r>
              <a:rPr lang="de-DE" sz="900" dirty="0" err="1"/>
              <a:t>Tinning</a:t>
            </a:r>
            <a:r>
              <a:rPr lang="de-DE" sz="900" dirty="0"/>
              <a:t> 1 Terminal 1</a:t>
            </a:r>
          </a:p>
          <a:p>
            <a:pPr marL="228600" indent="-228600">
              <a:buAutoNum type="arabicPlain" startAt="8"/>
            </a:pPr>
            <a:r>
              <a:rPr lang="de-DE" sz="900" dirty="0" err="1"/>
              <a:t>Tinning</a:t>
            </a:r>
            <a:r>
              <a:rPr lang="de-DE" sz="900" dirty="0"/>
              <a:t> 2 Terminal 1</a:t>
            </a:r>
          </a:p>
        </p:txBody>
      </p:sp>
      <p:sp>
        <p:nvSpPr>
          <p:cNvPr id="397" name="Textfeld 396">
            <a:extLst>
              <a:ext uri="{FF2B5EF4-FFF2-40B4-BE49-F238E27FC236}">
                <a16:creationId xmlns:a16="http://schemas.microsoft.com/office/drawing/2014/main" id="{E6282995-C6CF-70A1-0023-FEAFCC958BC4}"/>
              </a:ext>
            </a:extLst>
          </p:cNvPr>
          <p:cNvSpPr txBox="1"/>
          <p:nvPr/>
        </p:nvSpPr>
        <p:spPr>
          <a:xfrm>
            <a:off x="8446131" y="5375573"/>
            <a:ext cx="1926764" cy="1061829"/>
          </a:xfrm>
          <a:prstGeom prst="rect">
            <a:avLst/>
          </a:prstGeom>
          <a:noFill/>
        </p:spPr>
        <p:txBody>
          <a:bodyPr wrap="square" rtlCol="0">
            <a:spAutoFit/>
          </a:bodyPr>
          <a:lstStyle/>
          <a:p>
            <a:r>
              <a:rPr lang="de-DE" sz="900" dirty="0"/>
              <a:t>19     Bending Terminal 2</a:t>
            </a:r>
          </a:p>
          <a:p>
            <a:pPr marL="228600" indent="-228600">
              <a:buAutoNum type="arabicPlain" startAt="20"/>
            </a:pPr>
            <a:r>
              <a:rPr lang="de-DE" sz="900" dirty="0" err="1"/>
              <a:t>Tinning</a:t>
            </a:r>
            <a:r>
              <a:rPr lang="de-DE" sz="900" dirty="0"/>
              <a:t> 1 Terminal 2</a:t>
            </a:r>
          </a:p>
          <a:p>
            <a:pPr marL="228600" indent="-228600">
              <a:buAutoNum type="arabicPlain" startAt="20"/>
            </a:pPr>
            <a:r>
              <a:rPr lang="de-DE" sz="900" dirty="0" err="1"/>
              <a:t>Tinning</a:t>
            </a:r>
            <a:r>
              <a:rPr lang="de-DE" sz="900" dirty="0"/>
              <a:t> 2 Terminal 2</a:t>
            </a:r>
          </a:p>
          <a:p>
            <a:r>
              <a:rPr lang="de-DE" sz="900" dirty="0"/>
              <a:t>22     Optical </a:t>
            </a:r>
            <a:r>
              <a:rPr lang="de-DE" sz="900" dirty="0" err="1"/>
              <a:t>Inspection</a:t>
            </a:r>
            <a:r>
              <a:rPr lang="de-DE" sz="900" dirty="0"/>
              <a:t> Terminal 2</a:t>
            </a:r>
          </a:p>
          <a:p>
            <a:r>
              <a:rPr lang="de-DE" sz="900" dirty="0"/>
              <a:t>23     </a:t>
            </a:r>
            <a:r>
              <a:rPr lang="de-DE" sz="900" dirty="0" err="1"/>
              <a:t>Electrical</a:t>
            </a:r>
            <a:r>
              <a:rPr lang="de-DE" sz="900" dirty="0"/>
              <a:t> </a:t>
            </a:r>
            <a:r>
              <a:rPr lang="de-DE" sz="900" dirty="0" err="1"/>
              <a:t>Testing</a:t>
            </a:r>
            <a:endParaRPr lang="de-DE" sz="900" dirty="0"/>
          </a:p>
          <a:p>
            <a:r>
              <a:rPr lang="de-DE" sz="900" dirty="0"/>
              <a:t>24     </a:t>
            </a:r>
            <a:r>
              <a:rPr lang="de-DE" sz="900" dirty="0" err="1"/>
              <a:t>Labeling</a:t>
            </a:r>
            <a:endParaRPr lang="de-DE" sz="900" dirty="0"/>
          </a:p>
          <a:p>
            <a:r>
              <a:rPr lang="de-DE" sz="900" dirty="0"/>
              <a:t>25     Output Cable</a:t>
            </a:r>
          </a:p>
        </p:txBody>
      </p:sp>
      <p:sp>
        <p:nvSpPr>
          <p:cNvPr id="398" name="Textfeld 397">
            <a:extLst>
              <a:ext uri="{FF2B5EF4-FFF2-40B4-BE49-F238E27FC236}">
                <a16:creationId xmlns:a16="http://schemas.microsoft.com/office/drawing/2014/main" id="{8876DD53-E338-E606-E655-CD9D01B91F2A}"/>
              </a:ext>
            </a:extLst>
          </p:cNvPr>
          <p:cNvSpPr txBox="1"/>
          <p:nvPr/>
        </p:nvSpPr>
        <p:spPr>
          <a:xfrm>
            <a:off x="6203263" y="5380236"/>
            <a:ext cx="2052078" cy="1338828"/>
          </a:xfrm>
          <a:prstGeom prst="rect">
            <a:avLst/>
          </a:prstGeom>
          <a:noFill/>
        </p:spPr>
        <p:txBody>
          <a:bodyPr wrap="square" rtlCol="0">
            <a:spAutoFit/>
          </a:bodyPr>
          <a:lstStyle>
            <a:defPPr>
              <a:defRPr lang="de-DE"/>
            </a:defPPr>
            <a:lvl1pPr>
              <a:defRPr sz="900"/>
            </a:lvl1pPr>
          </a:lstStyle>
          <a:p>
            <a:r>
              <a:rPr lang="de-DE" dirty="0"/>
              <a:t>10     Optical </a:t>
            </a:r>
            <a:r>
              <a:rPr lang="de-DE" dirty="0" err="1"/>
              <a:t>Inspection</a:t>
            </a:r>
            <a:r>
              <a:rPr lang="de-DE" dirty="0"/>
              <a:t> Terminal 1</a:t>
            </a:r>
          </a:p>
          <a:p>
            <a:r>
              <a:rPr lang="de-DE" dirty="0"/>
              <a:t>11     </a:t>
            </a:r>
            <a:r>
              <a:rPr lang="de-DE" sz="900" dirty="0" err="1"/>
              <a:t>Positioning</a:t>
            </a:r>
            <a:r>
              <a:rPr lang="de-DE" sz="900" dirty="0"/>
              <a:t> </a:t>
            </a:r>
            <a:r>
              <a:rPr lang="de-DE" sz="900" dirty="0" err="1"/>
              <a:t>Shrink</a:t>
            </a:r>
            <a:r>
              <a:rPr lang="de-DE" sz="900" dirty="0"/>
              <a:t> </a:t>
            </a:r>
            <a:r>
              <a:rPr lang="de-DE" sz="900" dirty="0" err="1"/>
              <a:t>Sleeve</a:t>
            </a:r>
            <a:endParaRPr lang="de-DE" dirty="0"/>
          </a:p>
          <a:p>
            <a:r>
              <a:rPr lang="de-DE" dirty="0"/>
              <a:t>12     </a:t>
            </a:r>
            <a:r>
              <a:rPr lang="de-DE" dirty="0" err="1"/>
              <a:t>Shrinking</a:t>
            </a:r>
            <a:r>
              <a:rPr lang="de-DE" dirty="0"/>
              <a:t> Terminal 1</a:t>
            </a:r>
          </a:p>
          <a:p>
            <a:r>
              <a:rPr lang="de-DE" dirty="0"/>
              <a:t>13     </a:t>
            </a:r>
            <a:r>
              <a:rPr lang="de-DE" dirty="0" err="1"/>
              <a:t>Turning</a:t>
            </a:r>
            <a:r>
              <a:rPr lang="de-DE" dirty="0"/>
              <a:t> </a:t>
            </a:r>
            <a:r>
              <a:rPr lang="de-DE" dirty="0" err="1"/>
              <a:t>station</a:t>
            </a:r>
            <a:r>
              <a:rPr lang="de-DE" dirty="0"/>
              <a:t> Terminal 1 </a:t>
            </a:r>
            <a:r>
              <a:rPr lang="de-DE" dirty="0" err="1"/>
              <a:t>to</a:t>
            </a:r>
            <a:r>
              <a:rPr lang="de-DE" dirty="0"/>
              <a:t> 2</a:t>
            </a:r>
          </a:p>
          <a:p>
            <a:r>
              <a:rPr lang="de-DE" dirty="0"/>
              <a:t>14     </a:t>
            </a:r>
            <a:r>
              <a:rPr lang="de-DE" dirty="0" err="1"/>
              <a:t>Turning</a:t>
            </a:r>
            <a:r>
              <a:rPr lang="de-DE" dirty="0"/>
              <a:t> Position Terminal 2    3-6-9</a:t>
            </a:r>
          </a:p>
          <a:p>
            <a:r>
              <a:rPr lang="de-DE" dirty="0"/>
              <a:t>15     </a:t>
            </a:r>
            <a:r>
              <a:rPr lang="de-DE" dirty="0" err="1"/>
              <a:t>Removing</a:t>
            </a:r>
            <a:r>
              <a:rPr lang="de-DE" dirty="0"/>
              <a:t> </a:t>
            </a:r>
            <a:r>
              <a:rPr lang="de-DE" dirty="0" err="1"/>
              <a:t>Isolationpart</a:t>
            </a:r>
            <a:r>
              <a:rPr lang="de-DE" dirty="0"/>
              <a:t> Terminal 2</a:t>
            </a:r>
          </a:p>
          <a:p>
            <a:r>
              <a:rPr lang="de-DE" dirty="0"/>
              <a:t>16     Free Station</a:t>
            </a:r>
          </a:p>
          <a:p>
            <a:pPr marL="228600" indent="-228600">
              <a:buAutoNum type="arabicPlain" startAt="17"/>
            </a:pPr>
            <a:r>
              <a:rPr lang="de-DE" sz="900" dirty="0" err="1"/>
              <a:t>Feeding</a:t>
            </a:r>
            <a:r>
              <a:rPr lang="de-DE" sz="900" dirty="0"/>
              <a:t> Terminal 2 and </a:t>
            </a:r>
            <a:r>
              <a:rPr lang="de-DE" sz="900" dirty="0" err="1"/>
              <a:t>Crimping</a:t>
            </a:r>
            <a:r>
              <a:rPr lang="de-DE" sz="900" dirty="0"/>
              <a:t> 2</a:t>
            </a:r>
          </a:p>
          <a:p>
            <a:pPr marL="228600" indent="-228600">
              <a:buAutoNum type="arabicPlain" startAt="17"/>
            </a:pPr>
            <a:r>
              <a:rPr lang="de-DE" dirty="0"/>
              <a:t>Free Station</a:t>
            </a:r>
            <a:endParaRPr lang="de-DE" sz="900" dirty="0"/>
          </a:p>
        </p:txBody>
      </p:sp>
      <p:sp>
        <p:nvSpPr>
          <p:cNvPr id="401" name="Rechteck 400">
            <a:extLst>
              <a:ext uri="{FF2B5EF4-FFF2-40B4-BE49-F238E27FC236}">
                <a16:creationId xmlns:a16="http://schemas.microsoft.com/office/drawing/2014/main" id="{EB91AAFD-3F79-620C-0A94-BB6CF68ED630}"/>
              </a:ext>
            </a:extLst>
          </p:cNvPr>
          <p:cNvSpPr/>
          <p:nvPr/>
        </p:nvSpPr>
        <p:spPr>
          <a:xfrm>
            <a:off x="4029075" y="3975453"/>
            <a:ext cx="633413" cy="54031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de-DE" sz="800" dirty="0"/>
              <a:t>Cooling Generator</a:t>
            </a:r>
          </a:p>
        </p:txBody>
      </p:sp>
      <p:sp>
        <p:nvSpPr>
          <p:cNvPr id="402" name="Rechteck 401">
            <a:extLst>
              <a:ext uri="{FF2B5EF4-FFF2-40B4-BE49-F238E27FC236}">
                <a16:creationId xmlns:a16="http://schemas.microsoft.com/office/drawing/2014/main" id="{A65D4B45-8A83-9CE7-4A5C-EED89F649B14}"/>
              </a:ext>
            </a:extLst>
          </p:cNvPr>
          <p:cNvSpPr/>
          <p:nvPr/>
        </p:nvSpPr>
        <p:spPr>
          <a:xfrm>
            <a:off x="4732465" y="4008790"/>
            <a:ext cx="494459" cy="390172"/>
          </a:xfrm>
          <a:prstGeom prst="rect">
            <a:avLst/>
          </a:prstGeom>
        </p:spPr>
        <p:style>
          <a:lnRef idx="1">
            <a:schemeClr val="dk1"/>
          </a:lnRef>
          <a:fillRef idx="3">
            <a:schemeClr val="dk1"/>
          </a:fillRef>
          <a:effectRef idx="2">
            <a:schemeClr val="dk1"/>
          </a:effectRef>
          <a:fontRef idx="minor">
            <a:schemeClr val="lt1"/>
          </a:fontRef>
        </p:style>
        <p:txBody>
          <a:bodyPr wrap="none" rtlCol="0" anchor="ctr"/>
          <a:lstStyle/>
          <a:p>
            <a:pPr algn="ctr"/>
            <a:r>
              <a:rPr lang="de-DE" sz="700" dirty="0" err="1"/>
              <a:t>Induction</a:t>
            </a:r>
            <a:r>
              <a:rPr lang="de-DE" sz="700" dirty="0"/>
              <a:t> </a:t>
            </a:r>
          </a:p>
          <a:p>
            <a:pPr algn="ctr"/>
            <a:r>
              <a:rPr lang="de-DE" sz="700" dirty="0"/>
              <a:t>Generator</a:t>
            </a:r>
          </a:p>
        </p:txBody>
      </p:sp>
      <p:sp>
        <p:nvSpPr>
          <p:cNvPr id="403" name="Rechteck 402">
            <a:extLst>
              <a:ext uri="{FF2B5EF4-FFF2-40B4-BE49-F238E27FC236}">
                <a16:creationId xmlns:a16="http://schemas.microsoft.com/office/drawing/2014/main" id="{516D2698-3292-31FC-3553-5F6172BB4321}"/>
              </a:ext>
            </a:extLst>
          </p:cNvPr>
          <p:cNvSpPr/>
          <p:nvPr/>
        </p:nvSpPr>
        <p:spPr>
          <a:xfrm>
            <a:off x="7958273" y="1275892"/>
            <a:ext cx="633413" cy="54031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de-DE" sz="800" dirty="0"/>
              <a:t>Cooling Generator</a:t>
            </a:r>
          </a:p>
        </p:txBody>
      </p:sp>
      <p:sp>
        <p:nvSpPr>
          <p:cNvPr id="404" name="Rechteck 403">
            <a:extLst>
              <a:ext uri="{FF2B5EF4-FFF2-40B4-BE49-F238E27FC236}">
                <a16:creationId xmlns:a16="http://schemas.microsoft.com/office/drawing/2014/main" id="{906B10B4-3D7A-BABA-A50D-D07D6A3B8E9A}"/>
              </a:ext>
            </a:extLst>
          </p:cNvPr>
          <p:cNvSpPr/>
          <p:nvPr/>
        </p:nvSpPr>
        <p:spPr>
          <a:xfrm>
            <a:off x="8661663" y="1422070"/>
            <a:ext cx="494459" cy="390172"/>
          </a:xfrm>
          <a:prstGeom prst="rect">
            <a:avLst/>
          </a:prstGeom>
        </p:spPr>
        <p:style>
          <a:lnRef idx="1">
            <a:schemeClr val="dk1"/>
          </a:lnRef>
          <a:fillRef idx="3">
            <a:schemeClr val="dk1"/>
          </a:fillRef>
          <a:effectRef idx="2">
            <a:schemeClr val="dk1"/>
          </a:effectRef>
          <a:fontRef idx="minor">
            <a:schemeClr val="lt1"/>
          </a:fontRef>
        </p:style>
        <p:txBody>
          <a:bodyPr wrap="none" rtlCol="0" anchor="ctr"/>
          <a:lstStyle/>
          <a:p>
            <a:pPr algn="ctr"/>
            <a:r>
              <a:rPr lang="de-DE" sz="700" dirty="0" err="1"/>
              <a:t>Induction</a:t>
            </a:r>
            <a:r>
              <a:rPr lang="de-DE" sz="700" dirty="0"/>
              <a:t> </a:t>
            </a:r>
          </a:p>
          <a:p>
            <a:pPr algn="ctr"/>
            <a:r>
              <a:rPr lang="de-DE" sz="700" dirty="0"/>
              <a:t>Generator</a:t>
            </a:r>
          </a:p>
        </p:txBody>
      </p:sp>
      <p:sp>
        <p:nvSpPr>
          <p:cNvPr id="406" name="Bogen 405">
            <a:extLst>
              <a:ext uri="{FF2B5EF4-FFF2-40B4-BE49-F238E27FC236}">
                <a16:creationId xmlns:a16="http://schemas.microsoft.com/office/drawing/2014/main" id="{0A9F292A-FBC0-A417-C2F2-AE33EAD228AA}"/>
              </a:ext>
            </a:extLst>
          </p:cNvPr>
          <p:cNvSpPr/>
          <p:nvPr/>
        </p:nvSpPr>
        <p:spPr>
          <a:xfrm rot="5400000">
            <a:off x="1887251" y="3548349"/>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08" name="Gerader Verbinder 407">
            <a:extLst>
              <a:ext uri="{FF2B5EF4-FFF2-40B4-BE49-F238E27FC236}">
                <a16:creationId xmlns:a16="http://schemas.microsoft.com/office/drawing/2014/main" id="{16ED4264-716A-ED40-37B9-0912C17FA336}"/>
              </a:ext>
            </a:extLst>
          </p:cNvPr>
          <p:cNvCxnSpPr/>
          <p:nvPr/>
        </p:nvCxnSpPr>
        <p:spPr>
          <a:xfrm>
            <a:off x="2845973" y="4696570"/>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0" name="Gerade Verbindung mit Pfeil 409">
            <a:extLst>
              <a:ext uri="{FF2B5EF4-FFF2-40B4-BE49-F238E27FC236}">
                <a16:creationId xmlns:a16="http://schemas.microsoft.com/office/drawing/2014/main" id="{F4040FF7-D6E8-4263-9AA2-8A2D07AC01EB}"/>
              </a:ext>
            </a:extLst>
          </p:cNvPr>
          <p:cNvCxnSpPr>
            <a:cxnSpLocks/>
          </p:cNvCxnSpPr>
          <p:nvPr/>
        </p:nvCxnSpPr>
        <p:spPr>
          <a:xfrm flipV="1">
            <a:off x="3400683" y="3325203"/>
            <a:ext cx="5414" cy="5508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2" name="Gerader Verbinder 411">
            <a:extLst>
              <a:ext uri="{FF2B5EF4-FFF2-40B4-BE49-F238E27FC236}">
                <a16:creationId xmlns:a16="http://schemas.microsoft.com/office/drawing/2014/main" id="{5402DEC2-9D89-E811-3D0B-EF1052B56D7B}"/>
              </a:ext>
            </a:extLst>
          </p:cNvPr>
          <p:cNvCxnSpPr/>
          <p:nvPr/>
        </p:nvCxnSpPr>
        <p:spPr>
          <a:xfrm>
            <a:off x="2886226" y="332697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3" name="Gerader Verbinder 412">
            <a:extLst>
              <a:ext uri="{FF2B5EF4-FFF2-40B4-BE49-F238E27FC236}">
                <a16:creationId xmlns:a16="http://schemas.microsoft.com/office/drawing/2014/main" id="{E37CEAF5-8806-55B9-E780-5755C365DB8C}"/>
              </a:ext>
            </a:extLst>
          </p:cNvPr>
          <p:cNvCxnSpPr/>
          <p:nvPr/>
        </p:nvCxnSpPr>
        <p:spPr>
          <a:xfrm>
            <a:off x="3894826" y="333499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5" name="Textfeld 414">
            <a:extLst>
              <a:ext uri="{FF2B5EF4-FFF2-40B4-BE49-F238E27FC236}">
                <a16:creationId xmlns:a16="http://schemas.microsoft.com/office/drawing/2014/main" id="{DFC23C4D-9CB1-B6F8-D780-DD778BAA7CA7}"/>
              </a:ext>
            </a:extLst>
          </p:cNvPr>
          <p:cNvSpPr txBox="1"/>
          <p:nvPr/>
        </p:nvSpPr>
        <p:spPr>
          <a:xfrm>
            <a:off x="2877967" y="3950468"/>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16" name="Gerade Verbindung mit Pfeil 415">
            <a:extLst>
              <a:ext uri="{FF2B5EF4-FFF2-40B4-BE49-F238E27FC236}">
                <a16:creationId xmlns:a16="http://schemas.microsoft.com/office/drawing/2014/main" id="{724ED228-6F2E-6C09-576C-C7FB49C272DA}"/>
              </a:ext>
            </a:extLst>
          </p:cNvPr>
          <p:cNvCxnSpPr>
            <a:cxnSpLocks/>
          </p:cNvCxnSpPr>
          <p:nvPr/>
        </p:nvCxnSpPr>
        <p:spPr>
          <a:xfrm>
            <a:off x="7314890" y="1331321"/>
            <a:ext cx="0" cy="71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7" name="Gerader Verbinder 416">
            <a:extLst>
              <a:ext uri="{FF2B5EF4-FFF2-40B4-BE49-F238E27FC236}">
                <a16:creationId xmlns:a16="http://schemas.microsoft.com/office/drawing/2014/main" id="{1E1CBEB1-3D20-B2D4-7382-A20334A0F79F}"/>
              </a:ext>
            </a:extLst>
          </p:cNvPr>
          <p:cNvCxnSpPr/>
          <p:nvPr/>
        </p:nvCxnSpPr>
        <p:spPr>
          <a:xfrm>
            <a:off x="6819082" y="145306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8" name="Gerader Verbinder 417">
            <a:extLst>
              <a:ext uri="{FF2B5EF4-FFF2-40B4-BE49-F238E27FC236}">
                <a16:creationId xmlns:a16="http://schemas.microsoft.com/office/drawing/2014/main" id="{6E89A8F0-1C1A-FE80-DEDA-3A52873A0B4F}"/>
              </a:ext>
            </a:extLst>
          </p:cNvPr>
          <p:cNvCxnSpPr/>
          <p:nvPr/>
        </p:nvCxnSpPr>
        <p:spPr>
          <a:xfrm>
            <a:off x="7827682" y="1461087"/>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9" name="Textfeld 418">
            <a:extLst>
              <a:ext uri="{FF2B5EF4-FFF2-40B4-BE49-F238E27FC236}">
                <a16:creationId xmlns:a16="http://schemas.microsoft.com/office/drawing/2014/main" id="{00A1C9A8-34B6-E927-93FA-D1B408D90A8A}"/>
              </a:ext>
            </a:extLst>
          </p:cNvPr>
          <p:cNvSpPr txBox="1"/>
          <p:nvPr/>
        </p:nvSpPr>
        <p:spPr>
          <a:xfrm>
            <a:off x="6810823" y="2076559"/>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21" name="Gerader Verbinder 420">
            <a:extLst>
              <a:ext uri="{FF2B5EF4-FFF2-40B4-BE49-F238E27FC236}">
                <a16:creationId xmlns:a16="http://schemas.microsoft.com/office/drawing/2014/main" id="{104002DC-1CBE-AEE6-291A-7B4B5225CC4D}"/>
              </a:ext>
            </a:extLst>
          </p:cNvPr>
          <p:cNvCxnSpPr/>
          <p:nvPr/>
        </p:nvCxnSpPr>
        <p:spPr>
          <a:xfrm>
            <a:off x="7967418" y="7938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22" name="Bogen 421">
            <a:extLst>
              <a:ext uri="{FF2B5EF4-FFF2-40B4-BE49-F238E27FC236}">
                <a16:creationId xmlns:a16="http://schemas.microsoft.com/office/drawing/2014/main" id="{3396D9B2-80F9-1039-EB46-76537B3CE155}"/>
              </a:ext>
            </a:extLst>
          </p:cNvPr>
          <p:cNvSpPr/>
          <p:nvPr/>
        </p:nvSpPr>
        <p:spPr>
          <a:xfrm rot="16200000">
            <a:off x="7031864" y="-114012"/>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30" name="Gruppieren 429">
            <a:extLst>
              <a:ext uri="{FF2B5EF4-FFF2-40B4-BE49-F238E27FC236}">
                <a16:creationId xmlns:a16="http://schemas.microsoft.com/office/drawing/2014/main" id="{50AE0B4C-6CD9-618B-96A5-F1DA86D2691C}"/>
              </a:ext>
            </a:extLst>
          </p:cNvPr>
          <p:cNvGrpSpPr/>
          <p:nvPr/>
        </p:nvGrpSpPr>
        <p:grpSpPr>
          <a:xfrm>
            <a:off x="2849757" y="2999802"/>
            <a:ext cx="69580" cy="193454"/>
            <a:chOff x="2849757" y="2999802"/>
            <a:chExt cx="69580" cy="193454"/>
          </a:xfrm>
        </p:grpSpPr>
        <p:sp>
          <p:nvSpPr>
            <p:cNvPr id="424" name="Rechteck 423">
              <a:extLst>
                <a:ext uri="{FF2B5EF4-FFF2-40B4-BE49-F238E27FC236}">
                  <a16:creationId xmlns:a16="http://schemas.microsoft.com/office/drawing/2014/main" id="{8B429774-8B94-7203-F945-0830C0E6A020}"/>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26" name="Gerade Verbindung mit Pfeil 425">
              <a:extLst>
                <a:ext uri="{FF2B5EF4-FFF2-40B4-BE49-F238E27FC236}">
                  <a16:creationId xmlns:a16="http://schemas.microsoft.com/office/drawing/2014/main" id="{6FC554A2-E699-50C8-9C0B-2536947AE277}"/>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1" name="Gruppieren 430">
            <a:extLst>
              <a:ext uri="{FF2B5EF4-FFF2-40B4-BE49-F238E27FC236}">
                <a16:creationId xmlns:a16="http://schemas.microsoft.com/office/drawing/2014/main" id="{7C4E101E-6D3F-B73F-FCD2-132B17BBB0E5}"/>
              </a:ext>
            </a:extLst>
          </p:cNvPr>
          <p:cNvGrpSpPr/>
          <p:nvPr/>
        </p:nvGrpSpPr>
        <p:grpSpPr>
          <a:xfrm>
            <a:off x="3502011" y="2991323"/>
            <a:ext cx="69580" cy="193454"/>
            <a:chOff x="2849757" y="2999802"/>
            <a:chExt cx="69580" cy="193454"/>
          </a:xfrm>
        </p:grpSpPr>
        <p:sp>
          <p:nvSpPr>
            <p:cNvPr id="432" name="Rechteck 431">
              <a:extLst>
                <a:ext uri="{FF2B5EF4-FFF2-40B4-BE49-F238E27FC236}">
                  <a16:creationId xmlns:a16="http://schemas.microsoft.com/office/drawing/2014/main" id="{89CCD666-35A8-8250-0447-BBE2F46E6C98}"/>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3" name="Gerade Verbindung mit Pfeil 432">
              <a:extLst>
                <a:ext uri="{FF2B5EF4-FFF2-40B4-BE49-F238E27FC236}">
                  <a16:creationId xmlns:a16="http://schemas.microsoft.com/office/drawing/2014/main" id="{99F59633-1DF9-3730-851A-61003ADDBB26}"/>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1" name="Ellipse 440">
            <a:extLst>
              <a:ext uri="{FF2B5EF4-FFF2-40B4-BE49-F238E27FC236}">
                <a16:creationId xmlns:a16="http://schemas.microsoft.com/office/drawing/2014/main" id="{31B2067F-AB97-F4CE-49F4-78334ACCBE09}"/>
              </a:ext>
            </a:extLst>
          </p:cNvPr>
          <p:cNvSpPr/>
          <p:nvPr/>
        </p:nvSpPr>
        <p:spPr>
          <a:xfrm>
            <a:off x="6131904" y="300574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42" name="Ellipse 441">
            <a:extLst>
              <a:ext uri="{FF2B5EF4-FFF2-40B4-BE49-F238E27FC236}">
                <a16:creationId xmlns:a16="http://schemas.microsoft.com/office/drawing/2014/main" id="{E2AD34D2-176A-FFA8-4978-C218270EC79F}"/>
              </a:ext>
            </a:extLst>
          </p:cNvPr>
          <p:cNvSpPr/>
          <p:nvPr/>
        </p:nvSpPr>
        <p:spPr>
          <a:xfrm>
            <a:off x="6464007" y="300940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6" name="Gruppieren 445">
            <a:extLst>
              <a:ext uri="{FF2B5EF4-FFF2-40B4-BE49-F238E27FC236}">
                <a16:creationId xmlns:a16="http://schemas.microsoft.com/office/drawing/2014/main" id="{2A1647AC-6E31-0BCE-4496-AC0585503FA5}"/>
              </a:ext>
            </a:extLst>
          </p:cNvPr>
          <p:cNvGrpSpPr/>
          <p:nvPr/>
        </p:nvGrpSpPr>
        <p:grpSpPr>
          <a:xfrm rot="10800000">
            <a:off x="7442450" y="2608161"/>
            <a:ext cx="69580" cy="193454"/>
            <a:chOff x="2849757" y="2999802"/>
            <a:chExt cx="69580" cy="193454"/>
          </a:xfrm>
        </p:grpSpPr>
        <p:sp>
          <p:nvSpPr>
            <p:cNvPr id="447" name="Rechteck 446">
              <a:extLst>
                <a:ext uri="{FF2B5EF4-FFF2-40B4-BE49-F238E27FC236}">
                  <a16:creationId xmlns:a16="http://schemas.microsoft.com/office/drawing/2014/main" id="{9700959E-E259-6715-FAB9-614A97605CEC}"/>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8" name="Gerade Verbindung mit Pfeil 447">
              <a:extLst>
                <a:ext uri="{FF2B5EF4-FFF2-40B4-BE49-F238E27FC236}">
                  <a16:creationId xmlns:a16="http://schemas.microsoft.com/office/drawing/2014/main" id="{8FDCD703-6110-D182-46D7-F56DE32B473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54" name="Ellipse 453">
            <a:extLst>
              <a:ext uri="{FF2B5EF4-FFF2-40B4-BE49-F238E27FC236}">
                <a16:creationId xmlns:a16="http://schemas.microsoft.com/office/drawing/2014/main" id="{F5AC4FC0-002D-8324-EB04-802F2831ED7B}"/>
              </a:ext>
            </a:extLst>
          </p:cNvPr>
          <p:cNvSpPr/>
          <p:nvPr/>
        </p:nvSpPr>
        <p:spPr>
          <a:xfrm>
            <a:off x="9445283" y="271955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pic>
        <p:nvPicPr>
          <p:cNvPr id="204" name="Grafik 203">
            <a:extLst>
              <a:ext uri="{FF2B5EF4-FFF2-40B4-BE49-F238E27FC236}">
                <a16:creationId xmlns:a16="http://schemas.microsoft.com/office/drawing/2014/main" id="{39814D31-C871-20EF-470F-FA01ED2713E2}"/>
              </a:ext>
            </a:extLst>
          </p:cNvPr>
          <p:cNvPicPr>
            <a:picLocks noChangeAspect="1"/>
          </p:cNvPicPr>
          <p:nvPr/>
        </p:nvPicPr>
        <p:blipFill>
          <a:blip r:embed="rId10">
            <a:clrChange>
              <a:clrFrom>
                <a:srgbClr val="FFFFFF"/>
              </a:clrFrom>
              <a:clrTo>
                <a:srgbClr val="FFFFFF">
                  <a:alpha val="0"/>
                </a:srgbClr>
              </a:clrTo>
            </a:clrChange>
            <a:extLst>
              <a:ext uri="{BEBA8EAE-BF5A-486C-A8C5-ECC9F3942E4B}">
                <a14:imgProps xmlns:a14="http://schemas.microsoft.com/office/drawing/2010/main">
                  <a14:imgLayer r:embed="rId11">
                    <a14:imgEffect>
                      <a14:saturation sat="0"/>
                    </a14:imgEffect>
                  </a14:imgLayer>
                </a14:imgProps>
              </a:ext>
            </a:extLst>
          </a:blip>
          <a:stretch>
            <a:fillRect/>
          </a:stretch>
        </p:blipFill>
        <p:spPr>
          <a:xfrm rot="13408046">
            <a:off x="10224219" y="2565658"/>
            <a:ext cx="1181531" cy="834402"/>
          </a:xfrm>
          <a:prstGeom prst="rect">
            <a:avLst/>
          </a:prstGeom>
        </p:spPr>
      </p:pic>
    </p:spTree>
    <p:extLst>
      <p:ext uri="{BB962C8B-B14F-4D97-AF65-F5344CB8AC3E}">
        <p14:creationId xmlns:p14="http://schemas.microsoft.com/office/powerpoint/2010/main" val="2727441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err="1">
                <a:latin typeface="+mj-lt"/>
              </a:rPr>
              <a:t>Crimping</a:t>
            </a:r>
            <a:r>
              <a:rPr lang="de-DE" sz="1400" b="1" dirty="0">
                <a:latin typeface="+mj-lt"/>
              </a:rPr>
              <a:t> Unit</a:t>
            </a:r>
          </a:p>
        </p:txBody>
      </p:sp>
      <p:grpSp>
        <p:nvGrpSpPr>
          <p:cNvPr id="36" name="Gruppieren 35">
            <a:extLst>
              <a:ext uri="{FF2B5EF4-FFF2-40B4-BE49-F238E27FC236}">
                <a16:creationId xmlns:a16="http://schemas.microsoft.com/office/drawing/2014/main" id="{5B5F5C76-4031-93FC-00DA-A81FF52E9599}"/>
              </a:ext>
            </a:extLst>
          </p:cNvPr>
          <p:cNvGrpSpPr/>
          <p:nvPr/>
        </p:nvGrpSpPr>
        <p:grpSpPr>
          <a:xfrm flipH="1">
            <a:off x="1816102" y="2104777"/>
            <a:ext cx="2905075" cy="910804"/>
            <a:chOff x="2665629" y="1743464"/>
            <a:chExt cx="4704744" cy="1372569"/>
          </a:xfrm>
        </p:grpSpPr>
        <p:pic>
          <p:nvPicPr>
            <p:cNvPr id="37" name="Grafik 36">
              <a:extLst>
                <a:ext uri="{FF2B5EF4-FFF2-40B4-BE49-F238E27FC236}">
                  <a16:creationId xmlns:a16="http://schemas.microsoft.com/office/drawing/2014/main" id="{54252E1A-FCB4-897F-3505-C05D9CF3DBF6}"/>
                </a:ext>
              </a:extLst>
            </p:cNvPr>
            <p:cNvPicPr>
              <a:picLocks noChangeAspect="1"/>
            </p:cNvPicPr>
            <p:nvPr/>
          </p:nvPicPr>
          <p:blipFill>
            <a:blip r:embed="rId2"/>
            <a:stretch>
              <a:fillRect/>
            </a:stretch>
          </p:blipFill>
          <p:spPr>
            <a:xfrm>
              <a:off x="2665629" y="1954563"/>
              <a:ext cx="2576294" cy="985785"/>
            </a:xfrm>
            <a:prstGeom prst="rect">
              <a:avLst/>
            </a:prstGeom>
          </p:spPr>
        </p:pic>
        <p:pic>
          <p:nvPicPr>
            <p:cNvPr id="38" name="Grafik 37">
              <a:extLst>
                <a:ext uri="{FF2B5EF4-FFF2-40B4-BE49-F238E27FC236}">
                  <a16:creationId xmlns:a16="http://schemas.microsoft.com/office/drawing/2014/main" id="{661955EA-4790-F7F9-1586-A0B21470D0D2}"/>
                </a:ext>
              </a:extLst>
            </p:cNvPr>
            <p:cNvPicPr>
              <a:picLocks noChangeAspect="1"/>
            </p:cNvPicPr>
            <p:nvPr/>
          </p:nvPicPr>
          <p:blipFill>
            <a:blip r:embed="rId3">
              <a:clrChange>
                <a:clrFrom>
                  <a:srgbClr val="FFFFFF"/>
                </a:clrFrom>
                <a:clrTo>
                  <a:srgbClr val="FFFFFF">
                    <a:alpha val="0"/>
                  </a:srgbClr>
                </a:clrTo>
              </a:clrChange>
            </a:blip>
            <a:srcRect l="3053" t="45250" r="41264"/>
            <a:stretch/>
          </p:blipFill>
          <p:spPr>
            <a:xfrm>
              <a:off x="6062069" y="2080557"/>
              <a:ext cx="1308304" cy="397731"/>
            </a:xfrm>
            <a:prstGeom prst="rect">
              <a:avLst/>
            </a:prstGeom>
          </p:spPr>
        </p:pic>
        <p:sp>
          <p:nvSpPr>
            <p:cNvPr id="39" name="Rechteck 38">
              <a:extLst>
                <a:ext uri="{FF2B5EF4-FFF2-40B4-BE49-F238E27FC236}">
                  <a16:creationId xmlns:a16="http://schemas.microsoft.com/office/drawing/2014/main" id="{0BAF62E9-708E-4677-97AB-598E89107F65}"/>
                </a:ext>
              </a:extLst>
            </p:cNvPr>
            <p:cNvSpPr/>
            <p:nvPr/>
          </p:nvSpPr>
          <p:spPr>
            <a:xfrm rot="16200000">
              <a:off x="5119900" y="2167290"/>
              <a:ext cx="992605" cy="4391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0" name="Rechteck 39">
              <a:extLst>
                <a:ext uri="{FF2B5EF4-FFF2-40B4-BE49-F238E27FC236}">
                  <a16:creationId xmlns:a16="http://schemas.microsoft.com/office/drawing/2014/main" id="{E6F0A242-6287-5DD7-7212-7F218E14DD4C}"/>
                </a:ext>
              </a:extLst>
            </p:cNvPr>
            <p:cNvSpPr/>
            <p:nvPr/>
          </p:nvSpPr>
          <p:spPr>
            <a:xfrm rot="16200000">
              <a:off x="6012545" y="2279181"/>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1" name="Rechteck 40">
              <a:extLst>
                <a:ext uri="{FF2B5EF4-FFF2-40B4-BE49-F238E27FC236}">
                  <a16:creationId xmlns:a16="http://schemas.microsoft.com/office/drawing/2014/main" id="{84F8A04D-86CC-9478-CFB3-D22C964A43CA}"/>
                </a:ext>
              </a:extLst>
            </p:cNvPr>
            <p:cNvSpPr/>
            <p:nvPr/>
          </p:nvSpPr>
          <p:spPr>
            <a:xfrm rot="16200000">
              <a:off x="6012545" y="1987419"/>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2" name="Rechteck 41">
              <a:extLst>
                <a:ext uri="{FF2B5EF4-FFF2-40B4-BE49-F238E27FC236}">
                  <a16:creationId xmlns:a16="http://schemas.microsoft.com/office/drawing/2014/main" id="{F1A7177E-9D7A-F397-17B9-69D60DD6545C}"/>
                </a:ext>
              </a:extLst>
            </p:cNvPr>
            <p:cNvSpPr/>
            <p:nvPr/>
          </p:nvSpPr>
          <p:spPr>
            <a:xfrm rot="16200000">
              <a:off x="4608037" y="2331836"/>
              <a:ext cx="1372569" cy="1958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grpSp>
      <p:sp>
        <p:nvSpPr>
          <p:cNvPr id="49" name="Rechteck 48">
            <a:extLst>
              <a:ext uri="{FF2B5EF4-FFF2-40B4-BE49-F238E27FC236}">
                <a16:creationId xmlns:a16="http://schemas.microsoft.com/office/drawing/2014/main" id="{167EE6C6-D0D4-CF52-7D76-C210619700F9}"/>
              </a:ext>
            </a:extLst>
          </p:cNvPr>
          <p:cNvSpPr/>
          <p:nvPr/>
        </p:nvSpPr>
        <p:spPr>
          <a:xfrm rot="5400000">
            <a:off x="8815256" y="1886418"/>
            <a:ext cx="112856" cy="1842991"/>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8805518" y="1644107"/>
            <a:ext cx="120591" cy="1837014"/>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8845548" y="1988251"/>
            <a:ext cx="120591" cy="140587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5" name="Rechteck 64">
            <a:extLst>
              <a:ext uri="{FF2B5EF4-FFF2-40B4-BE49-F238E27FC236}">
                <a16:creationId xmlns:a16="http://schemas.microsoft.com/office/drawing/2014/main" id="{5C90908F-B986-1652-CAAB-F13D9515B649}"/>
              </a:ext>
            </a:extLst>
          </p:cNvPr>
          <p:cNvSpPr/>
          <p:nvPr/>
        </p:nvSpPr>
        <p:spPr>
          <a:xfrm>
            <a:off x="7262630" y="1592580"/>
            <a:ext cx="610552" cy="491007"/>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B9204D8-B2AB-3305-0CF4-BFFF1E6BE094}"/>
              </a:ext>
            </a:extLst>
          </p:cNvPr>
          <p:cNvSpPr/>
          <p:nvPr/>
        </p:nvSpPr>
        <p:spPr>
          <a:xfrm>
            <a:off x="7270619" y="2690107"/>
            <a:ext cx="572802" cy="491007"/>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67" name="Gerade Verbindung mit Pfeil 66">
            <a:extLst>
              <a:ext uri="{FF2B5EF4-FFF2-40B4-BE49-F238E27FC236}">
                <a16:creationId xmlns:a16="http://schemas.microsoft.com/office/drawing/2014/main" id="{BC1B06AD-B3A8-F3AF-2F8F-6F70761A0ED3}"/>
              </a:ext>
            </a:extLst>
          </p:cNvPr>
          <p:cNvCxnSpPr>
            <a:cxnSpLocks/>
          </p:cNvCxnSpPr>
          <p:nvPr/>
        </p:nvCxnSpPr>
        <p:spPr>
          <a:xfrm>
            <a:off x="7575896" y="1211405"/>
            <a:ext cx="0" cy="310939"/>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8" name="Gerade Verbindung mit Pfeil 67">
            <a:extLst>
              <a:ext uri="{FF2B5EF4-FFF2-40B4-BE49-F238E27FC236}">
                <a16:creationId xmlns:a16="http://schemas.microsoft.com/office/drawing/2014/main" id="{E3256781-7670-DF1E-9089-5F81295D8C3D}"/>
              </a:ext>
            </a:extLst>
          </p:cNvPr>
          <p:cNvCxnSpPr>
            <a:cxnSpLocks/>
          </p:cNvCxnSpPr>
          <p:nvPr/>
        </p:nvCxnSpPr>
        <p:spPr>
          <a:xfrm flipV="1">
            <a:off x="7575896" y="3278257"/>
            <a:ext cx="5576" cy="3191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3" name="Rechteck 2">
            <a:extLst>
              <a:ext uri="{FF2B5EF4-FFF2-40B4-BE49-F238E27FC236}">
                <a16:creationId xmlns:a16="http://schemas.microsoft.com/office/drawing/2014/main" id="{ED1C7CF9-5062-AE98-F545-44C42C339999}"/>
              </a:ext>
            </a:extLst>
          </p:cNvPr>
          <p:cNvSpPr/>
          <p:nvPr/>
        </p:nvSpPr>
        <p:spPr>
          <a:xfrm>
            <a:off x="7950189" y="2872325"/>
            <a:ext cx="1842991" cy="260645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4" name="Gruppieren 33">
            <a:extLst>
              <a:ext uri="{FF2B5EF4-FFF2-40B4-BE49-F238E27FC236}">
                <a16:creationId xmlns:a16="http://schemas.microsoft.com/office/drawing/2014/main" id="{96B07745-C52B-946F-63A5-616ECBFB77DC}"/>
              </a:ext>
            </a:extLst>
          </p:cNvPr>
          <p:cNvGrpSpPr/>
          <p:nvPr/>
        </p:nvGrpSpPr>
        <p:grpSpPr>
          <a:xfrm>
            <a:off x="4702029" y="2072430"/>
            <a:ext cx="3141394" cy="906315"/>
            <a:chOff x="2665629" y="1701482"/>
            <a:chExt cx="4704744" cy="1365804"/>
          </a:xfrm>
        </p:grpSpPr>
        <p:pic>
          <p:nvPicPr>
            <p:cNvPr id="32" name="Grafik 31">
              <a:extLst>
                <a:ext uri="{FF2B5EF4-FFF2-40B4-BE49-F238E27FC236}">
                  <a16:creationId xmlns:a16="http://schemas.microsoft.com/office/drawing/2014/main" id="{E835D067-FEE2-80EF-54F3-F410EEAC33A0}"/>
                </a:ext>
              </a:extLst>
            </p:cNvPr>
            <p:cNvPicPr>
              <a:picLocks noChangeAspect="1"/>
            </p:cNvPicPr>
            <p:nvPr/>
          </p:nvPicPr>
          <p:blipFill>
            <a:blip r:embed="rId2"/>
            <a:stretch>
              <a:fillRect/>
            </a:stretch>
          </p:blipFill>
          <p:spPr>
            <a:xfrm>
              <a:off x="2665629" y="1954563"/>
              <a:ext cx="2576294" cy="985785"/>
            </a:xfrm>
            <a:prstGeom prst="rect">
              <a:avLst/>
            </a:prstGeom>
          </p:spPr>
        </p:pic>
        <p:pic>
          <p:nvPicPr>
            <p:cNvPr id="63" name="Grafik 62">
              <a:extLst>
                <a:ext uri="{FF2B5EF4-FFF2-40B4-BE49-F238E27FC236}">
                  <a16:creationId xmlns:a16="http://schemas.microsoft.com/office/drawing/2014/main" id="{52CE7228-BEF7-3195-3F61-C9E58E22144C}"/>
                </a:ext>
              </a:extLst>
            </p:cNvPr>
            <p:cNvPicPr>
              <a:picLocks noChangeAspect="1"/>
            </p:cNvPicPr>
            <p:nvPr/>
          </p:nvPicPr>
          <p:blipFill>
            <a:blip r:embed="rId3">
              <a:clrChange>
                <a:clrFrom>
                  <a:srgbClr val="FFFFFF"/>
                </a:clrFrom>
                <a:clrTo>
                  <a:srgbClr val="FFFFFF">
                    <a:alpha val="0"/>
                  </a:srgbClr>
                </a:clrTo>
              </a:clrChange>
            </a:blip>
            <a:srcRect l="3053" t="45250" r="41264"/>
            <a:stretch/>
          </p:blipFill>
          <p:spPr>
            <a:xfrm>
              <a:off x="6062069" y="2080557"/>
              <a:ext cx="1308304" cy="397731"/>
            </a:xfrm>
            <a:prstGeom prst="rect">
              <a:avLst/>
            </a:prstGeom>
          </p:spPr>
        </p:pic>
        <p:sp>
          <p:nvSpPr>
            <p:cNvPr id="17" name="Rechteck 16">
              <a:extLst>
                <a:ext uri="{FF2B5EF4-FFF2-40B4-BE49-F238E27FC236}">
                  <a16:creationId xmlns:a16="http://schemas.microsoft.com/office/drawing/2014/main" id="{E4D9726F-3D20-702F-D218-532541E9855F}"/>
                </a:ext>
              </a:extLst>
            </p:cNvPr>
            <p:cNvSpPr/>
            <p:nvPr/>
          </p:nvSpPr>
          <p:spPr>
            <a:xfrm rot="16200000">
              <a:off x="5119900" y="2167290"/>
              <a:ext cx="992605" cy="4391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8" name="Rechteck 17">
              <a:extLst>
                <a:ext uri="{FF2B5EF4-FFF2-40B4-BE49-F238E27FC236}">
                  <a16:creationId xmlns:a16="http://schemas.microsoft.com/office/drawing/2014/main" id="{76B7C818-A397-4B66-D1DC-504BDFBC8641}"/>
                </a:ext>
              </a:extLst>
            </p:cNvPr>
            <p:cNvSpPr/>
            <p:nvPr/>
          </p:nvSpPr>
          <p:spPr>
            <a:xfrm rot="16200000">
              <a:off x="6012545" y="2279181"/>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9" name="Rechteck 18">
              <a:extLst>
                <a:ext uri="{FF2B5EF4-FFF2-40B4-BE49-F238E27FC236}">
                  <a16:creationId xmlns:a16="http://schemas.microsoft.com/office/drawing/2014/main" id="{5D8019B8-7D41-9B3C-6903-169E9BB7A321}"/>
                </a:ext>
              </a:extLst>
            </p:cNvPr>
            <p:cNvSpPr/>
            <p:nvPr/>
          </p:nvSpPr>
          <p:spPr>
            <a:xfrm rot="16200000">
              <a:off x="6012545" y="1987419"/>
              <a:ext cx="204537" cy="5354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0" name="Rechteck 19">
              <a:extLst>
                <a:ext uri="{FF2B5EF4-FFF2-40B4-BE49-F238E27FC236}">
                  <a16:creationId xmlns:a16="http://schemas.microsoft.com/office/drawing/2014/main" id="{64F138DA-08CC-AFF1-8BAA-89AD9981A3BC}"/>
                </a:ext>
              </a:extLst>
            </p:cNvPr>
            <p:cNvSpPr/>
            <p:nvPr/>
          </p:nvSpPr>
          <p:spPr>
            <a:xfrm rot="16200000">
              <a:off x="4618186" y="2290363"/>
              <a:ext cx="1365804" cy="18804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grpSp>
      <p:sp>
        <p:nvSpPr>
          <p:cNvPr id="21" name="Rechteck 20">
            <a:extLst>
              <a:ext uri="{FF2B5EF4-FFF2-40B4-BE49-F238E27FC236}">
                <a16:creationId xmlns:a16="http://schemas.microsoft.com/office/drawing/2014/main" id="{B4AC8509-8E03-2FE4-D840-2F44F23D9B58}"/>
              </a:ext>
            </a:extLst>
          </p:cNvPr>
          <p:cNvSpPr/>
          <p:nvPr/>
        </p:nvSpPr>
        <p:spPr>
          <a:xfrm>
            <a:off x="3968918" y="3239584"/>
            <a:ext cx="1466220" cy="97248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3" name="Rechteck 22">
            <a:extLst>
              <a:ext uri="{FF2B5EF4-FFF2-40B4-BE49-F238E27FC236}">
                <a16:creationId xmlns:a16="http://schemas.microsoft.com/office/drawing/2014/main" id="{F05291A4-7860-7AA3-1D4D-D24B2D9F0EA6}"/>
              </a:ext>
            </a:extLst>
          </p:cNvPr>
          <p:cNvSpPr/>
          <p:nvPr/>
        </p:nvSpPr>
        <p:spPr>
          <a:xfrm>
            <a:off x="3613315" y="2864341"/>
            <a:ext cx="2278388" cy="37524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cxnSp>
        <p:nvCxnSpPr>
          <p:cNvPr id="25" name="Gerade Verbindung mit Pfeil 24">
            <a:extLst>
              <a:ext uri="{FF2B5EF4-FFF2-40B4-BE49-F238E27FC236}">
                <a16:creationId xmlns:a16="http://schemas.microsoft.com/office/drawing/2014/main" id="{ED8F83E6-A389-FCB0-DAA9-9D7833A63727}"/>
              </a:ext>
            </a:extLst>
          </p:cNvPr>
          <p:cNvCxnSpPr>
            <a:cxnSpLocks/>
          </p:cNvCxnSpPr>
          <p:nvPr/>
        </p:nvCxnSpPr>
        <p:spPr>
          <a:xfrm flipH="1">
            <a:off x="5708186" y="2195732"/>
            <a:ext cx="555312"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26" name="Pfeil: nach links gekrümmt 25">
            <a:extLst>
              <a:ext uri="{FF2B5EF4-FFF2-40B4-BE49-F238E27FC236}">
                <a16:creationId xmlns:a16="http://schemas.microsoft.com/office/drawing/2014/main" id="{F17DEB65-C4C6-116A-25D0-C650016C91F6}"/>
              </a:ext>
            </a:extLst>
          </p:cNvPr>
          <p:cNvSpPr/>
          <p:nvPr/>
        </p:nvSpPr>
        <p:spPr>
          <a:xfrm>
            <a:off x="4305239" y="3518485"/>
            <a:ext cx="894540" cy="437558"/>
          </a:xfrm>
          <a:prstGeom prst="curvedLeftArrow">
            <a:avLst>
              <a:gd name="adj1" fmla="val 2609"/>
              <a:gd name="adj2" fmla="val 29910"/>
              <a:gd name="adj3" fmla="val 3334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7944730" y="2083587"/>
            <a:ext cx="1846397" cy="502558"/>
            <a:chOff x="6539673" y="1769006"/>
            <a:chExt cx="2765278"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6539673" y="1769006"/>
              <a:ext cx="2765278" cy="517749"/>
              <a:chOff x="6553808" y="2441551"/>
              <a:chExt cx="2765278"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64" name="Gruppieren 63">
                <a:extLst>
                  <a:ext uri="{FF2B5EF4-FFF2-40B4-BE49-F238E27FC236}">
                    <a16:creationId xmlns:a16="http://schemas.microsoft.com/office/drawing/2014/main" id="{239748FE-C292-3199-352D-93AE4A0F5462}"/>
                  </a:ext>
                </a:extLst>
              </p:cNvPr>
              <p:cNvGrpSpPr/>
              <p:nvPr/>
            </p:nvGrpSpPr>
            <p:grpSpPr>
              <a:xfrm>
                <a:off x="6553808" y="2527517"/>
                <a:ext cx="2765278" cy="170489"/>
                <a:chOff x="4213666" y="1534913"/>
                <a:chExt cx="2765278" cy="170489"/>
              </a:xfrm>
            </p:grpSpPr>
            <p:sp>
              <p:nvSpPr>
                <p:cNvPr id="45" name="Rechteck 44">
                  <a:extLst>
                    <a:ext uri="{FF2B5EF4-FFF2-40B4-BE49-F238E27FC236}">
                      <a16:creationId xmlns:a16="http://schemas.microsoft.com/office/drawing/2014/main" id="{53573954-C09A-D124-66B0-053700DCE8A4}"/>
                    </a:ext>
                  </a:extLst>
                </p:cNvPr>
                <p:cNvSpPr/>
                <p:nvPr/>
              </p:nvSpPr>
              <p:spPr>
                <a:xfrm rot="5400000">
                  <a:off x="5505074" y="244336"/>
                  <a:ext cx="170071" cy="2751225"/>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 name="Rechteck 60">
                  <a:extLst>
                    <a:ext uri="{FF2B5EF4-FFF2-40B4-BE49-F238E27FC236}">
                      <a16:creationId xmlns:a16="http://schemas.microsoft.com/office/drawing/2014/main" id="{146C0775-7B82-C30A-5E24-8A290C81C4B6}"/>
                    </a:ext>
                  </a:extLst>
                </p:cNvPr>
                <p:cNvSpPr/>
                <p:nvPr/>
              </p:nvSpPr>
              <p:spPr>
                <a:xfrm rot="5400000">
                  <a:off x="6731908" y="1458035"/>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 name="Rechteck 61">
                  <a:extLst>
                    <a:ext uri="{FF2B5EF4-FFF2-40B4-BE49-F238E27FC236}">
                      <a16:creationId xmlns:a16="http://schemas.microsoft.com/office/drawing/2014/main" id="{056468D7-EF2C-8020-BE74-B46BF68F2869}"/>
                    </a:ext>
                  </a:extLst>
                </p:cNvPr>
                <p:cNvSpPr/>
                <p:nvPr/>
              </p:nvSpPr>
              <p:spPr>
                <a:xfrm rot="5400000">
                  <a:off x="4290630" y="145836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4" name="Gerader Verbinder 43">
            <a:extLst>
              <a:ext uri="{FF2B5EF4-FFF2-40B4-BE49-F238E27FC236}">
                <a16:creationId xmlns:a16="http://schemas.microsoft.com/office/drawing/2014/main" id="{2C2EDFC5-BD26-D23E-7981-2C5CED0FC5FA}"/>
              </a:ext>
            </a:extLst>
          </p:cNvPr>
          <p:cNvCxnSpPr>
            <a:cxnSpLocks/>
          </p:cNvCxnSpPr>
          <p:nvPr/>
        </p:nvCxnSpPr>
        <p:spPr>
          <a:xfrm>
            <a:off x="9489800" y="2382200"/>
            <a:ext cx="464199" cy="0"/>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6" name="Gerader Verbinder 45">
            <a:extLst>
              <a:ext uri="{FF2B5EF4-FFF2-40B4-BE49-F238E27FC236}">
                <a16:creationId xmlns:a16="http://schemas.microsoft.com/office/drawing/2014/main" id="{F694EB67-539F-5616-81E1-BEE86F93AFD8}"/>
              </a:ext>
            </a:extLst>
          </p:cNvPr>
          <p:cNvCxnSpPr>
            <a:cxnSpLocks/>
          </p:cNvCxnSpPr>
          <p:nvPr/>
        </p:nvCxnSpPr>
        <p:spPr>
          <a:xfrm>
            <a:off x="9942882" y="2382200"/>
            <a:ext cx="301482" cy="424382"/>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8" name="Gerader Verbinder 47">
            <a:extLst>
              <a:ext uri="{FF2B5EF4-FFF2-40B4-BE49-F238E27FC236}">
                <a16:creationId xmlns:a16="http://schemas.microsoft.com/office/drawing/2014/main" id="{A369E4F6-58C4-43C6-64D9-C9510EBF5A47}"/>
              </a:ext>
            </a:extLst>
          </p:cNvPr>
          <p:cNvCxnSpPr>
            <a:cxnSpLocks/>
          </p:cNvCxnSpPr>
          <p:nvPr/>
        </p:nvCxnSpPr>
        <p:spPr>
          <a:xfrm>
            <a:off x="10242917" y="2790577"/>
            <a:ext cx="6016" cy="2200523"/>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4" name="Rechteck 3">
            <a:extLst>
              <a:ext uri="{FF2B5EF4-FFF2-40B4-BE49-F238E27FC236}">
                <a16:creationId xmlns:a16="http://schemas.microsoft.com/office/drawing/2014/main" id="{02EB7787-9896-48F6-302C-B6C614D7ECFA}"/>
              </a:ext>
            </a:extLst>
          </p:cNvPr>
          <p:cNvSpPr/>
          <p:nvPr/>
        </p:nvSpPr>
        <p:spPr>
          <a:xfrm>
            <a:off x="9799483" y="3040017"/>
            <a:ext cx="441892"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FD47C33C-4339-D9E1-AD0A-234FAF1592CA}"/>
              </a:ext>
            </a:extLst>
          </p:cNvPr>
          <p:cNvSpPr/>
          <p:nvPr/>
        </p:nvSpPr>
        <p:spPr>
          <a:xfrm>
            <a:off x="9796371" y="3826048"/>
            <a:ext cx="446546"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47" name="Gerade Verbindung mit Pfeil 46">
            <a:extLst>
              <a:ext uri="{FF2B5EF4-FFF2-40B4-BE49-F238E27FC236}">
                <a16:creationId xmlns:a16="http://schemas.microsoft.com/office/drawing/2014/main" id="{B8DA5E4B-B30D-433A-8EC0-753422405AE6}"/>
              </a:ext>
            </a:extLst>
          </p:cNvPr>
          <p:cNvCxnSpPr>
            <a:cxnSpLocks/>
          </p:cNvCxnSpPr>
          <p:nvPr/>
        </p:nvCxnSpPr>
        <p:spPr>
          <a:xfrm flipH="1">
            <a:off x="3300782" y="2201082"/>
            <a:ext cx="555312"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grpSp>
        <p:nvGrpSpPr>
          <p:cNvPr id="72" name="Gruppieren 71">
            <a:extLst>
              <a:ext uri="{FF2B5EF4-FFF2-40B4-BE49-F238E27FC236}">
                <a16:creationId xmlns:a16="http://schemas.microsoft.com/office/drawing/2014/main" id="{B4189B01-C236-9473-3F82-678F31081DAD}"/>
              </a:ext>
            </a:extLst>
          </p:cNvPr>
          <p:cNvGrpSpPr/>
          <p:nvPr/>
        </p:nvGrpSpPr>
        <p:grpSpPr>
          <a:xfrm>
            <a:off x="7989143" y="2470158"/>
            <a:ext cx="697535" cy="127074"/>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9051100" y="2461399"/>
            <a:ext cx="697535" cy="127074"/>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88" name="Gerade Verbindung mit Pfeil 87">
            <a:extLst>
              <a:ext uri="{FF2B5EF4-FFF2-40B4-BE49-F238E27FC236}">
                <a16:creationId xmlns:a16="http://schemas.microsoft.com/office/drawing/2014/main" id="{2B9261D0-FFF2-F147-FE90-903868AF9A24}"/>
              </a:ext>
            </a:extLst>
          </p:cNvPr>
          <p:cNvCxnSpPr>
            <a:cxnSpLocks/>
          </p:cNvCxnSpPr>
          <p:nvPr/>
        </p:nvCxnSpPr>
        <p:spPr>
          <a:xfrm flipH="1">
            <a:off x="9006245" y="2003146"/>
            <a:ext cx="328605"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90" name="Gerade Verbindung mit Pfeil 89">
            <a:extLst>
              <a:ext uri="{FF2B5EF4-FFF2-40B4-BE49-F238E27FC236}">
                <a16:creationId xmlns:a16="http://schemas.microsoft.com/office/drawing/2014/main" id="{DE7EC852-E5A3-4FD8-4E6D-5BE89386F8B7}"/>
              </a:ext>
            </a:extLst>
          </p:cNvPr>
          <p:cNvCxnSpPr>
            <a:cxnSpLocks/>
          </p:cNvCxnSpPr>
          <p:nvPr/>
        </p:nvCxnSpPr>
        <p:spPr>
          <a:xfrm flipV="1">
            <a:off x="6466926" y="2308821"/>
            <a:ext cx="0" cy="397713"/>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cxnSp>
        <p:nvCxnSpPr>
          <p:cNvPr id="92" name="Gerade Verbindung mit Pfeil 91">
            <a:extLst>
              <a:ext uri="{FF2B5EF4-FFF2-40B4-BE49-F238E27FC236}">
                <a16:creationId xmlns:a16="http://schemas.microsoft.com/office/drawing/2014/main" id="{4B2E7C99-083E-45AC-8D5F-B484C09DEC47}"/>
              </a:ext>
            </a:extLst>
          </p:cNvPr>
          <p:cNvCxnSpPr>
            <a:cxnSpLocks/>
          </p:cNvCxnSpPr>
          <p:nvPr/>
        </p:nvCxnSpPr>
        <p:spPr>
          <a:xfrm flipV="1">
            <a:off x="3096858" y="2326812"/>
            <a:ext cx="0" cy="397713"/>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22" name="Rechteck 21">
            <a:extLst>
              <a:ext uri="{FF2B5EF4-FFF2-40B4-BE49-F238E27FC236}">
                <a16:creationId xmlns:a16="http://schemas.microsoft.com/office/drawing/2014/main" id="{2E4EA567-2F80-23E6-0106-35F9FAF435B7}"/>
              </a:ext>
            </a:extLst>
          </p:cNvPr>
          <p:cNvSpPr/>
          <p:nvPr/>
        </p:nvSpPr>
        <p:spPr>
          <a:xfrm>
            <a:off x="1085888" y="2593453"/>
            <a:ext cx="1204947" cy="1628576"/>
          </a:xfrm>
          <a:prstGeom prst="rect">
            <a:avLst/>
          </a:prstGeom>
          <a:gradFill>
            <a:gsLst>
              <a:gs pos="100000">
                <a:schemeClr val="bg1">
                  <a:lumMod val="65000"/>
                </a:schemeClr>
              </a:gs>
              <a:gs pos="100000">
                <a:schemeClr val="accent1">
                  <a:tint val="50000"/>
                  <a:shade val="100000"/>
                  <a:satMod val="350000"/>
                </a:schemeClr>
              </a:gs>
            </a:gsLst>
          </a:gradFill>
          <a:ln>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1" name="Rechteck 30">
            <a:extLst>
              <a:ext uri="{FF2B5EF4-FFF2-40B4-BE49-F238E27FC236}">
                <a16:creationId xmlns:a16="http://schemas.microsoft.com/office/drawing/2014/main" id="{B21338A5-5FE8-34A4-8F74-73BC5CD6CFFF}"/>
              </a:ext>
            </a:extLst>
          </p:cNvPr>
          <p:cNvSpPr/>
          <p:nvPr/>
        </p:nvSpPr>
        <p:spPr>
          <a:xfrm>
            <a:off x="1402326" y="2329501"/>
            <a:ext cx="401129" cy="263925"/>
          </a:xfrm>
          <a:prstGeom prst="rect">
            <a:avLst/>
          </a:prstGeom>
          <a:gradFill>
            <a:gsLst>
              <a:gs pos="100000">
                <a:schemeClr val="bg1">
                  <a:lumMod val="65000"/>
                </a:schemeClr>
              </a:gs>
              <a:gs pos="100000">
                <a:schemeClr val="accent1">
                  <a:tint val="50000"/>
                  <a:shade val="100000"/>
                  <a:satMod val="350000"/>
                </a:schemeClr>
              </a:gs>
            </a:gsLst>
          </a:gradFill>
          <a:ln>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3" name="Textfeld 42">
            <a:extLst>
              <a:ext uri="{FF2B5EF4-FFF2-40B4-BE49-F238E27FC236}">
                <a16:creationId xmlns:a16="http://schemas.microsoft.com/office/drawing/2014/main" id="{E33350F1-0E18-0BBD-BF9D-708854161389}"/>
              </a:ext>
            </a:extLst>
          </p:cNvPr>
          <p:cNvSpPr txBox="1"/>
          <p:nvPr/>
        </p:nvSpPr>
        <p:spPr>
          <a:xfrm>
            <a:off x="6840121" y="662212"/>
            <a:ext cx="1076705" cy="461665"/>
          </a:xfrm>
          <a:prstGeom prst="rect">
            <a:avLst/>
          </a:prstGeom>
          <a:noFill/>
        </p:spPr>
        <p:txBody>
          <a:bodyPr wrap="none" rtlCol="0">
            <a:spAutoFit/>
          </a:bodyPr>
          <a:lstStyle/>
          <a:p>
            <a:r>
              <a:rPr lang="de-DE" sz="1200" dirty="0" err="1"/>
              <a:t>Crimping</a:t>
            </a:r>
            <a:r>
              <a:rPr lang="de-DE" sz="1200" dirty="0"/>
              <a:t> Tool </a:t>
            </a:r>
          </a:p>
          <a:p>
            <a:r>
              <a:rPr lang="de-DE" sz="1200" dirty="0"/>
              <a:t>„Upper Die“ </a:t>
            </a:r>
          </a:p>
        </p:txBody>
      </p:sp>
      <p:sp>
        <p:nvSpPr>
          <p:cNvPr id="55" name="Textfeld 54">
            <a:extLst>
              <a:ext uri="{FF2B5EF4-FFF2-40B4-BE49-F238E27FC236}">
                <a16:creationId xmlns:a16="http://schemas.microsoft.com/office/drawing/2014/main" id="{C7543E2A-9379-DB92-1CA1-8D7EF3A16893}"/>
              </a:ext>
            </a:extLst>
          </p:cNvPr>
          <p:cNvSpPr txBox="1"/>
          <p:nvPr/>
        </p:nvSpPr>
        <p:spPr>
          <a:xfrm>
            <a:off x="6761263" y="3624592"/>
            <a:ext cx="1076705" cy="461665"/>
          </a:xfrm>
          <a:prstGeom prst="rect">
            <a:avLst/>
          </a:prstGeom>
          <a:noFill/>
        </p:spPr>
        <p:txBody>
          <a:bodyPr wrap="none" rtlCol="0">
            <a:spAutoFit/>
          </a:bodyPr>
          <a:lstStyle/>
          <a:p>
            <a:r>
              <a:rPr lang="de-DE" sz="1200" dirty="0" err="1"/>
              <a:t>Crimping</a:t>
            </a:r>
            <a:r>
              <a:rPr lang="de-DE" sz="1200" dirty="0"/>
              <a:t> Tool </a:t>
            </a:r>
          </a:p>
          <a:p>
            <a:r>
              <a:rPr lang="de-DE" sz="1200" dirty="0"/>
              <a:t>„Lower Die“ </a:t>
            </a:r>
          </a:p>
        </p:txBody>
      </p:sp>
      <p:sp>
        <p:nvSpPr>
          <p:cNvPr id="86" name="Rechteck 85">
            <a:extLst>
              <a:ext uri="{FF2B5EF4-FFF2-40B4-BE49-F238E27FC236}">
                <a16:creationId xmlns:a16="http://schemas.microsoft.com/office/drawing/2014/main" id="{6CB2AD77-2460-8ADC-5451-2FCAB7936413}"/>
              </a:ext>
            </a:extLst>
          </p:cNvPr>
          <p:cNvSpPr/>
          <p:nvPr/>
        </p:nvSpPr>
        <p:spPr>
          <a:xfrm>
            <a:off x="339473" y="4222029"/>
            <a:ext cx="5940252" cy="44353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87" name="Rechteck 86">
            <a:extLst>
              <a:ext uri="{FF2B5EF4-FFF2-40B4-BE49-F238E27FC236}">
                <a16:creationId xmlns:a16="http://schemas.microsoft.com/office/drawing/2014/main" id="{023C3ABA-6242-BFE2-4E16-9BB897445BC5}"/>
              </a:ext>
            </a:extLst>
          </p:cNvPr>
          <p:cNvSpPr/>
          <p:nvPr/>
        </p:nvSpPr>
        <p:spPr>
          <a:xfrm rot="5400000">
            <a:off x="8815256" y="4614480"/>
            <a:ext cx="112856" cy="1842991"/>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89" name="Rechteck 88">
            <a:extLst>
              <a:ext uri="{FF2B5EF4-FFF2-40B4-BE49-F238E27FC236}">
                <a16:creationId xmlns:a16="http://schemas.microsoft.com/office/drawing/2014/main" id="{324AEA39-2D67-1DED-E729-E34FFB88A7BC}"/>
              </a:ext>
            </a:extLst>
          </p:cNvPr>
          <p:cNvSpPr/>
          <p:nvPr/>
        </p:nvSpPr>
        <p:spPr>
          <a:xfrm rot="5400000">
            <a:off x="8805517" y="4949761"/>
            <a:ext cx="120591" cy="140587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6" name="Rechteck 105">
            <a:extLst>
              <a:ext uri="{FF2B5EF4-FFF2-40B4-BE49-F238E27FC236}">
                <a16:creationId xmlns:a16="http://schemas.microsoft.com/office/drawing/2014/main" id="{3D083ACC-2F47-A5F2-F9BF-29115F4A6C97}"/>
              </a:ext>
            </a:extLst>
          </p:cNvPr>
          <p:cNvSpPr/>
          <p:nvPr/>
        </p:nvSpPr>
        <p:spPr>
          <a:xfrm rot="5400000">
            <a:off x="8816911" y="4867992"/>
            <a:ext cx="120591" cy="1837014"/>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07" name="Gruppieren 106">
            <a:extLst>
              <a:ext uri="{FF2B5EF4-FFF2-40B4-BE49-F238E27FC236}">
                <a16:creationId xmlns:a16="http://schemas.microsoft.com/office/drawing/2014/main" id="{F22F36A2-EF16-3B93-CFDF-FAF2D5F0DC99}"/>
              </a:ext>
            </a:extLst>
          </p:cNvPr>
          <p:cNvGrpSpPr/>
          <p:nvPr/>
        </p:nvGrpSpPr>
        <p:grpSpPr>
          <a:xfrm>
            <a:off x="7992916" y="5739763"/>
            <a:ext cx="697535" cy="127074"/>
            <a:chOff x="7588613" y="2300848"/>
            <a:chExt cx="1044672" cy="191499"/>
          </a:xfrm>
        </p:grpSpPr>
        <p:grpSp>
          <p:nvGrpSpPr>
            <p:cNvPr id="108" name="Gruppieren 107">
              <a:extLst>
                <a:ext uri="{FF2B5EF4-FFF2-40B4-BE49-F238E27FC236}">
                  <a16:creationId xmlns:a16="http://schemas.microsoft.com/office/drawing/2014/main" id="{A9479E13-4DBC-37AD-EB5C-3F67940B0F50}"/>
                </a:ext>
              </a:extLst>
            </p:cNvPr>
            <p:cNvGrpSpPr/>
            <p:nvPr/>
          </p:nvGrpSpPr>
          <p:grpSpPr>
            <a:xfrm rot="10800000">
              <a:off x="7588613" y="2300848"/>
              <a:ext cx="1044672" cy="191499"/>
              <a:chOff x="1845763" y="2203033"/>
              <a:chExt cx="665026" cy="138770"/>
            </a:xfrm>
          </p:grpSpPr>
          <p:grpSp>
            <p:nvGrpSpPr>
              <p:cNvPr id="110" name="Gruppieren 109">
                <a:extLst>
                  <a:ext uri="{FF2B5EF4-FFF2-40B4-BE49-F238E27FC236}">
                    <a16:creationId xmlns:a16="http://schemas.microsoft.com/office/drawing/2014/main" id="{9C6D5F97-60B1-FBA6-A7CF-BBC7D5FDF3F5}"/>
                  </a:ext>
                </a:extLst>
              </p:cNvPr>
              <p:cNvGrpSpPr/>
              <p:nvPr/>
            </p:nvGrpSpPr>
            <p:grpSpPr>
              <a:xfrm>
                <a:off x="2262811" y="2203034"/>
                <a:ext cx="247978" cy="138769"/>
                <a:chOff x="1809008" y="2120484"/>
                <a:chExt cx="247978" cy="138769"/>
              </a:xfrm>
            </p:grpSpPr>
            <p:sp>
              <p:nvSpPr>
                <p:cNvPr id="118" name="Rechteck 117">
                  <a:extLst>
                    <a:ext uri="{FF2B5EF4-FFF2-40B4-BE49-F238E27FC236}">
                      <a16:creationId xmlns:a16="http://schemas.microsoft.com/office/drawing/2014/main" id="{A0F61B71-D8A4-674F-AB7E-DD0A72FAD92F}"/>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19" name="Rechteck 118">
                  <a:extLst>
                    <a:ext uri="{FF2B5EF4-FFF2-40B4-BE49-F238E27FC236}">
                      <a16:creationId xmlns:a16="http://schemas.microsoft.com/office/drawing/2014/main" id="{F4D1BA27-E7B0-0E96-F1B1-DE3B8FE45A6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111" name="Gerader Verbinder 110">
                <a:extLst>
                  <a:ext uri="{FF2B5EF4-FFF2-40B4-BE49-F238E27FC236}">
                    <a16:creationId xmlns:a16="http://schemas.microsoft.com/office/drawing/2014/main" id="{5E800AF0-301B-BFE0-9A21-6D9874063D9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2" name="Gerader Verbinder 111">
                <a:extLst>
                  <a:ext uri="{FF2B5EF4-FFF2-40B4-BE49-F238E27FC236}">
                    <a16:creationId xmlns:a16="http://schemas.microsoft.com/office/drawing/2014/main" id="{652AE369-398C-8F1D-CA33-82B2018D034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3" name="Gerader Verbinder 112">
                <a:extLst>
                  <a:ext uri="{FF2B5EF4-FFF2-40B4-BE49-F238E27FC236}">
                    <a16:creationId xmlns:a16="http://schemas.microsoft.com/office/drawing/2014/main" id="{70E4CA01-C258-9AFF-7FF4-F0D4D7A7BD65}"/>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4" name="Gerader Verbinder 113">
                <a:extLst>
                  <a:ext uri="{FF2B5EF4-FFF2-40B4-BE49-F238E27FC236}">
                    <a16:creationId xmlns:a16="http://schemas.microsoft.com/office/drawing/2014/main" id="{8DEEBDF1-C146-0962-22E0-04B1F45C7B6E}"/>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5" name="Gerader Verbinder 114">
                <a:extLst>
                  <a:ext uri="{FF2B5EF4-FFF2-40B4-BE49-F238E27FC236}">
                    <a16:creationId xmlns:a16="http://schemas.microsoft.com/office/drawing/2014/main" id="{1AF115E3-0C44-928C-211B-61098F28747A}"/>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6" name="Gerader Verbinder 115">
                <a:extLst>
                  <a:ext uri="{FF2B5EF4-FFF2-40B4-BE49-F238E27FC236}">
                    <a16:creationId xmlns:a16="http://schemas.microsoft.com/office/drawing/2014/main" id="{BC48626D-B48F-F5E0-E5BA-077276376CCE}"/>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7" name="Gerader Verbinder 116">
                <a:extLst>
                  <a:ext uri="{FF2B5EF4-FFF2-40B4-BE49-F238E27FC236}">
                    <a16:creationId xmlns:a16="http://schemas.microsoft.com/office/drawing/2014/main" id="{76C21E41-C34C-DBB9-DACA-382F95F624EF}"/>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09" name="Gerader Verbinder 108">
              <a:extLst>
                <a:ext uri="{FF2B5EF4-FFF2-40B4-BE49-F238E27FC236}">
                  <a16:creationId xmlns:a16="http://schemas.microsoft.com/office/drawing/2014/main" id="{DFC59D05-5836-4B95-52A2-479CA1A2CDAF}"/>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20" name="Gruppieren 119">
            <a:extLst>
              <a:ext uri="{FF2B5EF4-FFF2-40B4-BE49-F238E27FC236}">
                <a16:creationId xmlns:a16="http://schemas.microsoft.com/office/drawing/2014/main" id="{8953ADF6-B8F0-B7D3-1445-B09EA829049F}"/>
              </a:ext>
            </a:extLst>
          </p:cNvPr>
          <p:cNvGrpSpPr/>
          <p:nvPr/>
        </p:nvGrpSpPr>
        <p:grpSpPr>
          <a:xfrm rot="10800000">
            <a:off x="9085353" y="5746244"/>
            <a:ext cx="697535" cy="127074"/>
            <a:chOff x="7588613" y="2300848"/>
            <a:chExt cx="1044672" cy="191499"/>
          </a:xfrm>
        </p:grpSpPr>
        <p:grpSp>
          <p:nvGrpSpPr>
            <p:cNvPr id="121" name="Gruppieren 120">
              <a:extLst>
                <a:ext uri="{FF2B5EF4-FFF2-40B4-BE49-F238E27FC236}">
                  <a16:creationId xmlns:a16="http://schemas.microsoft.com/office/drawing/2014/main" id="{8911768C-4F22-851E-E2E9-4AAAF8B86784}"/>
                </a:ext>
              </a:extLst>
            </p:cNvPr>
            <p:cNvGrpSpPr/>
            <p:nvPr/>
          </p:nvGrpSpPr>
          <p:grpSpPr>
            <a:xfrm rot="10800000">
              <a:off x="7588613" y="2300848"/>
              <a:ext cx="1044672" cy="191499"/>
              <a:chOff x="1845763" y="2203033"/>
              <a:chExt cx="665026" cy="138770"/>
            </a:xfrm>
          </p:grpSpPr>
          <p:grpSp>
            <p:nvGrpSpPr>
              <p:cNvPr id="123" name="Gruppieren 122">
                <a:extLst>
                  <a:ext uri="{FF2B5EF4-FFF2-40B4-BE49-F238E27FC236}">
                    <a16:creationId xmlns:a16="http://schemas.microsoft.com/office/drawing/2014/main" id="{FDAF7AEC-2F1E-55D6-D119-21487F5C172A}"/>
                  </a:ext>
                </a:extLst>
              </p:cNvPr>
              <p:cNvGrpSpPr/>
              <p:nvPr/>
            </p:nvGrpSpPr>
            <p:grpSpPr>
              <a:xfrm>
                <a:off x="2262811" y="2203034"/>
                <a:ext cx="247978" cy="138769"/>
                <a:chOff x="1809008" y="2120484"/>
                <a:chExt cx="247978" cy="138769"/>
              </a:xfrm>
            </p:grpSpPr>
            <p:sp>
              <p:nvSpPr>
                <p:cNvPr id="131" name="Rechteck 130">
                  <a:extLst>
                    <a:ext uri="{FF2B5EF4-FFF2-40B4-BE49-F238E27FC236}">
                      <a16:creationId xmlns:a16="http://schemas.microsoft.com/office/drawing/2014/main" id="{1728AD92-B425-DF0E-EA9A-F50922809F9A}"/>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32" name="Rechteck 131">
                  <a:extLst>
                    <a:ext uri="{FF2B5EF4-FFF2-40B4-BE49-F238E27FC236}">
                      <a16:creationId xmlns:a16="http://schemas.microsoft.com/office/drawing/2014/main" id="{9675D895-7652-5CED-A485-852D877AF1BE}"/>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124" name="Gerader Verbinder 123">
                <a:extLst>
                  <a:ext uri="{FF2B5EF4-FFF2-40B4-BE49-F238E27FC236}">
                    <a16:creationId xmlns:a16="http://schemas.microsoft.com/office/drawing/2014/main" id="{797BBA53-7A78-85D7-6563-6499E9528629}"/>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Gerader Verbinder 124">
                <a:extLst>
                  <a:ext uri="{FF2B5EF4-FFF2-40B4-BE49-F238E27FC236}">
                    <a16:creationId xmlns:a16="http://schemas.microsoft.com/office/drawing/2014/main" id="{27AFE2A8-0988-4A2E-D43B-BB83C1FA6577}"/>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Gerader Verbinder 125">
                <a:extLst>
                  <a:ext uri="{FF2B5EF4-FFF2-40B4-BE49-F238E27FC236}">
                    <a16:creationId xmlns:a16="http://schemas.microsoft.com/office/drawing/2014/main" id="{CB8AB47B-D6FF-4ABD-2174-F8D3E7E67846}"/>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Gerader Verbinder 126">
                <a:extLst>
                  <a:ext uri="{FF2B5EF4-FFF2-40B4-BE49-F238E27FC236}">
                    <a16:creationId xmlns:a16="http://schemas.microsoft.com/office/drawing/2014/main" id="{6A436A84-BD59-CA77-5D4F-FB97B86A46E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Gerader Verbinder 127">
                <a:extLst>
                  <a:ext uri="{FF2B5EF4-FFF2-40B4-BE49-F238E27FC236}">
                    <a16:creationId xmlns:a16="http://schemas.microsoft.com/office/drawing/2014/main" id="{EA471172-8772-AAA9-3313-DA2E70F3938C}"/>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Gerader Verbinder 128">
                <a:extLst>
                  <a:ext uri="{FF2B5EF4-FFF2-40B4-BE49-F238E27FC236}">
                    <a16:creationId xmlns:a16="http://schemas.microsoft.com/office/drawing/2014/main" id="{C7910386-33BE-D00B-396B-6523A12BA59B}"/>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0" name="Gerader Verbinder 129">
                <a:extLst>
                  <a:ext uri="{FF2B5EF4-FFF2-40B4-BE49-F238E27FC236}">
                    <a16:creationId xmlns:a16="http://schemas.microsoft.com/office/drawing/2014/main" id="{9B185215-0DC4-B6B6-C249-D23D519C15FE}"/>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22" name="Gerader Verbinder 121">
              <a:extLst>
                <a:ext uri="{FF2B5EF4-FFF2-40B4-BE49-F238E27FC236}">
                  <a16:creationId xmlns:a16="http://schemas.microsoft.com/office/drawing/2014/main" id="{BEBA401A-4205-ADDC-6700-F84A2516A76F}"/>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5" name="Rechteck 94">
            <a:extLst>
              <a:ext uri="{FF2B5EF4-FFF2-40B4-BE49-F238E27FC236}">
                <a16:creationId xmlns:a16="http://schemas.microsoft.com/office/drawing/2014/main" id="{7ED6B6A1-765D-19C8-B464-9AF186B285E7}"/>
              </a:ext>
            </a:extLst>
          </p:cNvPr>
          <p:cNvSpPr/>
          <p:nvPr/>
        </p:nvSpPr>
        <p:spPr>
          <a:xfrm rot="16200000">
            <a:off x="8811941" y="5461762"/>
            <a:ext cx="109888" cy="1016037"/>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97" name="Gruppieren 96">
            <a:extLst>
              <a:ext uri="{FF2B5EF4-FFF2-40B4-BE49-F238E27FC236}">
                <a16:creationId xmlns:a16="http://schemas.microsoft.com/office/drawing/2014/main" id="{5A9144F9-4139-4A15-0734-00908E3E6242}"/>
              </a:ext>
            </a:extLst>
          </p:cNvPr>
          <p:cNvGrpSpPr/>
          <p:nvPr/>
        </p:nvGrpSpPr>
        <p:grpSpPr>
          <a:xfrm rot="10800000">
            <a:off x="9237124" y="6027435"/>
            <a:ext cx="137779" cy="226944"/>
            <a:chOff x="2419090" y="1272878"/>
            <a:chExt cx="206347" cy="342001"/>
          </a:xfrm>
        </p:grpSpPr>
        <p:sp>
          <p:nvSpPr>
            <p:cNvPr id="101" name="Rechteck 100">
              <a:extLst>
                <a:ext uri="{FF2B5EF4-FFF2-40B4-BE49-F238E27FC236}">
                  <a16:creationId xmlns:a16="http://schemas.microsoft.com/office/drawing/2014/main" id="{5FF30683-DCFA-6612-6687-89104F7F08ED}"/>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2" name="Ellipse 101">
              <a:extLst>
                <a:ext uri="{FF2B5EF4-FFF2-40B4-BE49-F238E27FC236}">
                  <a16:creationId xmlns:a16="http://schemas.microsoft.com/office/drawing/2014/main" id="{EA7DD799-95C0-2ED2-3E33-2D71BF8858D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98" name="Gruppieren 97">
            <a:extLst>
              <a:ext uri="{FF2B5EF4-FFF2-40B4-BE49-F238E27FC236}">
                <a16:creationId xmlns:a16="http://schemas.microsoft.com/office/drawing/2014/main" id="{E59947A6-B810-C7DE-5BD3-1937C96D0954}"/>
              </a:ext>
            </a:extLst>
          </p:cNvPr>
          <p:cNvGrpSpPr/>
          <p:nvPr/>
        </p:nvGrpSpPr>
        <p:grpSpPr>
          <a:xfrm rot="10800000">
            <a:off x="8358866" y="6031458"/>
            <a:ext cx="137779" cy="226944"/>
            <a:chOff x="2419090" y="1272878"/>
            <a:chExt cx="206347" cy="342001"/>
          </a:xfrm>
        </p:grpSpPr>
        <p:sp>
          <p:nvSpPr>
            <p:cNvPr id="99" name="Rechteck 98">
              <a:extLst>
                <a:ext uri="{FF2B5EF4-FFF2-40B4-BE49-F238E27FC236}">
                  <a16:creationId xmlns:a16="http://schemas.microsoft.com/office/drawing/2014/main" id="{46195073-FDDC-9814-A115-62377B254298}"/>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0" name="Ellipse 99">
              <a:extLst>
                <a:ext uri="{FF2B5EF4-FFF2-40B4-BE49-F238E27FC236}">
                  <a16:creationId xmlns:a16="http://schemas.microsoft.com/office/drawing/2014/main" id="{A81F285E-0624-6AAD-A2FA-D80E32E7B57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94" name="Rechteck 93">
            <a:extLst>
              <a:ext uri="{FF2B5EF4-FFF2-40B4-BE49-F238E27FC236}">
                <a16:creationId xmlns:a16="http://schemas.microsoft.com/office/drawing/2014/main" id="{68E2B52E-E331-EA59-3F9F-6ECF09E21294}"/>
              </a:ext>
            </a:extLst>
          </p:cNvPr>
          <p:cNvSpPr/>
          <p:nvPr/>
        </p:nvSpPr>
        <p:spPr>
          <a:xfrm rot="10800000">
            <a:off x="8710992" y="5755844"/>
            <a:ext cx="349396"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4" name="Grafik 133">
            <a:extLst>
              <a:ext uri="{FF2B5EF4-FFF2-40B4-BE49-F238E27FC236}">
                <a16:creationId xmlns:a16="http://schemas.microsoft.com/office/drawing/2014/main" id="{56D48905-B0A0-5D45-E6AC-D7B65EE1977C}"/>
              </a:ext>
            </a:extLst>
          </p:cNvPr>
          <p:cNvPicPr>
            <a:picLocks noChangeAspect="1"/>
          </p:cNvPicPr>
          <p:nvPr/>
        </p:nvPicPr>
        <p:blipFill>
          <a:blip r:embed="rId3">
            <a:clrChange>
              <a:clrFrom>
                <a:srgbClr val="FFFFFF"/>
              </a:clrFrom>
              <a:clrTo>
                <a:srgbClr val="FFFFFF">
                  <a:alpha val="0"/>
                </a:srgbClr>
              </a:clrTo>
            </a:clrChange>
          </a:blip>
          <a:srcRect l="3053" t="45250" r="41264"/>
          <a:stretch/>
        </p:blipFill>
        <p:spPr>
          <a:xfrm flipH="1">
            <a:off x="705343" y="1132055"/>
            <a:ext cx="807849" cy="263925"/>
          </a:xfrm>
          <a:prstGeom prst="rect">
            <a:avLst/>
          </a:prstGeom>
        </p:spPr>
      </p:pic>
      <p:sp>
        <p:nvSpPr>
          <p:cNvPr id="135" name="Rechteck 134">
            <a:extLst>
              <a:ext uri="{FF2B5EF4-FFF2-40B4-BE49-F238E27FC236}">
                <a16:creationId xmlns:a16="http://schemas.microsoft.com/office/drawing/2014/main" id="{C137FD33-9346-8AFA-AE2D-D3614EC7828C}"/>
              </a:ext>
            </a:extLst>
          </p:cNvPr>
          <p:cNvSpPr/>
          <p:nvPr/>
        </p:nvSpPr>
        <p:spPr>
          <a:xfrm>
            <a:off x="10628002" y="1703509"/>
            <a:ext cx="1386486" cy="76399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6" name="Rechteck 135">
            <a:extLst>
              <a:ext uri="{FF2B5EF4-FFF2-40B4-BE49-F238E27FC236}">
                <a16:creationId xmlns:a16="http://schemas.microsoft.com/office/drawing/2014/main" id="{F76EC6D3-88E0-B82C-D76F-FF6D23E712C6}"/>
              </a:ext>
            </a:extLst>
          </p:cNvPr>
          <p:cNvSpPr/>
          <p:nvPr/>
        </p:nvSpPr>
        <p:spPr>
          <a:xfrm>
            <a:off x="10165079" y="1965503"/>
            <a:ext cx="1323333" cy="27473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7" name="Gerade Verbindung mit Pfeil 136">
            <a:extLst>
              <a:ext uri="{FF2B5EF4-FFF2-40B4-BE49-F238E27FC236}">
                <a16:creationId xmlns:a16="http://schemas.microsoft.com/office/drawing/2014/main" id="{3B913014-9D2A-D141-420B-3364166C4A41}"/>
              </a:ext>
            </a:extLst>
          </p:cNvPr>
          <p:cNvCxnSpPr>
            <a:cxnSpLocks/>
          </p:cNvCxnSpPr>
          <p:nvPr/>
        </p:nvCxnSpPr>
        <p:spPr>
          <a:xfrm flipH="1">
            <a:off x="10475221" y="2119532"/>
            <a:ext cx="328605"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138" name="Textfeld 137">
            <a:extLst>
              <a:ext uri="{FF2B5EF4-FFF2-40B4-BE49-F238E27FC236}">
                <a16:creationId xmlns:a16="http://schemas.microsoft.com/office/drawing/2014/main" id="{AF322DBA-1307-0B4E-DD19-5130FEEDF809}"/>
              </a:ext>
            </a:extLst>
          </p:cNvPr>
          <p:cNvSpPr txBox="1"/>
          <p:nvPr/>
        </p:nvSpPr>
        <p:spPr>
          <a:xfrm>
            <a:off x="10591952" y="1383844"/>
            <a:ext cx="1217321" cy="276999"/>
          </a:xfrm>
          <a:prstGeom prst="rect">
            <a:avLst/>
          </a:prstGeom>
          <a:noFill/>
        </p:spPr>
        <p:txBody>
          <a:bodyPr wrap="none" rtlCol="0">
            <a:spAutoFit/>
          </a:bodyPr>
          <a:lstStyle/>
          <a:p>
            <a:r>
              <a:rPr lang="de-DE" sz="1200" dirty="0" err="1"/>
              <a:t>Electrical</a:t>
            </a:r>
            <a:r>
              <a:rPr lang="de-DE" sz="1200" dirty="0"/>
              <a:t> Pusher</a:t>
            </a:r>
          </a:p>
        </p:txBody>
      </p:sp>
      <p:sp>
        <p:nvSpPr>
          <p:cNvPr id="139" name="Flussdiagramm: Manuelle Verarbeitung 138">
            <a:extLst>
              <a:ext uri="{FF2B5EF4-FFF2-40B4-BE49-F238E27FC236}">
                <a16:creationId xmlns:a16="http://schemas.microsoft.com/office/drawing/2014/main" id="{D6791BD6-EEF2-090E-A1ED-BEC5D5E629DE}"/>
              </a:ext>
            </a:extLst>
          </p:cNvPr>
          <p:cNvSpPr/>
          <p:nvPr/>
        </p:nvSpPr>
        <p:spPr>
          <a:xfrm>
            <a:off x="1061877" y="700675"/>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cxnSp>
        <p:nvCxnSpPr>
          <p:cNvPr id="141" name="Verbinder: gewinkelt 140">
            <a:extLst>
              <a:ext uri="{FF2B5EF4-FFF2-40B4-BE49-F238E27FC236}">
                <a16:creationId xmlns:a16="http://schemas.microsoft.com/office/drawing/2014/main" id="{131732FE-F3AA-CF98-1732-D151060BDA6A}"/>
              </a:ext>
            </a:extLst>
          </p:cNvPr>
          <p:cNvCxnSpPr>
            <a:cxnSpLocks/>
            <a:stCxn id="139" idx="3"/>
          </p:cNvCxnSpPr>
          <p:nvPr/>
        </p:nvCxnSpPr>
        <p:spPr>
          <a:xfrm>
            <a:off x="1348830" y="1006999"/>
            <a:ext cx="658704" cy="76084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143" name="Textfeld 142">
            <a:extLst>
              <a:ext uri="{FF2B5EF4-FFF2-40B4-BE49-F238E27FC236}">
                <a16:creationId xmlns:a16="http://schemas.microsoft.com/office/drawing/2014/main" id="{0A7E6C84-74C1-3AA3-5BE5-95FD9950652A}"/>
              </a:ext>
            </a:extLst>
          </p:cNvPr>
          <p:cNvSpPr txBox="1"/>
          <p:nvPr/>
        </p:nvSpPr>
        <p:spPr>
          <a:xfrm>
            <a:off x="339473" y="1419826"/>
            <a:ext cx="1173719" cy="276999"/>
          </a:xfrm>
          <a:prstGeom prst="rect">
            <a:avLst/>
          </a:prstGeom>
          <a:noFill/>
        </p:spPr>
        <p:txBody>
          <a:bodyPr wrap="none" rtlCol="0">
            <a:spAutoFit/>
          </a:bodyPr>
          <a:lstStyle/>
          <a:p>
            <a:r>
              <a:rPr lang="de-DE" sz="1200" dirty="0"/>
              <a:t>Roboter </a:t>
            </a:r>
            <a:r>
              <a:rPr lang="de-DE" sz="1200" dirty="0" err="1"/>
              <a:t>gripper</a:t>
            </a:r>
            <a:endParaRPr lang="de-DE" sz="1200" dirty="0"/>
          </a:p>
        </p:txBody>
      </p:sp>
      <p:sp>
        <p:nvSpPr>
          <p:cNvPr id="144" name="Rechteck 143">
            <a:extLst>
              <a:ext uri="{FF2B5EF4-FFF2-40B4-BE49-F238E27FC236}">
                <a16:creationId xmlns:a16="http://schemas.microsoft.com/office/drawing/2014/main" id="{8A295CC0-84AC-FA39-D4FB-63459F156590}"/>
              </a:ext>
            </a:extLst>
          </p:cNvPr>
          <p:cNvSpPr/>
          <p:nvPr/>
        </p:nvSpPr>
        <p:spPr>
          <a:xfrm>
            <a:off x="2012469" y="2473442"/>
            <a:ext cx="135940" cy="116566"/>
          </a:xfrm>
          <a:prstGeom prst="rect">
            <a:avLst/>
          </a:prstGeom>
          <a:gradFill>
            <a:gsLst>
              <a:gs pos="100000">
                <a:schemeClr val="bg1">
                  <a:lumMod val="65000"/>
                </a:schemeClr>
              </a:gs>
              <a:gs pos="100000">
                <a:schemeClr val="accent1">
                  <a:tint val="50000"/>
                  <a:shade val="100000"/>
                  <a:satMod val="350000"/>
                </a:schemeClr>
              </a:gs>
            </a:gsLst>
          </a:gradFill>
          <a:ln>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5" name="Textfeld 144">
            <a:extLst>
              <a:ext uri="{FF2B5EF4-FFF2-40B4-BE49-F238E27FC236}">
                <a16:creationId xmlns:a16="http://schemas.microsoft.com/office/drawing/2014/main" id="{C95E694F-E55E-C965-CCBB-A90FDE94A363}"/>
              </a:ext>
            </a:extLst>
          </p:cNvPr>
          <p:cNvSpPr txBox="1"/>
          <p:nvPr/>
        </p:nvSpPr>
        <p:spPr>
          <a:xfrm>
            <a:off x="1252777" y="3025520"/>
            <a:ext cx="827662" cy="461665"/>
          </a:xfrm>
          <a:prstGeom prst="rect">
            <a:avLst/>
          </a:prstGeom>
          <a:noFill/>
        </p:spPr>
        <p:txBody>
          <a:bodyPr wrap="none" rtlCol="0">
            <a:spAutoFit/>
          </a:bodyPr>
          <a:lstStyle/>
          <a:p>
            <a:pPr algn="ctr"/>
            <a:r>
              <a:rPr lang="de-DE" sz="1200" dirty="0"/>
              <a:t>Alignment</a:t>
            </a:r>
          </a:p>
          <a:p>
            <a:pPr algn="ctr"/>
            <a:r>
              <a:rPr lang="de-DE" sz="1200" dirty="0"/>
              <a:t>Unit</a:t>
            </a:r>
          </a:p>
        </p:txBody>
      </p:sp>
      <p:sp>
        <p:nvSpPr>
          <p:cNvPr id="147" name="Textfeld 146">
            <a:extLst>
              <a:ext uri="{FF2B5EF4-FFF2-40B4-BE49-F238E27FC236}">
                <a16:creationId xmlns:a16="http://schemas.microsoft.com/office/drawing/2014/main" id="{FD2D3217-9FF9-7A10-0CF2-572960FAB3E6}"/>
              </a:ext>
            </a:extLst>
          </p:cNvPr>
          <p:cNvSpPr txBox="1"/>
          <p:nvPr/>
        </p:nvSpPr>
        <p:spPr>
          <a:xfrm>
            <a:off x="10257597" y="4617761"/>
            <a:ext cx="943015" cy="276999"/>
          </a:xfrm>
          <a:prstGeom prst="rect">
            <a:avLst/>
          </a:prstGeom>
          <a:noFill/>
        </p:spPr>
        <p:txBody>
          <a:bodyPr wrap="none" rtlCol="0">
            <a:spAutoFit/>
          </a:bodyPr>
          <a:lstStyle/>
          <a:p>
            <a:r>
              <a:rPr lang="de-DE" sz="1200" dirty="0" err="1"/>
              <a:t>Sliding</a:t>
            </a:r>
            <a:r>
              <a:rPr lang="de-DE" sz="1200" dirty="0"/>
              <a:t> </a:t>
            </a:r>
            <a:r>
              <a:rPr lang="de-DE" sz="1200" dirty="0" err="1"/>
              <a:t>plate</a:t>
            </a:r>
            <a:endParaRPr lang="de-DE" sz="1200" dirty="0"/>
          </a:p>
        </p:txBody>
      </p:sp>
    </p:spTree>
    <p:extLst>
      <p:ext uri="{BB962C8B-B14F-4D97-AF65-F5344CB8AC3E}">
        <p14:creationId xmlns:p14="http://schemas.microsoft.com/office/powerpoint/2010/main" val="82311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a:latin typeface="+mj-lt"/>
              </a:rPr>
              <a:t>Bending Unit</a:t>
            </a:r>
          </a:p>
        </p:txBody>
      </p:sp>
      <p:grpSp>
        <p:nvGrpSpPr>
          <p:cNvPr id="30" name="Gruppieren 29">
            <a:extLst>
              <a:ext uri="{FF2B5EF4-FFF2-40B4-BE49-F238E27FC236}">
                <a16:creationId xmlns:a16="http://schemas.microsoft.com/office/drawing/2014/main" id="{8B283BBD-FE8F-99FC-4ED0-95CA074024D7}"/>
              </a:ext>
            </a:extLst>
          </p:cNvPr>
          <p:cNvGrpSpPr/>
          <p:nvPr/>
        </p:nvGrpSpPr>
        <p:grpSpPr>
          <a:xfrm>
            <a:off x="12166902" y="-620727"/>
            <a:ext cx="3832612" cy="4018192"/>
            <a:chOff x="6579751" y="1758171"/>
            <a:chExt cx="3832612" cy="4018192"/>
          </a:xfrm>
        </p:grpSpPr>
        <p:sp>
          <p:nvSpPr>
            <p:cNvPr id="69" name="Rechteck 68">
              <a:extLst>
                <a:ext uri="{FF2B5EF4-FFF2-40B4-BE49-F238E27FC236}">
                  <a16:creationId xmlns:a16="http://schemas.microsoft.com/office/drawing/2014/main" id="{C3470D90-1D7E-C385-843E-1F29FDFF8162}"/>
                </a:ext>
              </a:extLst>
            </p:cNvPr>
            <p:cNvSpPr/>
            <p:nvPr/>
          </p:nvSpPr>
          <p:spPr>
            <a:xfrm rot="16200000" flipH="1">
              <a:off x="7804509" y="538111"/>
              <a:ext cx="165953" cy="260922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0" name="Halbbogen 69">
              <a:extLst>
                <a:ext uri="{FF2B5EF4-FFF2-40B4-BE49-F238E27FC236}">
                  <a16:creationId xmlns:a16="http://schemas.microsoft.com/office/drawing/2014/main" id="{4A6DA58D-31D7-5846-3A3D-853EBFBB7CF3}"/>
                </a:ext>
              </a:extLst>
            </p:cNvPr>
            <p:cNvSpPr/>
            <p:nvPr/>
          </p:nvSpPr>
          <p:spPr>
            <a:xfrm rot="5400000" flipH="1">
              <a:off x="8268725" y="1474985"/>
              <a:ext cx="1846968" cy="2419762"/>
            </a:xfrm>
            <a:prstGeom prst="blockArc">
              <a:avLst>
                <a:gd name="adj1" fmla="val 16202951"/>
                <a:gd name="adj2" fmla="val 15005"/>
                <a:gd name="adj3" fmla="val 8556"/>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ED3ED3D-EF1B-48BC-F032-5AF78CED7292}"/>
                </a:ext>
              </a:extLst>
            </p:cNvPr>
            <p:cNvSpPr/>
            <p:nvPr/>
          </p:nvSpPr>
          <p:spPr>
            <a:xfrm rot="16200000" flipH="1">
              <a:off x="8779979" y="4149457"/>
              <a:ext cx="3095235" cy="158577"/>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C053D468-CAC3-97CB-9FD2-454144BDA372}"/>
                </a:ext>
              </a:extLst>
            </p:cNvPr>
            <p:cNvSpPr/>
            <p:nvPr/>
          </p:nvSpPr>
          <p:spPr>
            <a:xfrm rot="5400000">
              <a:off x="6656715" y="168120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26A3C8DF-86A6-20C5-7A55-F222F6CE566E}"/>
                </a:ext>
              </a:extLst>
            </p:cNvPr>
            <p:cNvSpPr/>
            <p:nvPr/>
          </p:nvSpPr>
          <p:spPr>
            <a:xfrm rot="10800000">
              <a:off x="10242292" y="5448820"/>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49" name="Rechteck 48">
            <a:extLst>
              <a:ext uri="{FF2B5EF4-FFF2-40B4-BE49-F238E27FC236}">
                <a16:creationId xmlns:a16="http://schemas.microsoft.com/office/drawing/2014/main" id="{167EE6C6-D0D4-CF52-7D76-C210619700F9}"/>
              </a:ext>
            </a:extLst>
          </p:cNvPr>
          <p:cNvSpPr/>
          <p:nvPr/>
        </p:nvSpPr>
        <p:spPr>
          <a:xfrm rot="5400000">
            <a:off x="8815256" y="1886418"/>
            <a:ext cx="112856" cy="1842991"/>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8805518" y="1644107"/>
            <a:ext cx="120591" cy="1837014"/>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8845548" y="1988251"/>
            <a:ext cx="120591" cy="140587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5" name="Rechteck 64">
            <a:extLst>
              <a:ext uri="{FF2B5EF4-FFF2-40B4-BE49-F238E27FC236}">
                <a16:creationId xmlns:a16="http://schemas.microsoft.com/office/drawing/2014/main" id="{5C90908F-B986-1652-CAAB-F13D9515B649}"/>
              </a:ext>
            </a:extLst>
          </p:cNvPr>
          <p:cNvSpPr/>
          <p:nvPr/>
        </p:nvSpPr>
        <p:spPr>
          <a:xfrm>
            <a:off x="7477997" y="1546860"/>
            <a:ext cx="418043" cy="491007"/>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B9204D8-B2AB-3305-0CF4-BFFF1E6BE094}"/>
              </a:ext>
            </a:extLst>
          </p:cNvPr>
          <p:cNvSpPr/>
          <p:nvPr/>
        </p:nvSpPr>
        <p:spPr>
          <a:xfrm>
            <a:off x="7439488" y="2453887"/>
            <a:ext cx="457273" cy="491007"/>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67" name="Gerade Verbindung mit Pfeil 66">
            <a:extLst>
              <a:ext uri="{FF2B5EF4-FFF2-40B4-BE49-F238E27FC236}">
                <a16:creationId xmlns:a16="http://schemas.microsoft.com/office/drawing/2014/main" id="{BC1B06AD-B3A8-F3AF-2F8F-6F70761A0ED3}"/>
              </a:ext>
            </a:extLst>
          </p:cNvPr>
          <p:cNvCxnSpPr>
            <a:cxnSpLocks/>
          </p:cNvCxnSpPr>
          <p:nvPr/>
        </p:nvCxnSpPr>
        <p:spPr>
          <a:xfrm>
            <a:off x="7575896" y="1180925"/>
            <a:ext cx="0" cy="310939"/>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8" name="Gerade Verbindung mit Pfeil 67">
            <a:extLst>
              <a:ext uri="{FF2B5EF4-FFF2-40B4-BE49-F238E27FC236}">
                <a16:creationId xmlns:a16="http://schemas.microsoft.com/office/drawing/2014/main" id="{E3256781-7670-DF1E-9089-5F81295D8C3D}"/>
              </a:ext>
            </a:extLst>
          </p:cNvPr>
          <p:cNvCxnSpPr>
            <a:cxnSpLocks/>
          </p:cNvCxnSpPr>
          <p:nvPr/>
        </p:nvCxnSpPr>
        <p:spPr>
          <a:xfrm flipV="1">
            <a:off x="7575896" y="3080137"/>
            <a:ext cx="5576" cy="3191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3" name="Rechteck 2">
            <a:extLst>
              <a:ext uri="{FF2B5EF4-FFF2-40B4-BE49-F238E27FC236}">
                <a16:creationId xmlns:a16="http://schemas.microsoft.com/office/drawing/2014/main" id="{ED1C7CF9-5062-AE98-F545-44C42C339999}"/>
              </a:ext>
            </a:extLst>
          </p:cNvPr>
          <p:cNvSpPr/>
          <p:nvPr/>
        </p:nvSpPr>
        <p:spPr>
          <a:xfrm>
            <a:off x="7950189" y="2872325"/>
            <a:ext cx="1842991" cy="260645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E4D9726F-3D20-702F-D218-532541E9855F}"/>
              </a:ext>
            </a:extLst>
          </p:cNvPr>
          <p:cNvSpPr/>
          <p:nvPr/>
        </p:nvSpPr>
        <p:spPr>
          <a:xfrm rot="16200000">
            <a:off x="5873492" y="1730952"/>
            <a:ext cx="1183023" cy="104280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8" name="Rechteck 17">
            <a:extLst>
              <a:ext uri="{FF2B5EF4-FFF2-40B4-BE49-F238E27FC236}">
                <a16:creationId xmlns:a16="http://schemas.microsoft.com/office/drawing/2014/main" id="{76B7C818-A397-4B66-D1DC-504BDFBC8641}"/>
              </a:ext>
            </a:extLst>
          </p:cNvPr>
          <p:cNvSpPr/>
          <p:nvPr/>
        </p:nvSpPr>
        <p:spPr>
          <a:xfrm rot="16200000">
            <a:off x="6941883" y="2434284"/>
            <a:ext cx="461666" cy="35749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7554840" y="2083587"/>
            <a:ext cx="1846397" cy="502558"/>
            <a:chOff x="6539673" y="1769006"/>
            <a:chExt cx="2765278"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6539673" y="1769006"/>
              <a:ext cx="2765278" cy="517749"/>
              <a:chOff x="6553808" y="2441551"/>
              <a:chExt cx="2765278"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64" name="Gruppieren 63">
                <a:extLst>
                  <a:ext uri="{FF2B5EF4-FFF2-40B4-BE49-F238E27FC236}">
                    <a16:creationId xmlns:a16="http://schemas.microsoft.com/office/drawing/2014/main" id="{239748FE-C292-3199-352D-93AE4A0F5462}"/>
                  </a:ext>
                </a:extLst>
              </p:cNvPr>
              <p:cNvGrpSpPr/>
              <p:nvPr/>
            </p:nvGrpSpPr>
            <p:grpSpPr>
              <a:xfrm>
                <a:off x="6553808" y="2527517"/>
                <a:ext cx="2765278" cy="170489"/>
                <a:chOff x="4213666" y="1534913"/>
                <a:chExt cx="2765278" cy="170489"/>
              </a:xfrm>
            </p:grpSpPr>
            <p:sp>
              <p:nvSpPr>
                <p:cNvPr id="45" name="Rechteck 44">
                  <a:extLst>
                    <a:ext uri="{FF2B5EF4-FFF2-40B4-BE49-F238E27FC236}">
                      <a16:creationId xmlns:a16="http://schemas.microsoft.com/office/drawing/2014/main" id="{53573954-C09A-D124-66B0-053700DCE8A4}"/>
                    </a:ext>
                  </a:extLst>
                </p:cNvPr>
                <p:cNvSpPr/>
                <p:nvPr/>
              </p:nvSpPr>
              <p:spPr>
                <a:xfrm rot="5400000">
                  <a:off x="5505074" y="244336"/>
                  <a:ext cx="170071" cy="2751225"/>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 name="Rechteck 60">
                  <a:extLst>
                    <a:ext uri="{FF2B5EF4-FFF2-40B4-BE49-F238E27FC236}">
                      <a16:creationId xmlns:a16="http://schemas.microsoft.com/office/drawing/2014/main" id="{146C0775-7B82-C30A-5E24-8A290C81C4B6}"/>
                    </a:ext>
                  </a:extLst>
                </p:cNvPr>
                <p:cNvSpPr/>
                <p:nvPr/>
              </p:nvSpPr>
              <p:spPr>
                <a:xfrm rot="5400000">
                  <a:off x="6731908" y="1458035"/>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 name="Rechteck 61">
                  <a:extLst>
                    <a:ext uri="{FF2B5EF4-FFF2-40B4-BE49-F238E27FC236}">
                      <a16:creationId xmlns:a16="http://schemas.microsoft.com/office/drawing/2014/main" id="{056468D7-EF2C-8020-BE74-B46BF68F2869}"/>
                    </a:ext>
                  </a:extLst>
                </p:cNvPr>
                <p:cNvSpPr/>
                <p:nvPr/>
              </p:nvSpPr>
              <p:spPr>
                <a:xfrm rot="5400000">
                  <a:off x="4290630" y="145836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44" name="Gerader Verbinder 43">
            <a:extLst>
              <a:ext uri="{FF2B5EF4-FFF2-40B4-BE49-F238E27FC236}">
                <a16:creationId xmlns:a16="http://schemas.microsoft.com/office/drawing/2014/main" id="{2C2EDFC5-BD26-D23E-7981-2C5CED0FC5FA}"/>
              </a:ext>
            </a:extLst>
          </p:cNvPr>
          <p:cNvCxnSpPr>
            <a:cxnSpLocks/>
          </p:cNvCxnSpPr>
          <p:nvPr/>
        </p:nvCxnSpPr>
        <p:spPr>
          <a:xfrm>
            <a:off x="9489800" y="2382200"/>
            <a:ext cx="464199" cy="0"/>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6" name="Gerader Verbinder 45">
            <a:extLst>
              <a:ext uri="{FF2B5EF4-FFF2-40B4-BE49-F238E27FC236}">
                <a16:creationId xmlns:a16="http://schemas.microsoft.com/office/drawing/2014/main" id="{F694EB67-539F-5616-81E1-BEE86F93AFD8}"/>
              </a:ext>
            </a:extLst>
          </p:cNvPr>
          <p:cNvCxnSpPr>
            <a:cxnSpLocks/>
          </p:cNvCxnSpPr>
          <p:nvPr/>
        </p:nvCxnSpPr>
        <p:spPr>
          <a:xfrm>
            <a:off x="9942882" y="2382200"/>
            <a:ext cx="301482" cy="424382"/>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8" name="Gerader Verbinder 47">
            <a:extLst>
              <a:ext uri="{FF2B5EF4-FFF2-40B4-BE49-F238E27FC236}">
                <a16:creationId xmlns:a16="http://schemas.microsoft.com/office/drawing/2014/main" id="{A369E4F6-58C4-43C6-64D9-C9510EBF5A47}"/>
              </a:ext>
            </a:extLst>
          </p:cNvPr>
          <p:cNvCxnSpPr>
            <a:cxnSpLocks/>
          </p:cNvCxnSpPr>
          <p:nvPr/>
        </p:nvCxnSpPr>
        <p:spPr>
          <a:xfrm>
            <a:off x="10242917" y="2790577"/>
            <a:ext cx="6016" cy="2200523"/>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4" name="Rechteck 3">
            <a:extLst>
              <a:ext uri="{FF2B5EF4-FFF2-40B4-BE49-F238E27FC236}">
                <a16:creationId xmlns:a16="http://schemas.microsoft.com/office/drawing/2014/main" id="{02EB7787-9896-48F6-302C-B6C614D7ECFA}"/>
              </a:ext>
            </a:extLst>
          </p:cNvPr>
          <p:cNvSpPr/>
          <p:nvPr/>
        </p:nvSpPr>
        <p:spPr>
          <a:xfrm>
            <a:off x="9799483" y="3040017"/>
            <a:ext cx="441892"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FD47C33C-4339-D9E1-AD0A-234FAF1592CA}"/>
              </a:ext>
            </a:extLst>
          </p:cNvPr>
          <p:cNvSpPr/>
          <p:nvPr/>
        </p:nvSpPr>
        <p:spPr>
          <a:xfrm>
            <a:off x="9796371" y="3826048"/>
            <a:ext cx="446546"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72" name="Gruppieren 71">
            <a:extLst>
              <a:ext uri="{FF2B5EF4-FFF2-40B4-BE49-F238E27FC236}">
                <a16:creationId xmlns:a16="http://schemas.microsoft.com/office/drawing/2014/main" id="{B4189B01-C236-9473-3F82-678F31081DAD}"/>
              </a:ext>
            </a:extLst>
          </p:cNvPr>
          <p:cNvGrpSpPr/>
          <p:nvPr/>
        </p:nvGrpSpPr>
        <p:grpSpPr>
          <a:xfrm>
            <a:off x="7989143" y="2470158"/>
            <a:ext cx="697535" cy="127074"/>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9051100" y="2461399"/>
            <a:ext cx="697535" cy="127074"/>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88" name="Gerade Verbindung mit Pfeil 87">
            <a:extLst>
              <a:ext uri="{FF2B5EF4-FFF2-40B4-BE49-F238E27FC236}">
                <a16:creationId xmlns:a16="http://schemas.microsoft.com/office/drawing/2014/main" id="{2B9261D0-FFF2-F147-FE90-903868AF9A24}"/>
              </a:ext>
            </a:extLst>
          </p:cNvPr>
          <p:cNvCxnSpPr>
            <a:cxnSpLocks/>
          </p:cNvCxnSpPr>
          <p:nvPr/>
        </p:nvCxnSpPr>
        <p:spPr>
          <a:xfrm flipH="1">
            <a:off x="8737861" y="2011223"/>
            <a:ext cx="328605"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43" name="Textfeld 42">
            <a:extLst>
              <a:ext uri="{FF2B5EF4-FFF2-40B4-BE49-F238E27FC236}">
                <a16:creationId xmlns:a16="http://schemas.microsoft.com/office/drawing/2014/main" id="{E33350F1-0E18-0BBD-BF9D-708854161389}"/>
              </a:ext>
            </a:extLst>
          </p:cNvPr>
          <p:cNvSpPr txBox="1"/>
          <p:nvPr/>
        </p:nvSpPr>
        <p:spPr>
          <a:xfrm>
            <a:off x="7226434" y="688741"/>
            <a:ext cx="738023" cy="461665"/>
          </a:xfrm>
          <a:prstGeom prst="rect">
            <a:avLst/>
          </a:prstGeom>
          <a:noFill/>
        </p:spPr>
        <p:txBody>
          <a:bodyPr wrap="none" rtlCol="0">
            <a:spAutoFit/>
          </a:bodyPr>
          <a:lstStyle/>
          <a:p>
            <a:pPr algn="ctr"/>
            <a:r>
              <a:rPr lang="de-DE" sz="1200" dirty="0"/>
              <a:t>Holder </a:t>
            </a:r>
          </a:p>
          <a:p>
            <a:pPr algn="ctr"/>
            <a:r>
              <a:rPr lang="de-DE" sz="1200" dirty="0" err="1"/>
              <a:t>cable</a:t>
            </a:r>
            <a:r>
              <a:rPr lang="de-DE" sz="1200" dirty="0"/>
              <a:t> lug</a:t>
            </a:r>
          </a:p>
        </p:txBody>
      </p:sp>
      <p:sp>
        <p:nvSpPr>
          <p:cNvPr id="87" name="Rechteck 86">
            <a:extLst>
              <a:ext uri="{FF2B5EF4-FFF2-40B4-BE49-F238E27FC236}">
                <a16:creationId xmlns:a16="http://schemas.microsoft.com/office/drawing/2014/main" id="{023C3ABA-6242-BFE2-4E16-9BB897445BC5}"/>
              </a:ext>
            </a:extLst>
          </p:cNvPr>
          <p:cNvSpPr/>
          <p:nvPr/>
        </p:nvSpPr>
        <p:spPr>
          <a:xfrm rot="5400000">
            <a:off x="8815256" y="4614480"/>
            <a:ext cx="112856" cy="1842991"/>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89" name="Rechteck 88">
            <a:extLst>
              <a:ext uri="{FF2B5EF4-FFF2-40B4-BE49-F238E27FC236}">
                <a16:creationId xmlns:a16="http://schemas.microsoft.com/office/drawing/2014/main" id="{324AEA39-2D67-1DED-E729-E34FFB88A7BC}"/>
              </a:ext>
            </a:extLst>
          </p:cNvPr>
          <p:cNvSpPr/>
          <p:nvPr/>
        </p:nvSpPr>
        <p:spPr>
          <a:xfrm rot="5400000">
            <a:off x="8805517" y="4949761"/>
            <a:ext cx="120591" cy="140587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6" name="Rechteck 105">
            <a:extLst>
              <a:ext uri="{FF2B5EF4-FFF2-40B4-BE49-F238E27FC236}">
                <a16:creationId xmlns:a16="http://schemas.microsoft.com/office/drawing/2014/main" id="{3D083ACC-2F47-A5F2-F9BF-29115F4A6C97}"/>
              </a:ext>
            </a:extLst>
          </p:cNvPr>
          <p:cNvSpPr/>
          <p:nvPr/>
        </p:nvSpPr>
        <p:spPr>
          <a:xfrm rot="5400000">
            <a:off x="8816911" y="4867992"/>
            <a:ext cx="120591" cy="1837014"/>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07" name="Gruppieren 106">
            <a:extLst>
              <a:ext uri="{FF2B5EF4-FFF2-40B4-BE49-F238E27FC236}">
                <a16:creationId xmlns:a16="http://schemas.microsoft.com/office/drawing/2014/main" id="{F22F36A2-EF16-3B93-CFDF-FAF2D5F0DC99}"/>
              </a:ext>
            </a:extLst>
          </p:cNvPr>
          <p:cNvGrpSpPr/>
          <p:nvPr/>
        </p:nvGrpSpPr>
        <p:grpSpPr>
          <a:xfrm>
            <a:off x="7992916" y="5739763"/>
            <a:ext cx="697535" cy="127074"/>
            <a:chOff x="7588613" y="2300848"/>
            <a:chExt cx="1044672" cy="191499"/>
          </a:xfrm>
        </p:grpSpPr>
        <p:grpSp>
          <p:nvGrpSpPr>
            <p:cNvPr id="108" name="Gruppieren 107">
              <a:extLst>
                <a:ext uri="{FF2B5EF4-FFF2-40B4-BE49-F238E27FC236}">
                  <a16:creationId xmlns:a16="http://schemas.microsoft.com/office/drawing/2014/main" id="{A9479E13-4DBC-37AD-EB5C-3F67940B0F50}"/>
                </a:ext>
              </a:extLst>
            </p:cNvPr>
            <p:cNvGrpSpPr/>
            <p:nvPr/>
          </p:nvGrpSpPr>
          <p:grpSpPr>
            <a:xfrm rot="10800000">
              <a:off x="7588613" y="2300848"/>
              <a:ext cx="1044672" cy="191499"/>
              <a:chOff x="1845763" y="2203033"/>
              <a:chExt cx="665026" cy="138770"/>
            </a:xfrm>
          </p:grpSpPr>
          <p:grpSp>
            <p:nvGrpSpPr>
              <p:cNvPr id="110" name="Gruppieren 109">
                <a:extLst>
                  <a:ext uri="{FF2B5EF4-FFF2-40B4-BE49-F238E27FC236}">
                    <a16:creationId xmlns:a16="http://schemas.microsoft.com/office/drawing/2014/main" id="{9C6D5F97-60B1-FBA6-A7CF-BBC7D5FDF3F5}"/>
                  </a:ext>
                </a:extLst>
              </p:cNvPr>
              <p:cNvGrpSpPr/>
              <p:nvPr/>
            </p:nvGrpSpPr>
            <p:grpSpPr>
              <a:xfrm>
                <a:off x="2262811" y="2203034"/>
                <a:ext cx="247978" cy="138769"/>
                <a:chOff x="1809008" y="2120484"/>
                <a:chExt cx="247978" cy="138769"/>
              </a:xfrm>
            </p:grpSpPr>
            <p:sp>
              <p:nvSpPr>
                <p:cNvPr id="118" name="Rechteck 117">
                  <a:extLst>
                    <a:ext uri="{FF2B5EF4-FFF2-40B4-BE49-F238E27FC236}">
                      <a16:creationId xmlns:a16="http://schemas.microsoft.com/office/drawing/2014/main" id="{A0F61B71-D8A4-674F-AB7E-DD0A72FAD92F}"/>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19" name="Rechteck 118">
                  <a:extLst>
                    <a:ext uri="{FF2B5EF4-FFF2-40B4-BE49-F238E27FC236}">
                      <a16:creationId xmlns:a16="http://schemas.microsoft.com/office/drawing/2014/main" id="{F4D1BA27-E7B0-0E96-F1B1-DE3B8FE45A6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111" name="Gerader Verbinder 110">
                <a:extLst>
                  <a:ext uri="{FF2B5EF4-FFF2-40B4-BE49-F238E27FC236}">
                    <a16:creationId xmlns:a16="http://schemas.microsoft.com/office/drawing/2014/main" id="{5E800AF0-301B-BFE0-9A21-6D9874063D9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2" name="Gerader Verbinder 111">
                <a:extLst>
                  <a:ext uri="{FF2B5EF4-FFF2-40B4-BE49-F238E27FC236}">
                    <a16:creationId xmlns:a16="http://schemas.microsoft.com/office/drawing/2014/main" id="{652AE369-398C-8F1D-CA33-82B2018D034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3" name="Gerader Verbinder 112">
                <a:extLst>
                  <a:ext uri="{FF2B5EF4-FFF2-40B4-BE49-F238E27FC236}">
                    <a16:creationId xmlns:a16="http://schemas.microsoft.com/office/drawing/2014/main" id="{70E4CA01-C258-9AFF-7FF4-F0D4D7A7BD65}"/>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4" name="Gerader Verbinder 113">
                <a:extLst>
                  <a:ext uri="{FF2B5EF4-FFF2-40B4-BE49-F238E27FC236}">
                    <a16:creationId xmlns:a16="http://schemas.microsoft.com/office/drawing/2014/main" id="{8DEEBDF1-C146-0962-22E0-04B1F45C7B6E}"/>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5" name="Gerader Verbinder 114">
                <a:extLst>
                  <a:ext uri="{FF2B5EF4-FFF2-40B4-BE49-F238E27FC236}">
                    <a16:creationId xmlns:a16="http://schemas.microsoft.com/office/drawing/2014/main" id="{1AF115E3-0C44-928C-211B-61098F28747A}"/>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6" name="Gerader Verbinder 115">
                <a:extLst>
                  <a:ext uri="{FF2B5EF4-FFF2-40B4-BE49-F238E27FC236}">
                    <a16:creationId xmlns:a16="http://schemas.microsoft.com/office/drawing/2014/main" id="{BC48626D-B48F-F5E0-E5BA-077276376CCE}"/>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7" name="Gerader Verbinder 116">
                <a:extLst>
                  <a:ext uri="{FF2B5EF4-FFF2-40B4-BE49-F238E27FC236}">
                    <a16:creationId xmlns:a16="http://schemas.microsoft.com/office/drawing/2014/main" id="{76C21E41-C34C-DBB9-DACA-382F95F624EF}"/>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09" name="Gerader Verbinder 108">
              <a:extLst>
                <a:ext uri="{FF2B5EF4-FFF2-40B4-BE49-F238E27FC236}">
                  <a16:creationId xmlns:a16="http://schemas.microsoft.com/office/drawing/2014/main" id="{DFC59D05-5836-4B95-52A2-479CA1A2CDAF}"/>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20" name="Gruppieren 119">
            <a:extLst>
              <a:ext uri="{FF2B5EF4-FFF2-40B4-BE49-F238E27FC236}">
                <a16:creationId xmlns:a16="http://schemas.microsoft.com/office/drawing/2014/main" id="{8953ADF6-B8F0-B7D3-1445-B09EA829049F}"/>
              </a:ext>
            </a:extLst>
          </p:cNvPr>
          <p:cNvGrpSpPr/>
          <p:nvPr/>
        </p:nvGrpSpPr>
        <p:grpSpPr>
          <a:xfrm rot="10800000">
            <a:off x="9085353" y="5746244"/>
            <a:ext cx="697535" cy="127074"/>
            <a:chOff x="7588613" y="2300848"/>
            <a:chExt cx="1044672" cy="191499"/>
          </a:xfrm>
        </p:grpSpPr>
        <p:grpSp>
          <p:nvGrpSpPr>
            <p:cNvPr id="121" name="Gruppieren 120">
              <a:extLst>
                <a:ext uri="{FF2B5EF4-FFF2-40B4-BE49-F238E27FC236}">
                  <a16:creationId xmlns:a16="http://schemas.microsoft.com/office/drawing/2014/main" id="{8911768C-4F22-851E-E2E9-4AAAF8B86784}"/>
                </a:ext>
              </a:extLst>
            </p:cNvPr>
            <p:cNvGrpSpPr/>
            <p:nvPr/>
          </p:nvGrpSpPr>
          <p:grpSpPr>
            <a:xfrm rot="10800000">
              <a:off x="7588613" y="2300848"/>
              <a:ext cx="1044672" cy="191499"/>
              <a:chOff x="1845763" y="2203033"/>
              <a:chExt cx="665026" cy="138770"/>
            </a:xfrm>
          </p:grpSpPr>
          <p:grpSp>
            <p:nvGrpSpPr>
              <p:cNvPr id="123" name="Gruppieren 122">
                <a:extLst>
                  <a:ext uri="{FF2B5EF4-FFF2-40B4-BE49-F238E27FC236}">
                    <a16:creationId xmlns:a16="http://schemas.microsoft.com/office/drawing/2014/main" id="{FDAF7AEC-2F1E-55D6-D119-21487F5C172A}"/>
                  </a:ext>
                </a:extLst>
              </p:cNvPr>
              <p:cNvGrpSpPr/>
              <p:nvPr/>
            </p:nvGrpSpPr>
            <p:grpSpPr>
              <a:xfrm>
                <a:off x="2262811" y="2203034"/>
                <a:ext cx="247978" cy="138769"/>
                <a:chOff x="1809008" y="2120484"/>
                <a:chExt cx="247978" cy="138769"/>
              </a:xfrm>
            </p:grpSpPr>
            <p:sp>
              <p:nvSpPr>
                <p:cNvPr id="131" name="Rechteck 130">
                  <a:extLst>
                    <a:ext uri="{FF2B5EF4-FFF2-40B4-BE49-F238E27FC236}">
                      <a16:creationId xmlns:a16="http://schemas.microsoft.com/office/drawing/2014/main" id="{1728AD92-B425-DF0E-EA9A-F50922809F9A}"/>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32" name="Rechteck 131">
                  <a:extLst>
                    <a:ext uri="{FF2B5EF4-FFF2-40B4-BE49-F238E27FC236}">
                      <a16:creationId xmlns:a16="http://schemas.microsoft.com/office/drawing/2014/main" id="{9675D895-7652-5CED-A485-852D877AF1BE}"/>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124" name="Gerader Verbinder 123">
                <a:extLst>
                  <a:ext uri="{FF2B5EF4-FFF2-40B4-BE49-F238E27FC236}">
                    <a16:creationId xmlns:a16="http://schemas.microsoft.com/office/drawing/2014/main" id="{797BBA53-7A78-85D7-6563-6499E9528629}"/>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Gerader Verbinder 124">
                <a:extLst>
                  <a:ext uri="{FF2B5EF4-FFF2-40B4-BE49-F238E27FC236}">
                    <a16:creationId xmlns:a16="http://schemas.microsoft.com/office/drawing/2014/main" id="{27AFE2A8-0988-4A2E-D43B-BB83C1FA6577}"/>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Gerader Verbinder 125">
                <a:extLst>
                  <a:ext uri="{FF2B5EF4-FFF2-40B4-BE49-F238E27FC236}">
                    <a16:creationId xmlns:a16="http://schemas.microsoft.com/office/drawing/2014/main" id="{CB8AB47B-D6FF-4ABD-2174-F8D3E7E67846}"/>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Gerader Verbinder 126">
                <a:extLst>
                  <a:ext uri="{FF2B5EF4-FFF2-40B4-BE49-F238E27FC236}">
                    <a16:creationId xmlns:a16="http://schemas.microsoft.com/office/drawing/2014/main" id="{6A436A84-BD59-CA77-5D4F-FB97B86A46E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Gerader Verbinder 127">
                <a:extLst>
                  <a:ext uri="{FF2B5EF4-FFF2-40B4-BE49-F238E27FC236}">
                    <a16:creationId xmlns:a16="http://schemas.microsoft.com/office/drawing/2014/main" id="{EA471172-8772-AAA9-3313-DA2E70F3938C}"/>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Gerader Verbinder 128">
                <a:extLst>
                  <a:ext uri="{FF2B5EF4-FFF2-40B4-BE49-F238E27FC236}">
                    <a16:creationId xmlns:a16="http://schemas.microsoft.com/office/drawing/2014/main" id="{C7910386-33BE-D00B-396B-6523A12BA59B}"/>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0" name="Gerader Verbinder 129">
                <a:extLst>
                  <a:ext uri="{FF2B5EF4-FFF2-40B4-BE49-F238E27FC236}">
                    <a16:creationId xmlns:a16="http://schemas.microsoft.com/office/drawing/2014/main" id="{9B185215-0DC4-B6B6-C249-D23D519C15FE}"/>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22" name="Gerader Verbinder 121">
              <a:extLst>
                <a:ext uri="{FF2B5EF4-FFF2-40B4-BE49-F238E27FC236}">
                  <a16:creationId xmlns:a16="http://schemas.microsoft.com/office/drawing/2014/main" id="{BEBA401A-4205-ADDC-6700-F84A2516A76F}"/>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5" name="Rechteck 94">
            <a:extLst>
              <a:ext uri="{FF2B5EF4-FFF2-40B4-BE49-F238E27FC236}">
                <a16:creationId xmlns:a16="http://schemas.microsoft.com/office/drawing/2014/main" id="{7ED6B6A1-765D-19C8-B464-9AF186B285E7}"/>
              </a:ext>
            </a:extLst>
          </p:cNvPr>
          <p:cNvSpPr/>
          <p:nvPr/>
        </p:nvSpPr>
        <p:spPr>
          <a:xfrm rot="16200000">
            <a:off x="8811941" y="5461762"/>
            <a:ext cx="109888" cy="1016037"/>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97" name="Gruppieren 96">
            <a:extLst>
              <a:ext uri="{FF2B5EF4-FFF2-40B4-BE49-F238E27FC236}">
                <a16:creationId xmlns:a16="http://schemas.microsoft.com/office/drawing/2014/main" id="{5A9144F9-4139-4A15-0734-00908E3E6242}"/>
              </a:ext>
            </a:extLst>
          </p:cNvPr>
          <p:cNvGrpSpPr/>
          <p:nvPr/>
        </p:nvGrpSpPr>
        <p:grpSpPr>
          <a:xfrm rot="10800000">
            <a:off x="9237124" y="6027435"/>
            <a:ext cx="137779" cy="226944"/>
            <a:chOff x="2419090" y="1272878"/>
            <a:chExt cx="206347" cy="342001"/>
          </a:xfrm>
        </p:grpSpPr>
        <p:sp>
          <p:nvSpPr>
            <p:cNvPr id="101" name="Rechteck 100">
              <a:extLst>
                <a:ext uri="{FF2B5EF4-FFF2-40B4-BE49-F238E27FC236}">
                  <a16:creationId xmlns:a16="http://schemas.microsoft.com/office/drawing/2014/main" id="{5FF30683-DCFA-6612-6687-89104F7F08ED}"/>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2" name="Ellipse 101">
              <a:extLst>
                <a:ext uri="{FF2B5EF4-FFF2-40B4-BE49-F238E27FC236}">
                  <a16:creationId xmlns:a16="http://schemas.microsoft.com/office/drawing/2014/main" id="{EA7DD799-95C0-2ED2-3E33-2D71BF8858D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98" name="Gruppieren 97">
            <a:extLst>
              <a:ext uri="{FF2B5EF4-FFF2-40B4-BE49-F238E27FC236}">
                <a16:creationId xmlns:a16="http://schemas.microsoft.com/office/drawing/2014/main" id="{E59947A6-B810-C7DE-5BD3-1937C96D0954}"/>
              </a:ext>
            </a:extLst>
          </p:cNvPr>
          <p:cNvGrpSpPr/>
          <p:nvPr/>
        </p:nvGrpSpPr>
        <p:grpSpPr>
          <a:xfrm rot="10800000">
            <a:off x="8358866" y="6031458"/>
            <a:ext cx="137779" cy="226944"/>
            <a:chOff x="2419090" y="1272878"/>
            <a:chExt cx="206347" cy="342001"/>
          </a:xfrm>
        </p:grpSpPr>
        <p:sp>
          <p:nvSpPr>
            <p:cNvPr id="99" name="Rechteck 98">
              <a:extLst>
                <a:ext uri="{FF2B5EF4-FFF2-40B4-BE49-F238E27FC236}">
                  <a16:creationId xmlns:a16="http://schemas.microsoft.com/office/drawing/2014/main" id="{46195073-FDDC-9814-A115-62377B254298}"/>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0" name="Ellipse 99">
              <a:extLst>
                <a:ext uri="{FF2B5EF4-FFF2-40B4-BE49-F238E27FC236}">
                  <a16:creationId xmlns:a16="http://schemas.microsoft.com/office/drawing/2014/main" id="{A81F285E-0624-6AAD-A2FA-D80E32E7B57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94" name="Rechteck 93">
            <a:extLst>
              <a:ext uri="{FF2B5EF4-FFF2-40B4-BE49-F238E27FC236}">
                <a16:creationId xmlns:a16="http://schemas.microsoft.com/office/drawing/2014/main" id="{68E2B52E-E331-EA59-3F9F-6ECF09E21294}"/>
              </a:ext>
            </a:extLst>
          </p:cNvPr>
          <p:cNvSpPr/>
          <p:nvPr/>
        </p:nvSpPr>
        <p:spPr>
          <a:xfrm rot="10800000">
            <a:off x="8710992" y="5755844"/>
            <a:ext cx="349396"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5" name="Rechteck 134">
            <a:extLst>
              <a:ext uri="{FF2B5EF4-FFF2-40B4-BE49-F238E27FC236}">
                <a16:creationId xmlns:a16="http://schemas.microsoft.com/office/drawing/2014/main" id="{C137FD33-9346-8AFA-AE2D-D3614EC7828C}"/>
              </a:ext>
            </a:extLst>
          </p:cNvPr>
          <p:cNvSpPr/>
          <p:nvPr/>
        </p:nvSpPr>
        <p:spPr>
          <a:xfrm>
            <a:off x="10628002" y="1703509"/>
            <a:ext cx="1386486" cy="76399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6" name="Rechteck 135">
            <a:extLst>
              <a:ext uri="{FF2B5EF4-FFF2-40B4-BE49-F238E27FC236}">
                <a16:creationId xmlns:a16="http://schemas.microsoft.com/office/drawing/2014/main" id="{F76EC6D3-88E0-B82C-D76F-FF6D23E712C6}"/>
              </a:ext>
            </a:extLst>
          </p:cNvPr>
          <p:cNvSpPr/>
          <p:nvPr/>
        </p:nvSpPr>
        <p:spPr>
          <a:xfrm>
            <a:off x="10226039" y="1965503"/>
            <a:ext cx="1323333" cy="27473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7" name="Gerade Verbindung mit Pfeil 136">
            <a:extLst>
              <a:ext uri="{FF2B5EF4-FFF2-40B4-BE49-F238E27FC236}">
                <a16:creationId xmlns:a16="http://schemas.microsoft.com/office/drawing/2014/main" id="{3B913014-9D2A-D141-420B-3364166C4A41}"/>
              </a:ext>
            </a:extLst>
          </p:cNvPr>
          <p:cNvCxnSpPr>
            <a:cxnSpLocks/>
          </p:cNvCxnSpPr>
          <p:nvPr/>
        </p:nvCxnSpPr>
        <p:spPr>
          <a:xfrm flipH="1">
            <a:off x="10475221" y="2104292"/>
            <a:ext cx="328605"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138" name="Textfeld 137">
            <a:extLst>
              <a:ext uri="{FF2B5EF4-FFF2-40B4-BE49-F238E27FC236}">
                <a16:creationId xmlns:a16="http://schemas.microsoft.com/office/drawing/2014/main" id="{AF322DBA-1307-0B4E-DD19-5130FEEDF809}"/>
              </a:ext>
            </a:extLst>
          </p:cNvPr>
          <p:cNvSpPr txBox="1"/>
          <p:nvPr/>
        </p:nvSpPr>
        <p:spPr>
          <a:xfrm>
            <a:off x="10591952" y="1383844"/>
            <a:ext cx="1217321" cy="276999"/>
          </a:xfrm>
          <a:prstGeom prst="rect">
            <a:avLst/>
          </a:prstGeom>
          <a:noFill/>
        </p:spPr>
        <p:txBody>
          <a:bodyPr wrap="none" rtlCol="0">
            <a:spAutoFit/>
          </a:bodyPr>
          <a:lstStyle/>
          <a:p>
            <a:r>
              <a:rPr lang="de-DE" sz="1200" dirty="0" err="1"/>
              <a:t>Electrical</a:t>
            </a:r>
            <a:r>
              <a:rPr lang="de-DE" sz="1200" dirty="0"/>
              <a:t> Pusher</a:t>
            </a:r>
          </a:p>
        </p:txBody>
      </p:sp>
      <p:pic>
        <p:nvPicPr>
          <p:cNvPr id="6" name="Grafik 5">
            <a:extLst>
              <a:ext uri="{FF2B5EF4-FFF2-40B4-BE49-F238E27FC236}">
                <a16:creationId xmlns:a16="http://schemas.microsoft.com/office/drawing/2014/main" id="{334189F4-FFB4-B5D4-F87D-C8A2721010CF}"/>
              </a:ext>
            </a:extLst>
          </p:cNvPr>
          <p:cNvPicPr>
            <a:picLocks noChangeAspect="1"/>
          </p:cNvPicPr>
          <p:nvPr/>
        </p:nvPicPr>
        <p:blipFill>
          <a:blip r:embed="rId2"/>
          <a:stretch>
            <a:fillRect/>
          </a:stretch>
        </p:blipFill>
        <p:spPr>
          <a:xfrm>
            <a:off x="283646" y="4552949"/>
            <a:ext cx="1834103" cy="1829159"/>
          </a:xfrm>
          <a:prstGeom prst="rect">
            <a:avLst/>
          </a:prstGeom>
        </p:spPr>
      </p:pic>
      <p:pic>
        <p:nvPicPr>
          <p:cNvPr id="91" name="Grafik 90">
            <a:extLst>
              <a:ext uri="{FF2B5EF4-FFF2-40B4-BE49-F238E27FC236}">
                <a16:creationId xmlns:a16="http://schemas.microsoft.com/office/drawing/2014/main" id="{B87B1224-62F5-0F1B-0FEC-BE9CC64DA3B5}"/>
              </a:ext>
            </a:extLst>
          </p:cNvPr>
          <p:cNvPicPr>
            <a:picLocks noChangeAspect="1"/>
          </p:cNvPicPr>
          <p:nvPr/>
        </p:nvPicPr>
        <p:blipFill>
          <a:blip r:embed="rId3"/>
          <a:stretch>
            <a:fillRect/>
          </a:stretch>
        </p:blipFill>
        <p:spPr>
          <a:xfrm>
            <a:off x="371961" y="1120221"/>
            <a:ext cx="3113855" cy="1579169"/>
          </a:xfrm>
          <a:prstGeom prst="rect">
            <a:avLst/>
          </a:prstGeom>
        </p:spPr>
      </p:pic>
      <p:pic>
        <p:nvPicPr>
          <p:cNvPr id="93" name="Grafik 92">
            <a:extLst>
              <a:ext uri="{FF2B5EF4-FFF2-40B4-BE49-F238E27FC236}">
                <a16:creationId xmlns:a16="http://schemas.microsoft.com/office/drawing/2014/main" id="{A83B1B9E-0F05-8A66-0326-97310D4A29CE}"/>
              </a:ext>
            </a:extLst>
          </p:cNvPr>
          <p:cNvPicPr>
            <a:picLocks noChangeAspect="1"/>
          </p:cNvPicPr>
          <p:nvPr/>
        </p:nvPicPr>
        <p:blipFill>
          <a:blip r:embed="rId4"/>
          <a:stretch>
            <a:fillRect/>
          </a:stretch>
        </p:blipFill>
        <p:spPr>
          <a:xfrm>
            <a:off x="2407679" y="4441934"/>
            <a:ext cx="1930642" cy="1963365"/>
          </a:xfrm>
          <a:prstGeom prst="rect">
            <a:avLst/>
          </a:prstGeom>
        </p:spPr>
      </p:pic>
      <p:pic>
        <p:nvPicPr>
          <p:cNvPr id="96" name="Grafik 95">
            <a:extLst>
              <a:ext uri="{FF2B5EF4-FFF2-40B4-BE49-F238E27FC236}">
                <a16:creationId xmlns:a16="http://schemas.microsoft.com/office/drawing/2014/main" id="{AFF308C7-DB2A-DEE3-CBC6-3D86B992F620}"/>
              </a:ext>
            </a:extLst>
          </p:cNvPr>
          <p:cNvPicPr>
            <a:picLocks noChangeAspect="1"/>
          </p:cNvPicPr>
          <p:nvPr/>
        </p:nvPicPr>
        <p:blipFill>
          <a:blip r:embed="rId5"/>
          <a:stretch>
            <a:fillRect/>
          </a:stretch>
        </p:blipFill>
        <p:spPr>
          <a:xfrm>
            <a:off x="4528662" y="4493759"/>
            <a:ext cx="1776504" cy="2084432"/>
          </a:xfrm>
          <a:prstGeom prst="rect">
            <a:avLst/>
          </a:prstGeom>
        </p:spPr>
      </p:pic>
      <p:pic>
        <p:nvPicPr>
          <p:cNvPr id="63" name="Grafik 62">
            <a:extLst>
              <a:ext uri="{FF2B5EF4-FFF2-40B4-BE49-F238E27FC236}">
                <a16:creationId xmlns:a16="http://schemas.microsoft.com/office/drawing/2014/main" id="{52CE7228-BEF7-3195-3F61-C9E58E22144C}"/>
              </a:ext>
            </a:extLst>
          </p:cNvPr>
          <p:cNvPicPr>
            <a:picLocks noChangeAspect="1"/>
          </p:cNvPicPr>
          <p:nvPr/>
        </p:nvPicPr>
        <p:blipFill>
          <a:blip r:embed="rId6">
            <a:clrChange>
              <a:clrFrom>
                <a:srgbClr val="FFFFFF"/>
              </a:clrFrom>
              <a:clrTo>
                <a:srgbClr val="FFFFFF">
                  <a:alpha val="0"/>
                </a:srgbClr>
              </a:clrTo>
            </a:clrChange>
          </a:blip>
          <a:srcRect l="3053" t="45250" r="41264"/>
          <a:stretch/>
        </p:blipFill>
        <p:spPr>
          <a:xfrm>
            <a:off x="7038438" y="2087755"/>
            <a:ext cx="873565" cy="263925"/>
          </a:xfrm>
          <a:prstGeom prst="rect">
            <a:avLst/>
          </a:prstGeom>
        </p:spPr>
      </p:pic>
      <p:sp>
        <p:nvSpPr>
          <p:cNvPr id="103" name="Textfeld 102">
            <a:extLst>
              <a:ext uri="{FF2B5EF4-FFF2-40B4-BE49-F238E27FC236}">
                <a16:creationId xmlns:a16="http://schemas.microsoft.com/office/drawing/2014/main" id="{951CD07D-CF93-67AD-FB7C-DD3A91FFC956}"/>
              </a:ext>
            </a:extLst>
          </p:cNvPr>
          <p:cNvSpPr txBox="1"/>
          <p:nvPr/>
        </p:nvSpPr>
        <p:spPr>
          <a:xfrm>
            <a:off x="7220676" y="3407314"/>
            <a:ext cx="738023" cy="461665"/>
          </a:xfrm>
          <a:prstGeom prst="rect">
            <a:avLst/>
          </a:prstGeom>
          <a:noFill/>
        </p:spPr>
        <p:txBody>
          <a:bodyPr wrap="none" rtlCol="0">
            <a:spAutoFit/>
          </a:bodyPr>
          <a:lstStyle/>
          <a:p>
            <a:pPr algn="ctr"/>
            <a:r>
              <a:rPr lang="de-DE" sz="1200" dirty="0"/>
              <a:t>Holder </a:t>
            </a:r>
          </a:p>
          <a:p>
            <a:pPr algn="ctr"/>
            <a:r>
              <a:rPr lang="de-DE" sz="1200" dirty="0" err="1"/>
              <a:t>cable</a:t>
            </a:r>
            <a:r>
              <a:rPr lang="de-DE" sz="1200" dirty="0"/>
              <a:t> lug</a:t>
            </a:r>
          </a:p>
        </p:txBody>
      </p:sp>
      <p:cxnSp>
        <p:nvCxnSpPr>
          <p:cNvPr id="133" name="Gerade Verbindung mit Pfeil 132">
            <a:extLst>
              <a:ext uri="{FF2B5EF4-FFF2-40B4-BE49-F238E27FC236}">
                <a16:creationId xmlns:a16="http://schemas.microsoft.com/office/drawing/2014/main" id="{F7DB0E46-A926-C17C-9AC1-79D6C9D0B7C7}"/>
              </a:ext>
            </a:extLst>
          </p:cNvPr>
          <p:cNvCxnSpPr>
            <a:cxnSpLocks/>
          </p:cNvCxnSpPr>
          <p:nvPr/>
        </p:nvCxnSpPr>
        <p:spPr>
          <a:xfrm flipV="1">
            <a:off x="6853103" y="2944894"/>
            <a:ext cx="253104" cy="425063"/>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146" name="Textfeld 145">
            <a:extLst>
              <a:ext uri="{FF2B5EF4-FFF2-40B4-BE49-F238E27FC236}">
                <a16:creationId xmlns:a16="http://schemas.microsoft.com/office/drawing/2014/main" id="{5FA83C0D-29F0-3070-5D16-641DCF4AC8D1}"/>
              </a:ext>
            </a:extLst>
          </p:cNvPr>
          <p:cNvSpPr txBox="1"/>
          <p:nvPr/>
        </p:nvSpPr>
        <p:spPr>
          <a:xfrm>
            <a:off x="6658381" y="3363504"/>
            <a:ext cx="391454" cy="276999"/>
          </a:xfrm>
          <a:prstGeom prst="rect">
            <a:avLst/>
          </a:prstGeom>
          <a:noFill/>
        </p:spPr>
        <p:txBody>
          <a:bodyPr wrap="none" rtlCol="0">
            <a:spAutoFit/>
          </a:bodyPr>
          <a:lstStyle/>
          <a:p>
            <a:pPr algn="ctr"/>
            <a:r>
              <a:rPr lang="de-DE" sz="1200" dirty="0"/>
              <a:t>Die</a:t>
            </a:r>
          </a:p>
        </p:txBody>
      </p:sp>
      <p:sp>
        <p:nvSpPr>
          <p:cNvPr id="150" name="Bogen 149">
            <a:extLst>
              <a:ext uri="{FF2B5EF4-FFF2-40B4-BE49-F238E27FC236}">
                <a16:creationId xmlns:a16="http://schemas.microsoft.com/office/drawing/2014/main" id="{0E5591E4-C199-75C7-F5EC-7DB80C1D3AA5}"/>
              </a:ext>
            </a:extLst>
          </p:cNvPr>
          <p:cNvSpPr/>
          <p:nvPr/>
        </p:nvSpPr>
        <p:spPr>
          <a:xfrm rot="13414767">
            <a:off x="5458409" y="1236308"/>
            <a:ext cx="2385109" cy="2435158"/>
          </a:xfrm>
          <a:prstGeom prst="arc">
            <a:avLst>
              <a:gd name="adj1" fmla="val 16200000"/>
              <a:gd name="adj2" fmla="val 20892577"/>
            </a:avLst>
          </a:prstGeom>
          <a:ln>
            <a:headEnd type="triangle"/>
            <a:tailEnd type="triangle"/>
          </a:ln>
        </p:spPr>
        <p:style>
          <a:lnRef idx="2">
            <a:schemeClr val="dk1"/>
          </a:lnRef>
          <a:fillRef idx="0">
            <a:schemeClr val="dk1"/>
          </a:fillRef>
          <a:effectRef idx="1">
            <a:schemeClr val="dk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1513289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8ECA99DC-B61E-17BA-250A-8726221AEB73}"/>
              </a:ext>
            </a:extLst>
          </p:cNvPr>
          <p:cNvGrpSpPr/>
          <p:nvPr/>
        </p:nvGrpSpPr>
        <p:grpSpPr>
          <a:xfrm>
            <a:off x="2693374" y="2321767"/>
            <a:ext cx="1846397" cy="113132"/>
            <a:chOff x="4213666" y="1534913"/>
            <a:chExt cx="2765278" cy="170489"/>
          </a:xfrm>
        </p:grpSpPr>
        <p:sp>
          <p:nvSpPr>
            <p:cNvPr id="36" name="Rechteck 35">
              <a:extLst>
                <a:ext uri="{FF2B5EF4-FFF2-40B4-BE49-F238E27FC236}">
                  <a16:creationId xmlns:a16="http://schemas.microsoft.com/office/drawing/2014/main" id="{4CE33F47-B07B-4F04-B8D5-571FD11A5873}"/>
                </a:ext>
              </a:extLst>
            </p:cNvPr>
            <p:cNvSpPr/>
            <p:nvPr/>
          </p:nvSpPr>
          <p:spPr>
            <a:xfrm rot="5400000">
              <a:off x="5505074" y="244336"/>
              <a:ext cx="170071" cy="2751225"/>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0BB47DAE-7530-A34E-FCD2-D6B4556F647A}"/>
                </a:ext>
              </a:extLst>
            </p:cNvPr>
            <p:cNvSpPr/>
            <p:nvPr/>
          </p:nvSpPr>
          <p:spPr>
            <a:xfrm rot="5400000">
              <a:off x="6731908" y="1458035"/>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65E9815D-49B8-FC9C-87CF-12BF8C1592A5}"/>
                </a:ext>
              </a:extLst>
            </p:cNvPr>
            <p:cNvSpPr/>
            <p:nvPr/>
          </p:nvSpPr>
          <p:spPr>
            <a:xfrm rot="5400000">
              <a:off x="4290630" y="145836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err="1">
                <a:latin typeface="+mj-lt"/>
              </a:rPr>
              <a:t>Tinning</a:t>
            </a:r>
            <a:r>
              <a:rPr lang="de-DE" sz="1400" b="1" dirty="0">
                <a:latin typeface="+mj-lt"/>
              </a:rPr>
              <a:t> Unit</a:t>
            </a:r>
          </a:p>
        </p:txBody>
      </p:sp>
      <p:grpSp>
        <p:nvGrpSpPr>
          <p:cNvPr id="30" name="Gruppieren 29">
            <a:extLst>
              <a:ext uri="{FF2B5EF4-FFF2-40B4-BE49-F238E27FC236}">
                <a16:creationId xmlns:a16="http://schemas.microsoft.com/office/drawing/2014/main" id="{8B283BBD-FE8F-99FC-4ED0-95CA074024D7}"/>
              </a:ext>
            </a:extLst>
          </p:cNvPr>
          <p:cNvGrpSpPr/>
          <p:nvPr/>
        </p:nvGrpSpPr>
        <p:grpSpPr>
          <a:xfrm>
            <a:off x="12166902" y="-620727"/>
            <a:ext cx="3832612" cy="4018192"/>
            <a:chOff x="6579751" y="1758171"/>
            <a:chExt cx="3832612" cy="4018192"/>
          </a:xfrm>
        </p:grpSpPr>
        <p:sp>
          <p:nvSpPr>
            <p:cNvPr id="69" name="Rechteck 68">
              <a:extLst>
                <a:ext uri="{FF2B5EF4-FFF2-40B4-BE49-F238E27FC236}">
                  <a16:creationId xmlns:a16="http://schemas.microsoft.com/office/drawing/2014/main" id="{C3470D90-1D7E-C385-843E-1F29FDFF8162}"/>
                </a:ext>
              </a:extLst>
            </p:cNvPr>
            <p:cNvSpPr/>
            <p:nvPr/>
          </p:nvSpPr>
          <p:spPr>
            <a:xfrm rot="16200000" flipH="1">
              <a:off x="7804509" y="538111"/>
              <a:ext cx="165953" cy="260922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0" name="Halbbogen 69">
              <a:extLst>
                <a:ext uri="{FF2B5EF4-FFF2-40B4-BE49-F238E27FC236}">
                  <a16:creationId xmlns:a16="http://schemas.microsoft.com/office/drawing/2014/main" id="{4A6DA58D-31D7-5846-3A3D-853EBFBB7CF3}"/>
                </a:ext>
              </a:extLst>
            </p:cNvPr>
            <p:cNvSpPr/>
            <p:nvPr/>
          </p:nvSpPr>
          <p:spPr>
            <a:xfrm rot="5400000" flipH="1">
              <a:off x="8268725" y="1474985"/>
              <a:ext cx="1846968" cy="2419762"/>
            </a:xfrm>
            <a:prstGeom prst="blockArc">
              <a:avLst>
                <a:gd name="adj1" fmla="val 16202951"/>
                <a:gd name="adj2" fmla="val 15005"/>
                <a:gd name="adj3" fmla="val 8556"/>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ED3ED3D-EF1B-48BC-F032-5AF78CED7292}"/>
                </a:ext>
              </a:extLst>
            </p:cNvPr>
            <p:cNvSpPr/>
            <p:nvPr/>
          </p:nvSpPr>
          <p:spPr>
            <a:xfrm rot="16200000" flipH="1">
              <a:off x="8779979" y="4149457"/>
              <a:ext cx="3095235" cy="158577"/>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C053D468-CAC3-97CB-9FD2-454144BDA372}"/>
                </a:ext>
              </a:extLst>
            </p:cNvPr>
            <p:cNvSpPr/>
            <p:nvPr/>
          </p:nvSpPr>
          <p:spPr>
            <a:xfrm rot="5400000">
              <a:off x="6656715" y="168120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26A3C8DF-86A6-20C5-7A55-F222F6CE566E}"/>
                </a:ext>
              </a:extLst>
            </p:cNvPr>
            <p:cNvSpPr/>
            <p:nvPr/>
          </p:nvSpPr>
          <p:spPr>
            <a:xfrm rot="10800000">
              <a:off x="10242292" y="5448820"/>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49" name="Rechteck 48">
            <a:extLst>
              <a:ext uri="{FF2B5EF4-FFF2-40B4-BE49-F238E27FC236}">
                <a16:creationId xmlns:a16="http://schemas.microsoft.com/office/drawing/2014/main" id="{167EE6C6-D0D4-CF52-7D76-C210619700F9}"/>
              </a:ext>
            </a:extLst>
          </p:cNvPr>
          <p:cNvSpPr/>
          <p:nvPr/>
        </p:nvSpPr>
        <p:spPr>
          <a:xfrm rot="5400000">
            <a:off x="3558470" y="2083999"/>
            <a:ext cx="112856" cy="1842991"/>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3605888" y="1841688"/>
            <a:ext cx="120591" cy="1837014"/>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3588762" y="2185832"/>
            <a:ext cx="120591" cy="140587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2693375" y="3069922"/>
            <a:ext cx="1842991" cy="260645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2" name="Rechteck 51">
            <a:extLst>
              <a:ext uri="{FF2B5EF4-FFF2-40B4-BE49-F238E27FC236}">
                <a16:creationId xmlns:a16="http://schemas.microsoft.com/office/drawing/2014/main" id="{8F6C4F21-B578-3012-358D-BF6D43C48FFA}"/>
              </a:ext>
            </a:extLst>
          </p:cNvPr>
          <p:cNvSpPr/>
          <p:nvPr/>
        </p:nvSpPr>
        <p:spPr>
          <a:xfrm rot="5400000">
            <a:off x="3577652" y="2041702"/>
            <a:ext cx="109888" cy="1016037"/>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3126949" y="2265122"/>
            <a:ext cx="137779" cy="226944"/>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4002835" y="2261099"/>
            <a:ext cx="137779" cy="226944"/>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33" name="Rechteck 32">
            <a:extLst>
              <a:ext uri="{FF2B5EF4-FFF2-40B4-BE49-F238E27FC236}">
                <a16:creationId xmlns:a16="http://schemas.microsoft.com/office/drawing/2014/main" id="{6241000C-4375-552C-C77C-D0E1AD8FE25C}"/>
              </a:ext>
            </a:extLst>
          </p:cNvPr>
          <p:cNvSpPr/>
          <p:nvPr/>
        </p:nvSpPr>
        <p:spPr>
          <a:xfrm>
            <a:off x="3439093" y="2612649"/>
            <a:ext cx="349396"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44" name="Gerader Verbinder 43">
            <a:extLst>
              <a:ext uri="{FF2B5EF4-FFF2-40B4-BE49-F238E27FC236}">
                <a16:creationId xmlns:a16="http://schemas.microsoft.com/office/drawing/2014/main" id="{2C2EDFC5-BD26-D23E-7981-2C5CED0FC5FA}"/>
              </a:ext>
            </a:extLst>
          </p:cNvPr>
          <p:cNvCxnSpPr>
            <a:cxnSpLocks/>
          </p:cNvCxnSpPr>
          <p:nvPr/>
        </p:nvCxnSpPr>
        <p:spPr>
          <a:xfrm>
            <a:off x="4229258" y="2559712"/>
            <a:ext cx="464199" cy="0"/>
          </a:xfrm>
          <a:prstGeom prst="line">
            <a:avLst/>
          </a:prstGeom>
          <a:ln w="19050"/>
        </p:spPr>
        <p:style>
          <a:lnRef idx="1">
            <a:schemeClr val="dk1"/>
          </a:lnRef>
          <a:fillRef idx="2">
            <a:schemeClr val="dk1"/>
          </a:fillRef>
          <a:effectRef idx="1">
            <a:schemeClr val="dk1"/>
          </a:effectRef>
          <a:fontRef idx="minor">
            <a:schemeClr val="dk1"/>
          </a:fontRef>
        </p:style>
      </p:cxnSp>
      <p:cxnSp>
        <p:nvCxnSpPr>
          <p:cNvPr id="46" name="Gerader Verbinder 45">
            <a:extLst>
              <a:ext uri="{FF2B5EF4-FFF2-40B4-BE49-F238E27FC236}">
                <a16:creationId xmlns:a16="http://schemas.microsoft.com/office/drawing/2014/main" id="{F694EB67-539F-5616-81E1-BEE86F93AFD8}"/>
              </a:ext>
            </a:extLst>
          </p:cNvPr>
          <p:cNvCxnSpPr>
            <a:cxnSpLocks/>
          </p:cNvCxnSpPr>
          <p:nvPr/>
        </p:nvCxnSpPr>
        <p:spPr>
          <a:xfrm>
            <a:off x="4686096" y="2579781"/>
            <a:ext cx="301482" cy="424382"/>
          </a:xfrm>
          <a:prstGeom prst="line">
            <a:avLst/>
          </a:prstGeom>
          <a:ln w="19050"/>
        </p:spPr>
        <p:style>
          <a:lnRef idx="1">
            <a:schemeClr val="dk1"/>
          </a:lnRef>
          <a:fillRef idx="2">
            <a:schemeClr val="dk1"/>
          </a:fillRef>
          <a:effectRef idx="1">
            <a:schemeClr val="dk1"/>
          </a:effectRef>
          <a:fontRef idx="minor">
            <a:schemeClr val="dk1"/>
          </a:fontRef>
        </p:style>
      </p:cxnSp>
      <p:cxnSp>
        <p:nvCxnSpPr>
          <p:cNvPr id="48" name="Gerader Verbinder 47">
            <a:extLst>
              <a:ext uri="{FF2B5EF4-FFF2-40B4-BE49-F238E27FC236}">
                <a16:creationId xmlns:a16="http://schemas.microsoft.com/office/drawing/2014/main" id="{A369E4F6-58C4-43C6-64D9-C9510EBF5A47}"/>
              </a:ext>
            </a:extLst>
          </p:cNvPr>
          <p:cNvCxnSpPr>
            <a:cxnSpLocks/>
          </p:cNvCxnSpPr>
          <p:nvPr/>
        </p:nvCxnSpPr>
        <p:spPr>
          <a:xfrm>
            <a:off x="4986103" y="2988174"/>
            <a:ext cx="6016" cy="2200523"/>
          </a:xfrm>
          <a:prstGeom prst="line">
            <a:avLst/>
          </a:prstGeom>
          <a:ln w="19050"/>
        </p:spPr>
        <p:style>
          <a:lnRef idx="1">
            <a:schemeClr val="dk1"/>
          </a:lnRef>
          <a:fillRef idx="2">
            <a:schemeClr val="dk1"/>
          </a:fillRef>
          <a:effectRef idx="1">
            <a:schemeClr val="dk1"/>
          </a:effectRef>
          <a:fontRef idx="minor">
            <a:schemeClr val="dk1"/>
          </a:fontRef>
        </p:style>
      </p:cxnSp>
      <p:sp>
        <p:nvSpPr>
          <p:cNvPr id="4" name="Rechteck 3">
            <a:extLst>
              <a:ext uri="{FF2B5EF4-FFF2-40B4-BE49-F238E27FC236}">
                <a16:creationId xmlns:a16="http://schemas.microsoft.com/office/drawing/2014/main" id="{02EB7787-9896-48F6-302C-B6C614D7ECFA}"/>
              </a:ext>
            </a:extLst>
          </p:cNvPr>
          <p:cNvSpPr/>
          <p:nvPr/>
        </p:nvSpPr>
        <p:spPr>
          <a:xfrm>
            <a:off x="4542669" y="3237614"/>
            <a:ext cx="441892" cy="15100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 name="Rechteck 4">
            <a:extLst>
              <a:ext uri="{FF2B5EF4-FFF2-40B4-BE49-F238E27FC236}">
                <a16:creationId xmlns:a16="http://schemas.microsoft.com/office/drawing/2014/main" id="{FD47C33C-4339-D9E1-AD0A-234FAF1592CA}"/>
              </a:ext>
            </a:extLst>
          </p:cNvPr>
          <p:cNvSpPr/>
          <p:nvPr/>
        </p:nvSpPr>
        <p:spPr>
          <a:xfrm>
            <a:off x="4539557" y="4023645"/>
            <a:ext cx="446546" cy="15100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grpSp>
        <p:nvGrpSpPr>
          <p:cNvPr id="72" name="Gruppieren 71">
            <a:extLst>
              <a:ext uri="{FF2B5EF4-FFF2-40B4-BE49-F238E27FC236}">
                <a16:creationId xmlns:a16="http://schemas.microsoft.com/office/drawing/2014/main" id="{B4189B01-C236-9473-3F82-678F31081DAD}"/>
              </a:ext>
            </a:extLst>
          </p:cNvPr>
          <p:cNvGrpSpPr/>
          <p:nvPr/>
        </p:nvGrpSpPr>
        <p:grpSpPr>
          <a:xfrm>
            <a:off x="2728601" y="2647670"/>
            <a:ext cx="697535" cy="127074"/>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3790558" y="2638911"/>
            <a:ext cx="697535" cy="127074"/>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87" name="Rechteck 86">
            <a:extLst>
              <a:ext uri="{FF2B5EF4-FFF2-40B4-BE49-F238E27FC236}">
                <a16:creationId xmlns:a16="http://schemas.microsoft.com/office/drawing/2014/main" id="{023C3ABA-6242-BFE2-4E16-9BB897445BC5}"/>
              </a:ext>
            </a:extLst>
          </p:cNvPr>
          <p:cNvSpPr/>
          <p:nvPr/>
        </p:nvSpPr>
        <p:spPr>
          <a:xfrm rot="5400000">
            <a:off x="3558442" y="4812077"/>
            <a:ext cx="112856" cy="1842991"/>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89" name="Rechteck 88">
            <a:extLst>
              <a:ext uri="{FF2B5EF4-FFF2-40B4-BE49-F238E27FC236}">
                <a16:creationId xmlns:a16="http://schemas.microsoft.com/office/drawing/2014/main" id="{324AEA39-2D67-1DED-E729-E34FFB88A7BC}"/>
              </a:ext>
            </a:extLst>
          </p:cNvPr>
          <p:cNvSpPr/>
          <p:nvPr/>
        </p:nvSpPr>
        <p:spPr>
          <a:xfrm rot="5400000">
            <a:off x="3548703" y="5147358"/>
            <a:ext cx="120591" cy="140587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6" name="Rechteck 105">
            <a:extLst>
              <a:ext uri="{FF2B5EF4-FFF2-40B4-BE49-F238E27FC236}">
                <a16:creationId xmlns:a16="http://schemas.microsoft.com/office/drawing/2014/main" id="{3D083ACC-2F47-A5F2-F9BF-29115F4A6C97}"/>
              </a:ext>
            </a:extLst>
          </p:cNvPr>
          <p:cNvSpPr/>
          <p:nvPr/>
        </p:nvSpPr>
        <p:spPr>
          <a:xfrm rot="5400000">
            <a:off x="3560097" y="5065589"/>
            <a:ext cx="120591" cy="1837014"/>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07" name="Gruppieren 106">
            <a:extLst>
              <a:ext uri="{FF2B5EF4-FFF2-40B4-BE49-F238E27FC236}">
                <a16:creationId xmlns:a16="http://schemas.microsoft.com/office/drawing/2014/main" id="{F22F36A2-EF16-3B93-CFDF-FAF2D5F0DC99}"/>
              </a:ext>
            </a:extLst>
          </p:cNvPr>
          <p:cNvGrpSpPr/>
          <p:nvPr/>
        </p:nvGrpSpPr>
        <p:grpSpPr>
          <a:xfrm>
            <a:off x="2736102" y="5937360"/>
            <a:ext cx="697535" cy="127074"/>
            <a:chOff x="7588613" y="2300848"/>
            <a:chExt cx="1044672" cy="191499"/>
          </a:xfrm>
        </p:grpSpPr>
        <p:grpSp>
          <p:nvGrpSpPr>
            <p:cNvPr id="108" name="Gruppieren 107">
              <a:extLst>
                <a:ext uri="{FF2B5EF4-FFF2-40B4-BE49-F238E27FC236}">
                  <a16:creationId xmlns:a16="http://schemas.microsoft.com/office/drawing/2014/main" id="{A9479E13-4DBC-37AD-EB5C-3F67940B0F50}"/>
                </a:ext>
              </a:extLst>
            </p:cNvPr>
            <p:cNvGrpSpPr/>
            <p:nvPr/>
          </p:nvGrpSpPr>
          <p:grpSpPr>
            <a:xfrm rot="10800000">
              <a:off x="7588613" y="2300848"/>
              <a:ext cx="1044672" cy="191499"/>
              <a:chOff x="1845763" y="2203033"/>
              <a:chExt cx="665026" cy="138770"/>
            </a:xfrm>
          </p:grpSpPr>
          <p:grpSp>
            <p:nvGrpSpPr>
              <p:cNvPr id="110" name="Gruppieren 109">
                <a:extLst>
                  <a:ext uri="{FF2B5EF4-FFF2-40B4-BE49-F238E27FC236}">
                    <a16:creationId xmlns:a16="http://schemas.microsoft.com/office/drawing/2014/main" id="{9C6D5F97-60B1-FBA6-A7CF-BBC7D5FDF3F5}"/>
                  </a:ext>
                </a:extLst>
              </p:cNvPr>
              <p:cNvGrpSpPr/>
              <p:nvPr/>
            </p:nvGrpSpPr>
            <p:grpSpPr>
              <a:xfrm>
                <a:off x="2262811" y="2203034"/>
                <a:ext cx="247978" cy="138769"/>
                <a:chOff x="1809008" y="2120484"/>
                <a:chExt cx="247978" cy="138769"/>
              </a:xfrm>
            </p:grpSpPr>
            <p:sp>
              <p:nvSpPr>
                <p:cNvPr id="118" name="Rechteck 117">
                  <a:extLst>
                    <a:ext uri="{FF2B5EF4-FFF2-40B4-BE49-F238E27FC236}">
                      <a16:creationId xmlns:a16="http://schemas.microsoft.com/office/drawing/2014/main" id="{A0F61B71-D8A4-674F-AB7E-DD0A72FAD92F}"/>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19" name="Rechteck 118">
                  <a:extLst>
                    <a:ext uri="{FF2B5EF4-FFF2-40B4-BE49-F238E27FC236}">
                      <a16:creationId xmlns:a16="http://schemas.microsoft.com/office/drawing/2014/main" id="{F4D1BA27-E7B0-0E96-F1B1-DE3B8FE45A6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111" name="Gerader Verbinder 110">
                <a:extLst>
                  <a:ext uri="{FF2B5EF4-FFF2-40B4-BE49-F238E27FC236}">
                    <a16:creationId xmlns:a16="http://schemas.microsoft.com/office/drawing/2014/main" id="{5E800AF0-301B-BFE0-9A21-6D9874063D9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2" name="Gerader Verbinder 111">
                <a:extLst>
                  <a:ext uri="{FF2B5EF4-FFF2-40B4-BE49-F238E27FC236}">
                    <a16:creationId xmlns:a16="http://schemas.microsoft.com/office/drawing/2014/main" id="{652AE369-398C-8F1D-CA33-82B2018D034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3" name="Gerader Verbinder 112">
                <a:extLst>
                  <a:ext uri="{FF2B5EF4-FFF2-40B4-BE49-F238E27FC236}">
                    <a16:creationId xmlns:a16="http://schemas.microsoft.com/office/drawing/2014/main" id="{70E4CA01-C258-9AFF-7FF4-F0D4D7A7BD65}"/>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4" name="Gerader Verbinder 113">
                <a:extLst>
                  <a:ext uri="{FF2B5EF4-FFF2-40B4-BE49-F238E27FC236}">
                    <a16:creationId xmlns:a16="http://schemas.microsoft.com/office/drawing/2014/main" id="{8DEEBDF1-C146-0962-22E0-04B1F45C7B6E}"/>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5" name="Gerader Verbinder 114">
                <a:extLst>
                  <a:ext uri="{FF2B5EF4-FFF2-40B4-BE49-F238E27FC236}">
                    <a16:creationId xmlns:a16="http://schemas.microsoft.com/office/drawing/2014/main" id="{1AF115E3-0C44-928C-211B-61098F28747A}"/>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6" name="Gerader Verbinder 115">
                <a:extLst>
                  <a:ext uri="{FF2B5EF4-FFF2-40B4-BE49-F238E27FC236}">
                    <a16:creationId xmlns:a16="http://schemas.microsoft.com/office/drawing/2014/main" id="{BC48626D-B48F-F5E0-E5BA-077276376CCE}"/>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7" name="Gerader Verbinder 116">
                <a:extLst>
                  <a:ext uri="{FF2B5EF4-FFF2-40B4-BE49-F238E27FC236}">
                    <a16:creationId xmlns:a16="http://schemas.microsoft.com/office/drawing/2014/main" id="{76C21E41-C34C-DBB9-DACA-382F95F624EF}"/>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09" name="Gerader Verbinder 108">
              <a:extLst>
                <a:ext uri="{FF2B5EF4-FFF2-40B4-BE49-F238E27FC236}">
                  <a16:creationId xmlns:a16="http://schemas.microsoft.com/office/drawing/2014/main" id="{DFC59D05-5836-4B95-52A2-479CA1A2CDAF}"/>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20" name="Gruppieren 119">
            <a:extLst>
              <a:ext uri="{FF2B5EF4-FFF2-40B4-BE49-F238E27FC236}">
                <a16:creationId xmlns:a16="http://schemas.microsoft.com/office/drawing/2014/main" id="{8953ADF6-B8F0-B7D3-1445-B09EA829049F}"/>
              </a:ext>
            </a:extLst>
          </p:cNvPr>
          <p:cNvGrpSpPr/>
          <p:nvPr/>
        </p:nvGrpSpPr>
        <p:grpSpPr>
          <a:xfrm rot="10800000">
            <a:off x="3828539" y="5943841"/>
            <a:ext cx="697535" cy="127074"/>
            <a:chOff x="7588613" y="2300848"/>
            <a:chExt cx="1044672" cy="191499"/>
          </a:xfrm>
        </p:grpSpPr>
        <p:grpSp>
          <p:nvGrpSpPr>
            <p:cNvPr id="121" name="Gruppieren 120">
              <a:extLst>
                <a:ext uri="{FF2B5EF4-FFF2-40B4-BE49-F238E27FC236}">
                  <a16:creationId xmlns:a16="http://schemas.microsoft.com/office/drawing/2014/main" id="{8911768C-4F22-851E-E2E9-4AAAF8B86784}"/>
                </a:ext>
              </a:extLst>
            </p:cNvPr>
            <p:cNvGrpSpPr/>
            <p:nvPr/>
          </p:nvGrpSpPr>
          <p:grpSpPr>
            <a:xfrm rot="10800000">
              <a:off x="7588613" y="2300848"/>
              <a:ext cx="1044672" cy="191499"/>
              <a:chOff x="1845763" y="2203033"/>
              <a:chExt cx="665026" cy="138770"/>
            </a:xfrm>
          </p:grpSpPr>
          <p:grpSp>
            <p:nvGrpSpPr>
              <p:cNvPr id="123" name="Gruppieren 122">
                <a:extLst>
                  <a:ext uri="{FF2B5EF4-FFF2-40B4-BE49-F238E27FC236}">
                    <a16:creationId xmlns:a16="http://schemas.microsoft.com/office/drawing/2014/main" id="{FDAF7AEC-2F1E-55D6-D119-21487F5C172A}"/>
                  </a:ext>
                </a:extLst>
              </p:cNvPr>
              <p:cNvGrpSpPr/>
              <p:nvPr/>
            </p:nvGrpSpPr>
            <p:grpSpPr>
              <a:xfrm>
                <a:off x="2262811" y="2203034"/>
                <a:ext cx="247978" cy="138769"/>
                <a:chOff x="1809008" y="2120484"/>
                <a:chExt cx="247978" cy="138769"/>
              </a:xfrm>
            </p:grpSpPr>
            <p:sp>
              <p:nvSpPr>
                <p:cNvPr id="131" name="Rechteck 130">
                  <a:extLst>
                    <a:ext uri="{FF2B5EF4-FFF2-40B4-BE49-F238E27FC236}">
                      <a16:creationId xmlns:a16="http://schemas.microsoft.com/office/drawing/2014/main" id="{1728AD92-B425-DF0E-EA9A-F50922809F9A}"/>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32" name="Rechteck 131">
                  <a:extLst>
                    <a:ext uri="{FF2B5EF4-FFF2-40B4-BE49-F238E27FC236}">
                      <a16:creationId xmlns:a16="http://schemas.microsoft.com/office/drawing/2014/main" id="{9675D895-7652-5CED-A485-852D877AF1BE}"/>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124" name="Gerader Verbinder 123">
                <a:extLst>
                  <a:ext uri="{FF2B5EF4-FFF2-40B4-BE49-F238E27FC236}">
                    <a16:creationId xmlns:a16="http://schemas.microsoft.com/office/drawing/2014/main" id="{797BBA53-7A78-85D7-6563-6499E9528629}"/>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Gerader Verbinder 124">
                <a:extLst>
                  <a:ext uri="{FF2B5EF4-FFF2-40B4-BE49-F238E27FC236}">
                    <a16:creationId xmlns:a16="http://schemas.microsoft.com/office/drawing/2014/main" id="{27AFE2A8-0988-4A2E-D43B-BB83C1FA6577}"/>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Gerader Verbinder 125">
                <a:extLst>
                  <a:ext uri="{FF2B5EF4-FFF2-40B4-BE49-F238E27FC236}">
                    <a16:creationId xmlns:a16="http://schemas.microsoft.com/office/drawing/2014/main" id="{CB8AB47B-D6FF-4ABD-2174-F8D3E7E67846}"/>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Gerader Verbinder 126">
                <a:extLst>
                  <a:ext uri="{FF2B5EF4-FFF2-40B4-BE49-F238E27FC236}">
                    <a16:creationId xmlns:a16="http://schemas.microsoft.com/office/drawing/2014/main" id="{6A436A84-BD59-CA77-5D4F-FB97B86A46E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Gerader Verbinder 127">
                <a:extLst>
                  <a:ext uri="{FF2B5EF4-FFF2-40B4-BE49-F238E27FC236}">
                    <a16:creationId xmlns:a16="http://schemas.microsoft.com/office/drawing/2014/main" id="{EA471172-8772-AAA9-3313-DA2E70F3938C}"/>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Gerader Verbinder 128">
                <a:extLst>
                  <a:ext uri="{FF2B5EF4-FFF2-40B4-BE49-F238E27FC236}">
                    <a16:creationId xmlns:a16="http://schemas.microsoft.com/office/drawing/2014/main" id="{C7910386-33BE-D00B-396B-6523A12BA59B}"/>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0" name="Gerader Verbinder 129">
                <a:extLst>
                  <a:ext uri="{FF2B5EF4-FFF2-40B4-BE49-F238E27FC236}">
                    <a16:creationId xmlns:a16="http://schemas.microsoft.com/office/drawing/2014/main" id="{9B185215-0DC4-B6B6-C249-D23D519C15FE}"/>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22" name="Gerader Verbinder 121">
              <a:extLst>
                <a:ext uri="{FF2B5EF4-FFF2-40B4-BE49-F238E27FC236}">
                  <a16:creationId xmlns:a16="http://schemas.microsoft.com/office/drawing/2014/main" id="{BEBA401A-4205-ADDC-6700-F84A2516A76F}"/>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5" name="Rechteck 94">
            <a:extLst>
              <a:ext uri="{FF2B5EF4-FFF2-40B4-BE49-F238E27FC236}">
                <a16:creationId xmlns:a16="http://schemas.microsoft.com/office/drawing/2014/main" id="{7ED6B6A1-765D-19C8-B464-9AF186B285E7}"/>
              </a:ext>
            </a:extLst>
          </p:cNvPr>
          <p:cNvSpPr/>
          <p:nvPr/>
        </p:nvSpPr>
        <p:spPr>
          <a:xfrm rot="16200000">
            <a:off x="3555127" y="5659359"/>
            <a:ext cx="109888" cy="1016037"/>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97" name="Gruppieren 96">
            <a:extLst>
              <a:ext uri="{FF2B5EF4-FFF2-40B4-BE49-F238E27FC236}">
                <a16:creationId xmlns:a16="http://schemas.microsoft.com/office/drawing/2014/main" id="{5A9144F9-4139-4A15-0734-00908E3E6242}"/>
              </a:ext>
            </a:extLst>
          </p:cNvPr>
          <p:cNvGrpSpPr/>
          <p:nvPr/>
        </p:nvGrpSpPr>
        <p:grpSpPr>
          <a:xfrm rot="10800000">
            <a:off x="3980310" y="6225032"/>
            <a:ext cx="137779" cy="226944"/>
            <a:chOff x="2419090" y="1272878"/>
            <a:chExt cx="206347" cy="342001"/>
          </a:xfrm>
        </p:grpSpPr>
        <p:sp>
          <p:nvSpPr>
            <p:cNvPr id="101" name="Rechteck 100">
              <a:extLst>
                <a:ext uri="{FF2B5EF4-FFF2-40B4-BE49-F238E27FC236}">
                  <a16:creationId xmlns:a16="http://schemas.microsoft.com/office/drawing/2014/main" id="{5FF30683-DCFA-6612-6687-89104F7F08ED}"/>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2" name="Ellipse 101">
              <a:extLst>
                <a:ext uri="{FF2B5EF4-FFF2-40B4-BE49-F238E27FC236}">
                  <a16:creationId xmlns:a16="http://schemas.microsoft.com/office/drawing/2014/main" id="{EA7DD799-95C0-2ED2-3E33-2D71BF8858D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98" name="Gruppieren 97">
            <a:extLst>
              <a:ext uri="{FF2B5EF4-FFF2-40B4-BE49-F238E27FC236}">
                <a16:creationId xmlns:a16="http://schemas.microsoft.com/office/drawing/2014/main" id="{E59947A6-B810-C7DE-5BD3-1937C96D0954}"/>
              </a:ext>
            </a:extLst>
          </p:cNvPr>
          <p:cNvGrpSpPr/>
          <p:nvPr/>
        </p:nvGrpSpPr>
        <p:grpSpPr>
          <a:xfrm rot="10800000">
            <a:off x="3102052" y="6229055"/>
            <a:ext cx="137779" cy="226944"/>
            <a:chOff x="2419090" y="1272878"/>
            <a:chExt cx="206347" cy="342001"/>
          </a:xfrm>
        </p:grpSpPr>
        <p:sp>
          <p:nvSpPr>
            <p:cNvPr id="99" name="Rechteck 98">
              <a:extLst>
                <a:ext uri="{FF2B5EF4-FFF2-40B4-BE49-F238E27FC236}">
                  <a16:creationId xmlns:a16="http://schemas.microsoft.com/office/drawing/2014/main" id="{46195073-FDDC-9814-A115-62377B254298}"/>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0" name="Ellipse 99">
              <a:extLst>
                <a:ext uri="{FF2B5EF4-FFF2-40B4-BE49-F238E27FC236}">
                  <a16:creationId xmlns:a16="http://schemas.microsoft.com/office/drawing/2014/main" id="{A81F285E-0624-6AAD-A2FA-D80E32E7B57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94" name="Rechteck 93">
            <a:extLst>
              <a:ext uri="{FF2B5EF4-FFF2-40B4-BE49-F238E27FC236}">
                <a16:creationId xmlns:a16="http://schemas.microsoft.com/office/drawing/2014/main" id="{68E2B52E-E331-EA59-3F9F-6ECF09E21294}"/>
              </a:ext>
            </a:extLst>
          </p:cNvPr>
          <p:cNvSpPr/>
          <p:nvPr/>
        </p:nvSpPr>
        <p:spPr>
          <a:xfrm rot="10800000">
            <a:off x="3454178" y="5953441"/>
            <a:ext cx="349396" cy="1510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9B2407EE-433C-44C6-42EE-24F9AB31C596}"/>
              </a:ext>
            </a:extLst>
          </p:cNvPr>
          <p:cNvPicPr>
            <a:picLocks noChangeAspect="1"/>
          </p:cNvPicPr>
          <p:nvPr/>
        </p:nvPicPr>
        <p:blipFill>
          <a:blip r:embed="rId2">
            <a:clrChange>
              <a:clrFrom>
                <a:srgbClr val="FFFFFF"/>
              </a:clrFrom>
              <a:clrTo>
                <a:srgbClr val="FFFFFF">
                  <a:alpha val="0"/>
                </a:srgbClr>
              </a:clrTo>
            </a:clrChange>
          </a:blip>
          <a:srcRect l="3053" t="45250" r="41264"/>
          <a:stretch/>
        </p:blipFill>
        <p:spPr>
          <a:xfrm>
            <a:off x="2214072" y="2288959"/>
            <a:ext cx="873565" cy="263925"/>
          </a:xfrm>
          <a:prstGeom prst="rect">
            <a:avLst/>
          </a:prstGeom>
        </p:spPr>
      </p:pic>
    </p:spTree>
    <p:extLst>
      <p:ext uri="{BB962C8B-B14F-4D97-AF65-F5344CB8AC3E}">
        <p14:creationId xmlns:p14="http://schemas.microsoft.com/office/powerpoint/2010/main" val="2169501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Gruppieren 94">
            <a:extLst>
              <a:ext uri="{FF2B5EF4-FFF2-40B4-BE49-F238E27FC236}">
                <a16:creationId xmlns:a16="http://schemas.microsoft.com/office/drawing/2014/main" id="{CC68B000-70E8-8E0B-BD07-1BDA4674E7BA}"/>
              </a:ext>
            </a:extLst>
          </p:cNvPr>
          <p:cNvGrpSpPr/>
          <p:nvPr/>
        </p:nvGrpSpPr>
        <p:grpSpPr>
          <a:xfrm>
            <a:off x="5307077" y="2520169"/>
            <a:ext cx="4421998" cy="4100276"/>
            <a:chOff x="5307077" y="2514389"/>
            <a:chExt cx="4421998" cy="4100276"/>
          </a:xfrm>
        </p:grpSpPr>
        <p:grpSp>
          <p:nvGrpSpPr>
            <p:cNvPr id="30" name="Gruppieren 29">
              <a:extLst>
                <a:ext uri="{FF2B5EF4-FFF2-40B4-BE49-F238E27FC236}">
                  <a16:creationId xmlns:a16="http://schemas.microsoft.com/office/drawing/2014/main" id="{8B283BBD-FE8F-99FC-4ED0-95CA074024D7}"/>
                </a:ext>
              </a:extLst>
            </p:cNvPr>
            <p:cNvGrpSpPr/>
            <p:nvPr/>
          </p:nvGrpSpPr>
          <p:grpSpPr>
            <a:xfrm>
              <a:off x="5987903" y="2592735"/>
              <a:ext cx="3741172" cy="4021930"/>
              <a:chOff x="6579751" y="1758171"/>
              <a:chExt cx="3741172" cy="4021930"/>
            </a:xfrm>
          </p:grpSpPr>
          <p:sp>
            <p:nvSpPr>
              <p:cNvPr id="69" name="Rechteck 68">
                <a:extLst>
                  <a:ext uri="{FF2B5EF4-FFF2-40B4-BE49-F238E27FC236}">
                    <a16:creationId xmlns:a16="http://schemas.microsoft.com/office/drawing/2014/main" id="{C3470D90-1D7E-C385-843E-1F29FDFF8162}"/>
                  </a:ext>
                </a:extLst>
              </p:cNvPr>
              <p:cNvSpPr/>
              <p:nvPr/>
            </p:nvSpPr>
            <p:spPr>
              <a:xfrm rot="16200000" flipH="1">
                <a:off x="7954466" y="388154"/>
                <a:ext cx="165953" cy="2909135"/>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0" name="Halbbogen 69">
                <a:extLst>
                  <a:ext uri="{FF2B5EF4-FFF2-40B4-BE49-F238E27FC236}">
                    <a16:creationId xmlns:a16="http://schemas.microsoft.com/office/drawing/2014/main" id="{4A6DA58D-31D7-5846-3A3D-853EBFBB7CF3}"/>
                  </a:ext>
                </a:extLst>
              </p:cNvPr>
              <p:cNvSpPr/>
              <p:nvPr/>
            </p:nvSpPr>
            <p:spPr>
              <a:xfrm rot="5400000" flipH="1">
                <a:off x="8567300" y="1861952"/>
                <a:ext cx="1846968" cy="1645828"/>
              </a:xfrm>
              <a:prstGeom prst="blockArc">
                <a:avLst>
                  <a:gd name="adj1" fmla="val 16202951"/>
                  <a:gd name="adj2" fmla="val 15508"/>
                  <a:gd name="adj3" fmla="val 10099"/>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ED3ED3D-EF1B-48BC-F032-5AF78CED7292}"/>
                  </a:ext>
                </a:extLst>
              </p:cNvPr>
              <p:cNvSpPr/>
              <p:nvPr/>
            </p:nvSpPr>
            <p:spPr>
              <a:xfrm rot="16200000" flipH="1">
                <a:off x="8685612" y="4153195"/>
                <a:ext cx="3095235" cy="158577"/>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C053D468-CAC3-97CB-9FD2-454144BDA372}"/>
                  </a:ext>
                </a:extLst>
              </p:cNvPr>
              <p:cNvSpPr/>
              <p:nvPr/>
            </p:nvSpPr>
            <p:spPr>
              <a:xfrm rot="5400000">
                <a:off x="6656715" y="168120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26A3C8DF-86A6-20C5-7A55-F222F6CE566E}"/>
                  </a:ext>
                </a:extLst>
              </p:cNvPr>
              <p:cNvSpPr/>
              <p:nvPr/>
            </p:nvSpPr>
            <p:spPr>
              <a:xfrm rot="10800000">
                <a:off x="10150852" y="5448820"/>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22" name="Grafik 21">
              <a:extLst>
                <a:ext uri="{FF2B5EF4-FFF2-40B4-BE49-F238E27FC236}">
                  <a16:creationId xmlns:a16="http://schemas.microsoft.com/office/drawing/2014/main" id="{943D0974-3498-EFDA-9A7B-FA9FF38EAF6C}"/>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5307077" y="2514389"/>
              <a:ext cx="1191688" cy="372986"/>
            </a:xfrm>
            <a:prstGeom prst="rect">
              <a:avLst/>
            </a:prstGeom>
          </p:spPr>
        </p:pic>
      </p:gr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endParaRPr lang="de-DE"/>
          </a:p>
        </p:txBody>
      </p:sp>
      <p:sp>
        <p:nvSpPr>
          <p:cNvPr id="49" name="Rechteck 48">
            <a:extLst>
              <a:ext uri="{FF2B5EF4-FFF2-40B4-BE49-F238E27FC236}">
                <a16:creationId xmlns:a16="http://schemas.microsoft.com/office/drawing/2014/main" id="{167EE6C6-D0D4-CF52-7D76-C210619700F9}"/>
              </a:ext>
            </a:extLst>
          </p:cNvPr>
          <p:cNvSpPr/>
          <p:nvPr/>
        </p:nvSpPr>
        <p:spPr>
          <a:xfrm rot="5400000">
            <a:off x="7177764" y="2261909"/>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164289" y="1919323"/>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18897" y="2395101"/>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00435" y="3610012"/>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6584027" y="2495345"/>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72" name="Gruppieren 71">
            <a:extLst>
              <a:ext uri="{FF2B5EF4-FFF2-40B4-BE49-F238E27FC236}">
                <a16:creationId xmlns:a16="http://schemas.microsoft.com/office/drawing/2014/main" id="{B4189B01-C236-9473-3F82-678F31081DAD}"/>
              </a:ext>
            </a:extLst>
          </p:cNvPr>
          <p:cNvGrpSpPr/>
          <p:nvPr/>
        </p:nvGrpSpPr>
        <p:grpSpPr>
          <a:xfrm>
            <a:off x="6053575" y="3041658"/>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02262" y="3029279"/>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6" name="Rechteck 95">
            <a:extLst>
              <a:ext uri="{FF2B5EF4-FFF2-40B4-BE49-F238E27FC236}">
                <a16:creationId xmlns:a16="http://schemas.microsoft.com/office/drawing/2014/main" id="{9DE84289-5BE0-153C-42F2-4A8FDE87EE5C}"/>
              </a:ext>
            </a:extLst>
          </p:cNvPr>
          <p:cNvSpPr/>
          <p:nvPr/>
        </p:nvSpPr>
        <p:spPr>
          <a:xfrm>
            <a:off x="101145" y="1176018"/>
            <a:ext cx="8022551" cy="81864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00" name="Gruppieren 99">
            <a:extLst>
              <a:ext uri="{FF2B5EF4-FFF2-40B4-BE49-F238E27FC236}">
                <a16:creationId xmlns:a16="http://schemas.microsoft.com/office/drawing/2014/main" id="{D2E0082B-CDD0-AE11-AB87-B17489AD5C91}"/>
              </a:ext>
            </a:extLst>
          </p:cNvPr>
          <p:cNvGrpSpPr/>
          <p:nvPr/>
        </p:nvGrpSpPr>
        <p:grpSpPr>
          <a:xfrm>
            <a:off x="5752355" y="2016714"/>
            <a:ext cx="1486107" cy="772581"/>
            <a:chOff x="6611114" y="1535446"/>
            <a:chExt cx="1486107" cy="858309"/>
          </a:xfrm>
        </p:grpSpPr>
        <p:sp>
          <p:nvSpPr>
            <p:cNvPr id="98" name="Rechteck 97">
              <a:extLst>
                <a:ext uri="{FF2B5EF4-FFF2-40B4-BE49-F238E27FC236}">
                  <a16:creationId xmlns:a16="http://schemas.microsoft.com/office/drawing/2014/main" id="{918249B8-030E-E964-A343-0C605430144E}"/>
                </a:ext>
              </a:extLst>
            </p:cNvPr>
            <p:cNvSpPr/>
            <p:nvPr/>
          </p:nvSpPr>
          <p:spPr>
            <a:xfrm>
              <a:off x="6868546" y="1699850"/>
              <a:ext cx="244377" cy="693905"/>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99" name="Rechteck 98">
              <a:extLst>
                <a:ext uri="{FF2B5EF4-FFF2-40B4-BE49-F238E27FC236}">
                  <a16:creationId xmlns:a16="http://schemas.microsoft.com/office/drawing/2014/main" id="{1CFB283A-27AA-32A9-5FC4-733879758EFE}"/>
                </a:ext>
              </a:extLst>
            </p:cNvPr>
            <p:cNvSpPr/>
            <p:nvPr/>
          </p:nvSpPr>
          <p:spPr>
            <a:xfrm>
              <a:off x="6611114" y="1535446"/>
              <a:ext cx="1486107" cy="21340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09" name="Rechteck 108">
            <a:extLst>
              <a:ext uri="{FF2B5EF4-FFF2-40B4-BE49-F238E27FC236}">
                <a16:creationId xmlns:a16="http://schemas.microsoft.com/office/drawing/2014/main" id="{9366A619-125B-9737-9305-164D5B4356C5}"/>
              </a:ext>
            </a:extLst>
          </p:cNvPr>
          <p:cNvSpPr/>
          <p:nvPr/>
        </p:nvSpPr>
        <p:spPr>
          <a:xfrm>
            <a:off x="8522111" y="3775313"/>
            <a:ext cx="602814" cy="11010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10" name="Gruppieren 109">
            <a:extLst>
              <a:ext uri="{FF2B5EF4-FFF2-40B4-BE49-F238E27FC236}">
                <a16:creationId xmlns:a16="http://schemas.microsoft.com/office/drawing/2014/main" id="{31BA0064-7260-E208-B21C-07AC7CC1F0BC}"/>
              </a:ext>
            </a:extLst>
          </p:cNvPr>
          <p:cNvGrpSpPr/>
          <p:nvPr/>
        </p:nvGrpSpPr>
        <p:grpSpPr>
          <a:xfrm>
            <a:off x="8596863" y="2791451"/>
            <a:ext cx="360000" cy="1374289"/>
            <a:chOff x="8596863" y="3086726"/>
            <a:chExt cx="360000" cy="1374289"/>
          </a:xfrm>
        </p:grpSpPr>
        <p:sp>
          <p:nvSpPr>
            <p:cNvPr id="111" name="Rechteck 110">
              <a:extLst>
                <a:ext uri="{FF2B5EF4-FFF2-40B4-BE49-F238E27FC236}">
                  <a16:creationId xmlns:a16="http://schemas.microsoft.com/office/drawing/2014/main" id="{CF7A14AE-2827-371B-7160-3BAB2BB71079}"/>
                </a:ext>
              </a:extLst>
            </p:cNvPr>
            <p:cNvSpPr/>
            <p:nvPr/>
          </p:nvSpPr>
          <p:spPr>
            <a:xfrm rot="5400000">
              <a:off x="8196429" y="3769539"/>
              <a:ext cx="1193780" cy="18917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2" name="Ellipse 111">
              <a:extLst>
                <a:ext uri="{FF2B5EF4-FFF2-40B4-BE49-F238E27FC236}">
                  <a16:creationId xmlns:a16="http://schemas.microsoft.com/office/drawing/2014/main" id="{B10584B0-8E2A-F85D-B52F-B828909EC830}"/>
                </a:ext>
              </a:extLst>
            </p:cNvPr>
            <p:cNvSpPr/>
            <p:nvPr/>
          </p:nvSpPr>
          <p:spPr>
            <a:xfrm>
              <a:off x="8596863" y="3086726"/>
              <a:ext cx="360000" cy="360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113" name="Gruppieren 112">
            <a:extLst>
              <a:ext uri="{FF2B5EF4-FFF2-40B4-BE49-F238E27FC236}">
                <a16:creationId xmlns:a16="http://schemas.microsoft.com/office/drawing/2014/main" id="{7FE7326C-65FA-EDAA-ED73-900FDE648D53}"/>
              </a:ext>
            </a:extLst>
          </p:cNvPr>
          <p:cNvGrpSpPr/>
          <p:nvPr/>
        </p:nvGrpSpPr>
        <p:grpSpPr>
          <a:xfrm rot="16200000">
            <a:off x="9123471" y="1715152"/>
            <a:ext cx="360000" cy="1374289"/>
            <a:chOff x="8596863" y="3086726"/>
            <a:chExt cx="360000" cy="1374289"/>
          </a:xfrm>
        </p:grpSpPr>
        <p:sp>
          <p:nvSpPr>
            <p:cNvPr id="114" name="Rechteck 113">
              <a:extLst>
                <a:ext uri="{FF2B5EF4-FFF2-40B4-BE49-F238E27FC236}">
                  <a16:creationId xmlns:a16="http://schemas.microsoft.com/office/drawing/2014/main" id="{FCED382D-592B-DA20-1835-F5B3C823CD5F}"/>
                </a:ext>
              </a:extLst>
            </p:cNvPr>
            <p:cNvSpPr/>
            <p:nvPr/>
          </p:nvSpPr>
          <p:spPr>
            <a:xfrm rot="5400000">
              <a:off x="8196429" y="3769539"/>
              <a:ext cx="1193780" cy="18917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5" name="Ellipse 114">
              <a:extLst>
                <a:ext uri="{FF2B5EF4-FFF2-40B4-BE49-F238E27FC236}">
                  <a16:creationId xmlns:a16="http://schemas.microsoft.com/office/drawing/2014/main" id="{F0B4A3F4-CD3A-DDBE-6CB4-B8FF188D9FD9}"/>
                </a:ext>
              </a:extLst>
            </p:cNvPr>
            <p:cNvSpPr/>
            <p:nvPr/>
          </p:nvSpPr>
          <p:spPr>
            <a:xfrm>
              <a:off x="8596863" y="3086726"/>
              <a:ext cx="360000" cy="360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16" name="Rechteck 115">
            <a:extLst>
              <a:ext uri="{FF2B5EF4-FFF2-40B4-BE49-F238E27FC236}">
                <a16:creationId xmlns:a16="http://schemas.microsoft.com/office/drawing/2014/main" id="{C9E1E758-40CB-C446-87AD-78A2CB4C448E}"/>
              </a:ext>
            </a:extLst>
          </p:cNvPr>
          <p:cNvSpPr/>
          <p:nvPr/>
        </p:nvSpPr>
        <p:spPr>
          <a:xfrm>
            <a:off x="9990616" y="1843652"/>
            <a:ext cx="1461346" cy="11193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7" name="Gerade Verbindung mit Pfeil 116">
            <a:extLst>
              <a:ext uri="{FF2B5EF4-FFF2-40B4-BE49-F238E27FC236}">
                <a16:creationId xmlns:a16="http://schemas.microsoft.com/office/drawing/2014/main" id="{CF764210-0F18-B913-35CD-4A93FD942502}"/>
              </a:ext>
            </a:extLst>
          </p:cNvPr>
          <p:cNvCxnSpPr>
            <a:cxnSpLocks/>
          </p:cNvCxnSpPr>
          <p:nvPr/>
        </p:nvCxnSpPr>
        <p:spPr>
          <a:xfrm flipV="1">
            <a:off x="8801691" y="3395045"/>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18" name="Gerade Verbindung mit Pfeil 117">
            <a:extLst>
              <a:ext uri="{FF2B5EF4-FFF2-40B4-BE49-F238E27FC236}">
                <a16:creationId xmlns:a16="http://schemas.microsoft.com/office/drawing/2014/main" id="{7F0E57C3-85DD-0646-B971-7EB0CE909E12}"/>
              </a:ext>
            </a:extLst>
          </p:cNvPr>
          <p:cNvCxnSpPr>
            <a:cxnSpLocks/>
          </p:cNvCxnSpPr>
          <p:nvPr/>
        </p:nvCxnSpPr>
        <p:spPr>
          <a:xfrm flipH="1">
            <a:off x="9263389" y="2385841"/>
            <a:ext cx="502342"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4" name="Gerade Verbindung mit Pfeil 3">
            <a:extLst>
              <a:ext uri="{FF2B5EF4-FFF2-40B4-BE49-F238E27FC236}">
                <a16:creationId xmlns:a16="http://schemas.microsoft.com/office/drawing/2014/main" id="{32519430-FA60-448C-ACA8-62E8E7BEA8AC}"/>
              </a:ext>
            </a:extLst>
          </p:cNvPr>
          <p:cNvCxnSpPr>
            <a:cxnSpLocks/>
          </p:cNvCxnSpPr>
          <p:nvPr/>
        </p:nvCxnSpPr>
        <p:spPr>
          <a:xfrm flipH="1">
            <a:off x="5946133" y="2107073"/>
            <a:ext cx="1137903"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6" name="Textfeld 5">
            <a:extLst>
              <a:ext uri="{FF2B5EF4-FFF2-40B4-BE49-F238E27FC236}">
                <a16:creationId xmlns:a16="http://schemas.microsoft.com/office/drawing/2014/main" id="{03B0B133-E226-D570-EE4A-B975CC3E0DA6}"/>
              </a:ext>
            </a:extLst>
          </p:cNvPr>
          <p:cNvSpPr txBox="1"/>
          <p:nvPr/>
        </p:nvSpPr>
        <p:spPr>
          <a:xfrm>
            <a:off x="563647" y="2918601"/>
            <a:ext cx="4259499" cy="3416320"/>
          </a:xfrm>
          <a:prstGeom prst="rect">
            <a:avLst/>
          </a:prstGeom>
          <a:noFill/>
        </p:spPr>
        <p:txBody>
          <a:bodyPr wrap="none" rtlCol="0">
            <a:spAutoFit/>
          </a:bodyPr>
          <a:lstStyle/>
          <a:p>
            <a:r>
              <a:rPr lang="de-DE" dirty="0" err="1"/>
              <a:t>Taktband</a:t>
            </a:r>
            <a:r>
              <a:rPr lang="de-DE" dirty="0"/>
              <a:t> taktet Pos weiter		0,8s</a:t>
            </a:r>
          </a:p>
          <a:p>
            <a:r>
              <a:rPr lang="de-DE" dirty="0"/>
              <a:t>Z-Hub Kabelgreifer nach unten	0,5s</a:t>
            </a:r>
          </a:p>
          <a:p>
            <a:r>
              <a:rPr lang="de-DE" dirty="0"/>
              <a:t>Zustellung Unterstützungsrollen</a:t>
            </a:r>
          </a:p>
          <a:p>
            <a:r>
              <a:rPr lang="de-DE" dirty="0"/>
              <a:t>Greifer greift Kabel			0,3s</a:t>
            </a:r>
          </a:p>
          <a:p>
            <a:r>
              <a:rPr lang="de-DE" dirty="0"/>
              <a:t>Backen WT öffnen?			0,5s</a:t>
            </a:r>
          </a:p>
          <a:p>
            <a:r>
              <a:rPr lang="de-DE" dirty="0"/>
              <a:t>Kabellänge verfahren 1300mm	3,5s</a:t>
            </a:r>
          </a:p>
          <a:p>
            <a:r>
              <a:rPr lang="de-DE" dirty="0"/>
              <a:t>Backen WT schließen?</a:t>
            </a:r>
          </a:p>
          <a:p>
            <a:r>
              <a:rPr lang="de-DE" dirty="0"/>
              <a:t>Greifer Kabel öffnen		0,3s</a:t>
            </a:r>
          </a:p>
          <a:p>
            <a:endParaRPr lang="de-DE" dirty="0"/>
          </a:p>
          <a:p>
            <a:r>
              <a:rPr lang="de-DE" dirty="0"/>
              <a:t>Gesamt:				5,9s</a:t>
            </a:r>
          </a:p>
          <a:p>
            <a:endParaRPr lang="de-DE" dirty="0"/>
          </a:p>
          <a:p>
            <a:endParaRPr lang="de-DE" dirty="0"/>
          </a:p>
        </p:txBody>
      </p:sp>
    </p:spTree>
    <p:extLst>
      <p:ext uri="{BB962C8B-B14F-4D97-AF65-F5344CB8AC3E}">
        <p14:creationId xmlns:p14="http://schemas.microsoft.com/office/powerpoint/2010/main" val="3012459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feil: nach links gekrümmt 17">
            <a:extLst>
              <a:ext uri="{FF2B5EF4-FFF2-40B4-BE49-F238E27FC236}">
                <a16:creationId xmlns:a16="http://schemas.microsoft.com/office/drawing/2014/main" id="{F50AA004-F952-BC37-CE55-72B9FA5D45B5}"/>
              </a:ext>
            </a:extLst>
          </p:cNvPr>
          <p:cNvSpPr/>
          <p:nvPr/>
        </p:nvSpPr>
        <p:spPr>
          <a:xfrm rot="16200000">
            <a:off x="4951090" y="3492809"/>
            <a:ext cx="1220302" cy="618370"/>
          </a:xfrm>
          <a:prstGeom prst="curvedLeftArrow">
            <a:avLst>
              <a:gd name="adj1" fmla="val 2609"/>
              <a:gd name="adj2" fmla="val 29910"/>
              <a:gd name="adj3" fmla="val 3334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grpSp>
        <p:nvGrpSpPr>
          <p:cNvPr id="95" name="Gruppieren 94">
            <a:extLst>
              <a:ext uri="{FF2B5EF4-FFF2-40B4-BE49-F238E27FC236}">
                <a16:creationId xmlns:a16="http://schemas.microsoft.com/office/drawing/2014/main" id="{CC68B000-70E8-8E0B-BD07-1BDA4674E7BA}"/>
              </a:ext>
            </a:extLst>
          </p:cNvPr>
          <p:cNvGrpSpPr/>
          <p:nvPr/>
        </p:nvGrpSpPr>
        <p:grpSpPr>
          <a:xfrm>
            <a:off x="5307077" y="2520169"/>
            <a:ext cx="4421998" cy="4100276"/>
            <a:chOff x="5307077" y="2514389"/>
            <a:chExt cx="4421998" cy="4100276"/>
          </a:xfrm>
        </p:grpSpPr>
        <p:grpSp>
          <p:nvGrpSpPr>
            <p:cNvPr id="30" name="Gruppieren 29">
              <a:extLst>
                <a:ext uri="{FF2B5EF4-FFF2-40B4-BE49-F238E27FC236}">
                  <a16:creationId xmlns:a16="http://schemas.microsoft.com/office/drawing/2014/main" id="{8B283BBD-FE8F-99FC-4ED0-95CA074024D7}"/>
                </a:ext>
              </a:extLst>
            </p:cNvPr>
            <p:cNvGrpSpPr/>
            <p:nvPr/>
          </p:nvGrpSpPr>
          <p:grpSpPr>
            <a:xfrm>
              <a:off x="5987903" y="2592735"/>
              <a:ext cx="3741172" cy="4021930"/>
              <a:chOff x="6579751" y="1758171"/>
              <a:chExt cx="3741172" cy="4021930"/>
            </a:xfrm>
          </p:grpSpPr>
          <p:sp>
            <p:nvSpPr>
              <p:cNvPr id="69" name="Rechteck 68">
                <a:extLst>
                  <a:ext uri="{FF2B5EF4-FFF2-40B4-BE49-F238E27FC236}">
                    <a16:creationId xmlns:a16="http://schemas.microsoft.com/office/drawing/2014/main" id="{C3470D90-1D7E-C385-843E-1F29FDFF8162}"/>
                  </a:ext>
                </a:extLst>
              </p:cNvPr>
              <p:cNvSpPr/>
              <p:nvPr/>
            </p:nvSpPr>
            <p:spPr>
              <a:xfrm rot="16200000" flipH="1">
                <a:off x="7954466" y="388154"/>
                <a:ext cx="165953" cy="2909135"/>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0" name="Halbbogen 69">
                <a:extLst>
                  <a:ext uri="{FF2B5EF4-FFF2-40B4-BE49-F238E27FC236}">
                    <a16:creationId xmlns:a16="http://schemas.microsoft.com/office/drawing/2014/main" id="{4A6DA58D-31D7-5846-3A3D-853EBFBB7CF3}"/>
                  </a:ext>
                </a:extLst>
              </p:cNvPr>
              <p:cNvSpPr/>
              <p:nvPr/>
            </p:nvSpPr>
            <p:spPr>
              <a:xfrm rot="5400000" flipH="1">
                <a:off x="8567300" y="1861952"/>
                <a:ext cx="1846968" cy="1645828"/>
              </a:xfrm>
              <a:prstGeom prst="blockArc">
                <a:avLst>
                  <a:gd name="adj1" fmla="val 16202951"/>
                  <a:gd name="adj2" fmla="val 15508"/>
                  <a:gd name="adj3" fmla="val 10099"/>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ED3ED3D-EF1B-48BC-F032-5AF78CED7292}"/>
                  </a:ext>
                </a:extLst>
              </p:cNvPr>
              <p:cNvSpPr/>
              <p:nvPr/>
            </p:nvSpPr>
            <p:spPr>
              <a:xfrm rot="16200000" flipH="1">
                <a:off x="8685612" y="4153195"/>
                <a:ext cx="3095235" cy="158577"/>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C053D468-CAC3-97CB-9FD2-454144BDA372}"/>
                  </a:ext>
                </a:extLst>
              </p:cNvPr>
              <p:cNvSpPr/>
              <p:nvPr/>
            </p:nvSpPr>
            <p:spPr>
              <a:xfrm rot="5400000">
                <a:off x="6656715" y="168120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26A3C8DF-86A6-20C5-7A55-F222F6CE566E}"/>
                  </a:ext>
                </a:extLst>
              </p:cNvPr>
              <p:cNvSpPr/>
              <p:nvPr/>
            </p:nvSpPr>
            <p:spPr>
              <a:xfrm rot="10800000">
                <a:off x="10150852" y="5448820"/>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22" name="Grafik 21">
              <a:extLst>
                <a:ext uri="{FF2B5EF4-FFF2-40B4-BE49-F238E27FC236}">
                  <a16:creationId xmlns:a16="http://schemas.microsoft.com/office/drawing/2014/main" id="{943D0974-3498-EFDA-9A7B-FA9FF38EAF6C}"/>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5307077" y="2514389"/>
              <a:ext cx="1191688" cy="372986"/>
            </a:xfrm>
            <a:prstGeom prst="rect">
              <a:avLst/>
            </a:prstGeom>
          </p:spPr>
        </p:pic>
      </p:gr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dirty="0"/>
              <a:t>Ausgabestation</a:t>
            </a:r>
          </a:p>
        </p:txBody>
      </p:sp>
      <p:sp>
        <p:nvSpPr>
          <p:cNvPr id="49" name="Rechteck 48">
            <a:extLst>
              <a:ext uri="{FF2B5EF4-FFF2-40B4-BE49-F238E27FC236}">
                <a16:creationId xmlns:a16="http://schemas.microsoft.com/office/drawing/2014/main" id="{167EE6C6-D0D4-CF52-7D76-C210619700F9}"/>
              </a:ext>
            </a:extLst>
          </p:cNvPr>
          <p:cNvSpPr/>
          <p:nvPr/>
        </p:nvSpPr>
        <p:spPr>
          <a:xfrm rot="5400000">
            <a:off x="7177764" y="2261909"/>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164289" y="1919323"/>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18897" y="2395101"/>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00435" y="3610012"/>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6584027" y="2495345"/>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72" name="Gruppieren 71">
            <a:extLst>
              <a:ext uri="{FF2B5EF4-FFF2-40B4-BE49-F238E27FC236}">
                <a16:creationId xmlns:a16="http://schemas.microsoft.com/office/drawing/2014/main" id="{B4189B01-C236-9473-3F82-678F31081DAD}"/>
              </a:ext>
            </a:extLst>
          </p:cNvPr>
          <p:cNvGrpSpPr/>
          <p:nvPr/>
        </p:nvGrpSpPr>
        <p:grpSpPr>
          <a:xfrm>
            <a:off x="6053575" y="3041658"/>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02262" y="3029279"/>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6" name="Rechteck 95">
            <a:extLst>
              <a:ext uri="{FF2B5EF4-FFF2-40B4-BE49-F238E27FC236}">
                <a16:creationId xmlns:a16="http://schemas.microsoft.com/office/drawing/2014/main" id="{9DE84289-5BE0-153C-42F2-4A8FDE87EE5C}"/>
              </a:ext>
            </a:extLst>
          </p:cNvPr>
          <p:cNvSpPr/>
          <p:nvPr/>
        </p:nvSpPr>
        <p:spPr>
          <a:xfrm>
            <a:off x="101145" y="1176018"/>
            <a:ext cx="8022551" cy="81864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00" name="Gruppieren 99">
            <a:extLst>
              <a:ext uri="{FF2B5EF4-FFF2-40B4-BE49-F238E27FC236}">
                <a16:creationId xmlns:a16="http://schemas.microsoft.com/office/drawing/2014/main" id="{D2E0082B-CDD0-AE11-AB87-B17489AD5C91}"/>
              </a:ext>
            </a:extLst>
          </p:cNvPr>
          <p:cNvGrpSpPr/>
          <p:nvPr/>
        </p:nvGrpSpPr>
        <p:grpSpPr>
          <a:xfrm>
            <a:off x="5752355" y="2016714"/>
            <a:ext cx="1486107" cy="772581"/>
            <a:chOff x="6611114" y="1535446"/>
            <a:chExt cx="1486107" cy="858309"/>
          </a:xfrm>
        </p:grpSpPr>
        <p:sp>
          <p:nvSpPr>
            <p:cNvPr id="98" name="Rechteck 97">
              <a:extLst>
                <a:ext uri="{FF2B5EF4-FFF2-40B4-BE49-F238E27FC236}">
                  <a16:creationId xmlns:a16="http://schemas.microsoft.com/office/drawing/2014/main" id="{918249B8-030E-E964-A343-0C605430144E}"/>
                </a:ext>
              </a:extLst>
            </p:cNvPr>
            <p:cNvSpPr/>
            <p:nvPr/>
          </p:nvSpPr>
          <p:spPr>
            <a:xfrm>
              <a:off x="6868546" y="1699850"/>
              <a:ext cx="244377" cy="693905"/>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99" name="Rechteck 98">
              <a:extLst>
                <a:ext uri="{FF2B5EF4-FFF2-40B4-BE49-F238E27FC236}">
                  <a16:creationId xmlns:a16="http://schemas.microsoft.com/office/drawing/2014/main" id="{1CFB283A-27AA-32A9-5FC4-733879758EFE}"/>
                </a:ext>
              </a:extLst>
            </p:cNvPr>
            <p:cNvSpPr/>
            <p:nvPr/>
          </p:nvSpPr>
          <p:spPr>
            <a:xfrm>
              <a:off x="6611114" y="1535446"/>
              <a:ext cx="1486107" cy="21340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09" name="Rechteck 108">
            <a:extLst>
              <a:ext uri="{FF2B5EF4-FFF2-40B4-BE49-F238E27FC236}">
                <a16:creationId xmlns:a16="http://schemas.microsoft.com/office/drawing/2014/main" id="{9366A619-125B-9737-9305-164D5B4356C5}"/>
              </a:ext>
            </a:extLst>
          </p:cNvPr>
          <p:cNvSpPr/>
          <p:nvPr/>
        </p:nvSpPr>
        <p:spPr>
          <a:xfrm>
            <a:off x="8522111" y="3775313"/>
            <a:ext cx="602814" cy="11010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10" name="Gruppieren 109">
            <a:extLst>
              <a:ext uri="{FF2B5EF4-FFF2-40B4-BE49-F238E27FC236}">
                <a16:creationId xmlns:a16="http://schemas.microsoft.com/office/drawing/2014/main" id="{31BA0064-7260-E208-B21C-07AC7CC1F0BC}"/>
              </a:ext>
            </a:extLst>
          </p:cNvPr>
          <p:cNvGrpSpPr/>
          <p:nvPr/>
        </p:nvGrpSpPr>
        <p:grpSpPr>
          <a:xfrm>
            <a:off x="8596863" y="2791451"/>
            <a:ext cx="360000" cy="1374289"/>
            <a:chOff x="8596863" y="3086726"/>
            <a:chExt cx="360000" cy="1374289"/>
          </a:xfrm>
        </p:grpSpPr>
        <p:sp>
          <p:nvSpPr>
            <p:cNvPr id="111" name="Rechteck 110">
              <a:extLst>
                <a:ext uri="{FF2B5EF4-FFF2-40B4-BE49-F238E27FC236}">
                  <a16:creationId xmlns:a16="http://schemas.microsoft.com/office/drawing/2014/main" id="{CF7A14AE-2827-371B-7160-3BAB2BB71079}"/>
                </a:ext>
              </a:extLst>
            </p:cNvPr>
            <p:cNvSpPr/>
            <p:nvPr/>
          </p:nvSpPr>
          <p:spPr>
            <a:xfrm rot="5400000">
              <a:off x="8196429" y="3769539"/>
              <a:ext cx="1193780" cy="18917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2" name="Ellipse 111">
              <a:extLst>
                <a:ext uri="{FF2B5EF4-FFF2-40B4-BE49-F238E27FC236}">
                  <a16:creationId xmlns:a16="http://schemas.microsoft.com/office/drawing/2014/main" id="{B10584B0-8E2A-F85D-B52F-B828909EC830}"/>
                </a:ext>
              </a:extLst>
            </p:cNvPr>
            <p:cNvSpPr/>
            <p:nvPr/>
          </p:nvSpPr>
          <p:spPr>
            <a:xfrm>
              <a:off x="8596863" y="3086726"/>
              <a:ext cx="360000" cy="360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113" name="Gruppieren 112">
            <a:extLst>
              <a:ext uri="{FF2B5EF4-FFF2-40B4-BE49-F238E27FC236}">
                <a16:creationId xmlns:a16="http://schemas.microsoft.com/office/drawing/2014/main" id="{7FE7326C-65FA-EDAA-ED73-900FDE648D53}"/>
              </a:ext>
            </a:extLst>
          </p:cNvPr>
          <p:cNvGrpSpPr/>
          <p:nvPr/>
        </p:nvGrpSpPr>
        <p:grpSpPr>
          <a:xfrm rot="16200000">
            <a:off x="9123471" y="1715152"/>
            <a:ext cx="360000" cy="1374289"/>
            <a:chOff x="8596863" y="3086726"/>
            <a:chExt cx="360000" cy="1374289"/>
          </a:xfrm>
        </p:grpSpPr>
        <p:sp>
          <p:nvSpPr>
            <p:cNvPr id="114" name="Rechteck 113">
              <a:extLst>
                <a:ext uri="{FF2B5EF4-FFF2-40B4-BE49-F238E27FC236}">
                  <a16:creationId xmlns:a16="http://schemas.microsoft.com/office/drawing/2014/main" id="{FCED382D-592B-DA20-1835-F5B3C823CD5F}"/>
                </a:ext>
              </a:extLst>
            </p:cNvPr>
            <p:cNvSpPr/>
            <p:nvPr/>
          </p:nvSpPr>
          <p:spPr>
            <a:xfrm rot="5400000">
              <a:off x="8196429" y="3769539"/>
              <a:ext cx="1193780" cy="18917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5" name="Ellipse 114">
              <a:extLst>
                <a:ext uri="{FF2B5EF4-FFF2-40B4-BE49-F238E27FC236}">
                  <a16:creationId xmlns:a16="http://schemas.microsoft.com/office/drawing/2014/main" id="{F0B4A3F4-CD3A-DDBE-6CB4-B8FF188D9FD9}"/>
                </a:ext>
              </a:extLst>
            </p:cNvPr>
            <p:cNvSpPr/>
            <p:nvPr/>
          </p:nvSpPr>
          <p:spPr>
            <a:xfrm>
              <a:off x="8596863" y="3086726"/>
              <a:ext cx="360000" cy="360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16" name="Rechteck 115">
            <a:extLst>
              <a:ext uri="{FF2B5EF4-FFF2-40B4-BE49-F238E27FC236}">
                <a16:creationId xmlns:a16="http://schemas.microsoft.com/office/drawing/2014/main" id="{C9E1E758-40CB-C446-87AD-78A2CB4C448E}"/>
              </a:ext>
            </a:extLst>
          </p:cNvPr>
          <p:cNvSpPr/>
          <p:nvPr/>
        </p:nvSpPr>
        <p:spPr>
          <a:xfrm>
            <a:off x="9990616" y="1843652"/>
            <a:ext cx="1461346" cy="11193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7" name="Gerade Verbindung mit Pfeil 116">
            <a:extLst>
              <a:ext uri="{FF2B5EF4-FFF2-40B4-BE49-F238E27FC236}">
                <a16:creationId xmlns:a16="http://schemas.microsoft.com/office/drawing/2014/main" id="{CF764210-0F18-B913-35CD-4A93FD942502}"/>
              </a:ext>
            </a:extLst>
          </p:cNvPr>
          <p:cNvCxnSpPr>
            <a:cxnSpLocks/>
          </p:cNvCxnSpPr>
          <p:nvPr/>
        </p:nvCxnSpPr>
        <p:spPr>
          <a:xfrm flipV="1">
            <a:off x="8801691" y="3395045"/>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18" name="Gerade Verbindung mit Pfeil 117">
            <a:extLst>
              <a:ext uri="{FF2B5EF4-FFF2-40B4-BE49-F238E27FC236}">
                <a16:creationId xmlns:a16="http://schemas.microsoft.com/office/drawing/2014/main" id="{7F0E57C3-85DD-0646-B971-7EB0CE909E12}"/>
              </a:ext>
            </a:extLst>
          </p:cNvPr>
          <p:cNvCxnSpPr>
            <a:cxnSpLocks/>
          </p:cNvCxnSpPr>
          <p:nvPr/>
        </p:nvCxnSpPr>
        <p:spPr>
          <a:xfrm flipH="1">
            <a:off x="9263389" y="2385841"/>
            <a:ext cx="502342"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4" name="Gerade Verbindung mit Pfeil 3">
            <a:extLst>
              <a:ext uri="{FF2B5EF4-FFF2-40B4-BE49-F238E27FC236}">
                <a16:creationId xmlns:a16="http://schemas.microsoft.com/office/drawing/2014/main" id="{32519430-FA60-448C-ACA8-62E8E7BEA8AC}"/>
              </a:ext>
            </a:extLst>
          </p:cNvPr>
          <p:cNvCxnSpPr>
            <a:cxnSpLocks/>
          </p:cNvCxnSpPr>
          <p:nvPr/>
        </p:nvCxnSpPr>
        <p:spPr>
          <a:xfrm flipH="1">
            <a:off x="5946133" y="2107073"/>
            <a:ext cx="1137903"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5" name="Rechteck 4">
            <a:extLst>
              <a:ext uri="{FF2B5EF4-FFF2-40B4-BE49-F238E27FC236}">
                <a16:creationId xmlns:a16="http://schemas.microsoft.com/office/drawing/2014/main" id="{FEECDCED-FFB5-72AA-7A04-000E009330FE}"/>
              </a:ext>
            </a:extLst>
          </p:cNvPr>
          <p:cNvSpPr/>
          <p:nvPr/>
        </p:nvSpPr>
        <p:spPr>
          <a:xfrm>
            <a:off x="101145" y="4165740"/>
            <a:ext cx="5462122" cy="244742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81215F5-E304-19D6-9CEC-12A4FE7F60C1}"/>
              </a:ext>
            </a:extLst>
          </p:cNvPr>
          <p:cNvSpPr/>
          <p:nvPr/>
        </p:nvSpPr>
        <p:spPr>
          <a:xfrm>
            <a:off x="101145" y="3610013"/>
            <a:ext cx="5462122" cy="50527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92095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feil: nach links gekrümmt 17">
            <a:extLst>
              <a:ext uri="{FF2B5EF4-FFF2-40B4-BE49-F238E27FC236}">
                <a16:creationId xmlns:a16="http://schemas.microsoft.com/office/drawing/2014/main" id="{F50AA004-F952-BC37-CE55-72B9FA5D45B5}"/>
              </a:ext>
            </a:extLst>
          </p:cNvPr>
          <p:cNvSpPr/>
          <p:nvPr/>
        </p:nvSpPr>
        <p:spPr>
          <a:xfrm rot="16200000">
            <a:off x="4951090" y="3492809"/>
            <a:ext cx="1220302" cy="618370"/>
          </a:xfrm>
          <a:prstGeom prst="curvedLeftArrow">
            <a:avLst>
              <a:gd name="adj1" fmla="val 2609"/>
              <a:gd name="adj2" fmla="val 29910"/>
              <a:gd name="adj3" fmla="val 3334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dirty="0"/>
              <a:t>Ausgabestation</a:t>
            </a:r>
          </a:p>
        </p:txBody>
      </p:sp>
      <p:sp>
        <p:nvSpPr>
          <p:cNvPr id="49" name="Rechteck 48">
            <a:extLst>
              <a:ext uri="{FF2B5EF4-FFF2-40B4-BE49-F238E27FC236}">
                <a16:creationId xmlns:a16="http://schemas.microsoft.com/office/drawing/2014/main" id="{167EE6C6-D0D4-CF52-7D76-C210619700F9}"/>
              </a:ext>
            </a:extLst>
          </p:cNvPr>
          <p:cNvSpPr/>
          <p:nvPr/>
        </p:nvSpPr>
        <p:spPr>
          <a:xfrm rot="5400000">
            <a:off x="7177764" y="2261909"/>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164289" y="1919323"/>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18897" y="2395101"/>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00435" y="3610012"/>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6584027" y="2495345"/>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72" name="Gruppieren 71">
            <a:extLst>
              <a:ext uri="{FF2B5EF4-FFF2-40B4-BE49-F238E27FC236}">
                <a16:creationId xmlns:a16="http://schemas.microsoft.com/office/drawing/2014/main" id="{B4189B01-C236-9473-3F82-678F31081DAD}"/>
              </a:ext>
            </a:extLst>
          </p:cNvPr>
          <p:cNvGrpSpPr/>
          <p:nvPr/>
        </p:nvGrpSpPr>
        <p:grpSpPr>
          <a:xfrm>
            <a:off x="6053575" y="3041658"/>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02262" y="3029279"/>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6" name="Rechteck 95">
            <a:extLst>
              <a:ext uri="{FF2B5EF4-FFF2-40B4-BE49-F238E27FC236}">
                <a16:creationId xmlns:a16="http://schemas.microsoft.com/office/drawing/2014/main" id="{9DE84289-5BE0-153C-42F2-4A8FDE87EE5C}"/>
              </a:ext>
            </a:extLst>
          </p:cNvPr>
          <p:cNvSpPr/>
          <p:nvPr/>
        </p:nvSpPr>
        <p:spPr>
          <a:xfrm>
            <a:off x="101145" y="1176018"/>
            <a:ext cx="8022551" cy="81864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09" name="Rechteck 108">
            <a:extLst>
              <a:ext uri="{FF2B5EF4-FFF2-40B4-BE49-F238E27FC236}">
                <a16:creationId xmlns:a16="http://schemas.microsoft.com/office/drawing/2014/main" id="{9366A619-125B-9737-9305-164D5B4356C5}"/>
              </a:ext>
            </a:extLst>
          </p:cNvPr>
          <p:cNvSpPr/>
          <p:nvPr/>
        </p:nvSpPr>
        <p:spPr>
          <a:xfrm>
            <a:off x="8522111" y="3775313"/>
            <a:ext cx="602814" cy="11010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10" name="Gruppieren 109">
            <a:extLst>
              <a:ext uri="{FF2B5EF4-FFF2-40B4-BE49-F238E27FC236}">
                <a16:creationId xmlns:a16="http://schemas.microsoft.com/office/drawing/2014/main" id="{31BA0064-7260-E208-B21C-07AC7CC1F0BC}"/>
              </a:ext>
            </a:extLst>
          </p:cNvPr>
          <p:cNvGrpSpPr/>
          <p:nvPr/>
        </p:nvGrpSpPr>
        <p:grpSpPr>
          <a:xfrm>
            <a:off x="8596863" y="2791451"/>
            <a:ext cx="360000" cy="1374289"/>
            <a:chOff x="8596863" y="3086726"/>
            <a:chExt cx="360000" cy="1374289"/>
          </a:xfrm>
        </p:grpSpPr>
        <p:sp>
          <p:nvSpPr>
            <p:cNvPr id="111" name="Rechteck 110">
              <a:extLst>
                <a:ext uri="{FF2B5EF4-FFF2-40B4-BE49-F238E27FC236}">
                  <a16:creationId xmlns:a16="http://schemas.microsoft.com/office/drawing/2014/main" id="{CF7A14AE-2827-371B-7160-3BAB2BB71079}"/>
                </a:ext>
              </a:extLst>
            </p:cNvPr>
            <p:cNvSpPr/>
            <p:nvPr/>
          </p:nvSpPr>
          <p:spPr>
            <a:xfrm rot="5400000">
              <a:off x="8196429" y="3769539"/>
              <a:ext cx="1193780" cy="18917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2" name="Ellipse 111">
              <a:extLst>
                <a:ext uri="{FF2B5EF4-FFF2-40B4-BE49-F238E27FC236}">
                  <a16:creationId xmlns:a16="http://schemas.microsoft.com/office/drawing/2014/main" id="{B10584B0-8E2A-F85D-B52F-B828909EC830}"/>
                </a:ext>
              </a:extLst>
            </p:cNvPr>
            <p:cNvSpPr/>
            <p:nvPr/>
          </p:nvSpPr>
          <p:spPr>
            <a:xfrm>
              <a:off x="8596863" y="3086726"/>
              <a:ext cx="360000" cy="360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113" name="Gruppieren 112">
            <a:extLst>
              <a:ext uri="{FF2B5EF4-FFF2-40B4-BE49-F238E27FC236}">
                <a16:creationId xmlns:a16="http://schemas.microsoft.com/office/drawing/2014/main" id="{7FE7326C-65FA-EDAA-ED73-900FDE648D53}"/>
              </a:ext>
            </a:extLst>
          </p:cNvPr>
          <p:cNvGrpSpPr/>
          <p:nvPr/>
        </p:nvGrpSpPr>
        <p:grpSpPr>
          <a:xfrm rot="16200000">
            <a:off x="9123471" y="1715152"/>
            <a:ext cx="360000" cy="1374289"/>
            <a:chOff x="8596863" y="3086726"/>
            <a:chExt cx="360000" cy="1374289"/>
          </a:xfrm>
        </p:grpSpPr>
        <p:sp>
          <p:nvSpPr>
            <p:cNvPr id="114" name="Rechteck 113">
              <a:extLst>
                <a:ext uri="{FF2B5EF4-FFF2-40B4-BE49-F238E27FC236}">
                  <a16:creationId xmlns:a16="http://schemas.microsoft.com/office/drawing/2014/main" id="{FCED382D-592B-DA20-1835-F5B3C823CD5F}"/>
                </a:ext>
              </a:extLst>
            </p:cNvPr>
            <p:cNvSpPr/>
            <p:nvPr/>
          </p:nvSpPr>
          <p:spPr>
            <a:xfrm rot="5400000">
              <a:off x="8196429" y="3769539"/>
              <a:ext cx="1193780" cy="18917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5" name="Ellipse 114">
              <a:extLst>
                <a:ext uri="{FF2B5EF4-FFF2-40B4-BE49-F238E27FC236}">
                  <a16:creationId xmlns:a16="http://schemas.microsoft.com/office/drawing/2014/main" id="{F0B4A3F4-CD3A-DDBE-6CB4-B8FF188D9FD9}"/>
                </a:ext>
              </a:extLst>
            </p:cNvPr>
            <p:cNvSpPr/>
            <p:nvPr/>
          </p:nvSpPr>
          <p:spPr>
            <a:xfrm>
              <a:off x="8596863" y="3086726"/>
              <a:ext cx="360000" cy="360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16" name="Rechteck 115">
            <a:extLst>
              <a:ext uri="{FF2B5EF4-FFF2-40B4-BE49-F238E27FC236}">
                <a16:creationId xmlns:a16="http://schemas.microsoft.com/office/drawing/2014/main" id="{C9E1E758-40CB-C446-87AD-78A2CB4C448E}"/>
              </a:ext>
            </a:extLst>
          </p:cNvPr>
          <p:cNvSpPr/>
          <p:nvPr/>
        </p:nvSpPr>
        <p:spPr>
          <a:xfrm>
            <a:off x="9990616" y="1843652"/>
            <a:ext cx="1461346" cy="11193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7" name="Gerade Verbindung mit Pfeil 116">
            <a:extLst>
              <a:ext uri="{FF2B5EF4-FFF2-40B4-BE49-F238E27FC236}">
                <a16:creationId xmlns:a16="http://schemas.microsoft.com/office/drawing/2014/main" id="{CF764210-0F18-B913-35CD-4A93FD942502}"/>
              </a:ext>
            </a:extLst>
          </p:cNvPr>
          <p:cNvCxnSpPr>
            <a:cxnSpLocks/>
          </p:cNvCxnSpPr>
          <p:nvPr/>
        </p:nvCxnSpPr>
        <p:spPr>
          <a:xfrm flipV="1">
            <a:off x="8801691" y="3395045"/>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18" name="Gerade Verbindung mit Pfeil 117">
            <a:extLst>
              <a:ext uri="{FF2B5EF4-FFF2-40B4-BE49-F238E27FC236}">
                <a16:creationId xmlns:a16="http://schemas.microsoft.com/office/drawing/2014/main" id="{7F0E57C3-85DD-0646-B971-7EB0CE909E12}"/>
              </a:ext>
            </a:extLst>
          </p:cNvPr>
          <p:cNvCxnSpPr>
            <a:cxnSpLocks/>
          </p:cNvCxnSpPr>
          <p:nvPr/>
        </p:nvCxnSpPr>
        <p:spPr>
          <a:xfrm flipH="1">
            <a:off x="9263389" y="2385841"/>
            <a:ext cx="502342"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5" name="Rechteck 4">
            <a:extLst>
              <a:ext uri="{FF2B5EF4-FFF2-40B4-BE49-F238E27FC236}">
                <a16:creationId xmlns:a16="http://schemas.microsoft.com/office/drawing/2014/main" id="{FEECDCED-FFB5-72AA-7A04-000E009330FE}"/>
              </a:ext>
            </a:extLst>
          </p:cNvPr>
          <p:cNvSpPr/>
          <p:nvPr/>
        </p:nvSpPr>
        <p:spPr>
          <a:xfrm>
            <a:off x="101145" y="4165740"/>
            <a:ext cx="5462122" cy="244742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81215F5-E304-19D6-9CEC-12A4FE7F60C1}"/>
              </a:ext>
            </a:extLst>
          </p:cNvPr>
          <p:cNvSpPr/>
          <p:nvPr/>
        </p:nvSpPr>
        <p:spPr>
          <a:xfrm>
            <a:off x="101145" y="3610013"/>
            <a:ext cx="5462122" cy="50527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00" name="Gruppieren 99">
            <a:extLst>
              <a:ext uri="{FF2B5EF4-FFF2-40B4-BE49-F238E27FC236}">
                <a16:creationId xmlns:a16="http://schemas.microsoft.com/office/drawing/2014/main" id="{D2E0082B-CDD0-AE11-AB87-B17489AD5C91}"/>
              </a:ext>
            </a:extLst>
          </p:cNvPr>
          <p:cNvGrpSpPr/>
          <p:nvPr/>
        </p:nvGrpSpPr>
        <p:grpSpPr>
          <a:xfrm>
            <a:off x="371475" y="2007922"/>
            <a:ext cx="1486107" cy="772581"/>
            <a:chOff x="6611114" y="1535446"/>
            <a:chExt cx="1486107" cy="858309"/>
          </a:xfrm>
        </p:grpSpPr>
        <p:sp>
          <p:nvSpPr>
            <p:cNvPr id="98" name="Rechteck 97">
              <a:extLst>
                <a:ext uri="{FF2B5EF4-FFF2-40B4-BE49-F238E27FC236}">
                  <a16:creationId xmlns:a16="http://schemas.microsoft.com/office/drawing/2014/main" id="{918249B8-030E-E964-A343-0C605430144E}"/>
                </a:ext>
              </a:extLst>
            </p:cNvPr>
            <p:cNvSpPr/>
            <p:nvPr/>
          </p:nvSpPr>
          <p:spPr>
            <a:xfrm>
              <a:off x="6868546" y="1699850"/>
              <a:ext cx="244377" cy="693905"/>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99" name="Rechteck 98">
              <a:extLst>
                <a:ext uri="{FF2B5EF4-FFF2-40B4-BE49-F238E27FC236}">
                  <a16:creationId xmlns:a16="http://schemas.microsoft.com/office/drawing/2014/main" id="{1CFB283A-27AA-32A9-5FC4-733879758EFE}"/>
                </a:ext>
              </a:extLst>
            </p:cNvPr>
            <p:cNvSpPr/>
            <p:nvPr/>
          </p:nvSpPr>
          <p:spPr>
            <a:xfrm>
              <a:off x="6611114" y="1535446"/>
              <a:ext cx="1486107" cy="21340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cxnSp>
        <p:nvCxnSpPr>
          <p:cNvPr id="4" name="Gerade Verbindung mit Pfeil 3">
            <a:extLst>
              <a:ext uri="{FF2B5EF4-FFF2-40B4-BE49-F238E27FC236}">
                <a16:creationId xmlns:a16="http://schemas.microsoft.com/office/drawing/2014/main" id="{32519430-FA60-448C-ACA8-62E8E7BEA8AC}"/>
              </a:ext>
            </a:extLst>
          </p:cNvPr>
          <p:cNvCxnSpPr>
            <a:cxnSpLocks/>
          </p:cNvCxnSpPr>
          <p:nvPr/>
        </p:nvCxnSpPr>
        <p:spPr>
          <a:xfrm flipH="1">
            <a:off x="565253" y="2098281"/>
            <a:ext cx="1137903"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grpSp>
        <p:nvGrpSpPr>
          <p:cNvPr id="26" name="Gruppieren 25">
            <a:extLst>
              <a:ext uri="{FF2B5EF4-FFF2-40B4-BE49-F238E27FC236}">
                <a16:creationId xmlns:a16="http://schemas.microsoft.com/office/drawing/2014/main" id="{0F1A87FD-5A0F-78A0-4B85-ADD1B8F7C95E}"/>
              </a:ext>
            </a:extLst>
          </p:cNvPr>
          <p:cNvGrpSpPr/>
          <p:nvPr/>
        </p:nvGrpSpPr>
        <p:grpSpPr>
          <a:xfrm>
            <a:off x="0" y="2480499"/>
            <a:ext cx="5526277" cy="372986"/>
            <a:chOff x="0" y="2480499"/>
            <a:chExt cx="5526277" cy="372986"/>
          </a:xfrm>
        </p:grpSpPr>
        <p:grpSp>
          <p:nvGrpSpPr>
            <p:cNvPr id="19" name="Gruppieren 18">
              <a:extLst>
                <a:ext uri="{FF2B5EF4-FFF2-40B4-BE49-F238E27FC236}">
                  <a16:creationId xmlns:a16="http://schemas.microsoft.com/office/drawing/2014/main" id="{EE82AA9C-4FFE-B36E-2D48-AC7C4797233F}"/>
                </a:ext>
              </a:extLst>
            </p:cNvPr>
            <p:cNvGrpSpPr/>
            <p:nvPr/>
          </p:nvGrpSpPr>
          <p:grpSpPr>
            <a:xfrm>
              <a:off x="0" y="2480499"/>
              <a:ext cx="4973612" cy="372986"/>
              <a:chOff x="-313435" y="5634640"/>
              <a:chExt cx="5827442" cy="372986"/>
            </a:xfrm>
          </p:grpSpPr>
          <p:sp>
            <p:nvSpPr>
              <p:cNvPr id="20" name="Rechteck 19">
                <a:extLst>
                  <a:ext uri="{FF2B5EF4-FFF2-40B4-BE49-F238E27FC236}">
                    <a16:creationId xmlns:a16="http://schemas.microsoft.com/office/drawing/2014/main" id="{4CD870F1-2DC9-47DE-6AD9-1146B5B2F190}"/>
                  </a:ext>
                </a:extLst>
              </p:cNvPr>
              <p:cNvSpPr/>
              <p:nvPr/>
            </p:nvSpPr>
            <p:spPr>
              <a:xfrm rot="5400000">
                <a:off x="2853425" y="3244746"/>
                <a:ext cx="163941" cy="5157223"/>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1" name="Grafik 20">
                <a:extLst>
                  <a:ext uri="{FF2B5EF4-FFF2-40B4-BE49-F238E27FC236}">
                    <a16:creationId xmlns:a16="http://schemas.microsoft.com/office/drawing/2014/main" id="{46691314-A9FF-A2B1-A597-B1E447CFD525}"/>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grpSp>
        <p:pic>
          <p:nvPicPr>
            <p:cNvPr id="25" name="Grafik 24">
              <a:extLst>
                <a:ext uri="{FF2B5EF4-FFF2-40B4-BE49-F238E27FC236}">
                  <a16:creationId xmlns:a16="http://schemas.microsoft.com/office/drawing/2014/main" id="{F3478BDF-6AEA-1CD2-F514-D9BFA5998558}"/>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flipH="1">
              <a:off x="4507477" y="2537724"/>
              <a:ext cx="1018800" cy="275854"/>
            </a:xfrm>
            <a:prstGeom prst="rect">
              <a:avLst/>
            </a:prstGeom>
          </p:spPr>
        </p:pic>
      </p:grpSp>
      <p:grpSp>
        <p:nvGrpSpPr>
          <p:cNvPr id="32" name="Gruppieren 31">
            <a:extLst>
              <a:ext uri="{FF2B5EF4-FFF2-40B4-BE49-F238E27FC236}">
                <a16:creationId xmlns:a16="http://schemas.microsoft.com/office/drawing/2014/main" id="{369449C3-13C7-F1A8-AED7-4A268DC4A764}"/>
              </a:ext>
            </a:extLst>
          </p:cNvPr>
          <p:cNvGrpSpPr/>
          <p:nvPr/>
        </p:nvGrpSpPr>
        <p:grpSpPr>
          <a:xfrm>
            <a:off x="3335" y="6212471"/>
            <a:ext cx="5526277" cy="372986"/>
            <a:chOff x="0" y="2480499"/>
            <a:chExt cx="5526277" cy="372986"/>
          </a:xfrm>
        </p:grpSpPr>
        <p:grpSp>
          <p:nvGrpSpPr>
            <p:cNvPr id="34" name="Gruppieren 33">
              <a:extLst>
                <a:ext uri="{FF2B5EF4-FFF2-40B4-BE49-F238E27FC236}">
                  <a16:creationId xmlns:a16="http://schemas.microsoft.com/office/drawing/2014/main" id="{A7BEF86B-EA51-9C84-C7F0-6284A4EC97CD}"/>
                </a:ext>
              </a:extLst>
            </p:cNvPr>
            <p:cNvGrpSpPr/>
            <p:nvPr/>
          </p:nvGrpSpPr>
          <p:grpSpPr>
            <a:xfrm>
              <a:off x="0" y="2480499"/>
              <a:ext cx="4973612" cy="372986"/>
              <a:chOff x="-313435" y="5634640"/>
              <a:chExt cx="5827442" cy="372986"/>
            </a:xfrm>
          </p:grpSpPr>
          <p:sp>
            <p:nvSpPr>
              <p:cNvPr id="37" name="Rechteck 36">
                <a:extLst>
                  <a:ext uri="{FF2B5EF4-FFF2-40B4-BE49-F238E27FC236}">
                    <a16:creationId xmlns:a16="http://schemas.microsoft.com/office/drawing/2014/main" id="{4CACB0AE-8466-2768-21DB-ABCAE9DF2EE1}"/>
                  </a:ext>
                </a:extLst>
              </p:cNvPr>
              <p:cNvSpPr/>
              <p:nvPr/>
            </p:nvSpPr>
            <p:spPr>
              <a:xfrm rot="5400000">
                <a:off x="2853425" y="3244746"/>
                <a:ext cx="163941" cy="5157223"/>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8" name="Grafik 37">
                <a:extLst>
                  <a:ext uri="{FF2B5EF4-FFF2-40B4-BE49-F238E27FC236}">
                    <a16:creationId xmlns:a16="http://schemas.microsoft.com/office/drawing/2014/main" id="{BAE69A78-B58E-AF0D-8EE3-2872BC868069}"/>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grpSp>
        <p:pic>
          <p:nvPicPr>
            <p:cNvPr id="36" name="Grafik 35">
              <a:extLst>
                <a:ext uri="{FF2B5EF4-FFF2-40B4-BE49-F238E27FC236}">
                  <a16:creationId xmlns:a16="http://schemas.microsoft.com/office/drawing/2014/main" id="{AB7C4CB2-3C01-61F9-1C9C-D8C57ED3677F}"/>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flipH="1">
              <a:off x="4507477" y="2537724"/>
              <a:ext cx="1018800" cy="275854"/>
            </a:xfrm>
            <a:prstGeom prst="rect">
              <a:avLst/>
            </a:prstGeom>
          </p:spPr>
        </p:pic>
      </p:grpSp>
      <p:grpSp>
        <p:nvGrpSpPr>
          <p:cNvPr id="40" name="Gruppieren 39">
            <a:extLst>
              <a:ext uri="{FF2B5EF4-FFF2-40B4-BE49-F238E27FC236}">
                <a16:creationId xmlns:a16="http://schemas.microsoft.com/office/drawing/2014/main" id="{FB944767-4E26-9264-8F0A-87C533849AB7}"/>
              </a:ext>
            </a:extLst>
          </p:cNvPr>
          <p:cNvGrpSpPr/>
          <p:nvPr/>
        </p:nvGrpSpPr>
        <p:grpSpPr>
          <a:xfrm>
            <a:off x="3335" y="6051247"/>
            <a:ext cx="5526277" cy="372986"/>
            <a:chOff x="0" y="2480499"/>
            <a:chExt cx="5526277" cy="372986"/>
          </a:xfrm>
        </p:grpSpPr>
        <p:grpSp>
          <p:nvGrpSpPr>
            <p:cNvPr id="41" name="Gruppieren 40">
              <a:extLst>
                <a:ext uri="{FF2B5EF4-FFF2-40B4-BE49-F238E27FC236}">
                  <a16:creationId xmlns:a16="http://schemas.microsoft.com/office/drawing/2014/main" id="{959A9C7A-8A6A-B33A-1E55-C9F99CFA452F}"/>
                </a:ext>
              </a:extLst>
            </p:cNvPr>
            <p:cNvGrpSpPr/>
            <p:nvPr/>
          </p:nvGrpSpPr>
          <p:grpSpPr>
            <a:xfrm>
              <a:off x="0" y="2480499"/>
              <a:ext cx="4973612" cy="372986"/>
              <a:chOff x="-313435" y="5634640"/>
              <a:chExt cx="5827442" cy="372986"/>
            </a:xfrm>
          </p:grpSpPr>
          <p:sp>
            <p:nvSpPr>
              <p:cNvPr id="43" name="Rechteck 42">
                <a:extLst>
                  <a:ext uri="{FF2B5EF4-FFF2-40B4-BE49-F238E27FC236}">
                    <a16:creationId xmlns:a16="http://schemas.microsoft.com/office/drawing/2014/main" id="{37251EFE-AEC8-699C-BE1D-D52172819920}"/>
                  </a:ext>
                </a:extLst>
              </p:cNvPr>
              <p:cNvSpPr/>
              <p:nvPr/>
            </p:nvSpPr>
            <p:spPr>
              <a:xfrm rot="5400000">
                <a:off x="2853425" y="3244746"/>
                <a:ext cx="163941" cy="5157223"/>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4" name="Grafik 43">
                <a:extLst>
                  <a:ext uri="{FF2B5EF4-FFF2-40B4-BE49-F238E27FC236}">
                    <a16:creationId xmlns:a16="http://schemas.microsoft.com/office/drawing/2014/main" id="{F24006AB-7377-F947-3E80-C22FC517249A}"/>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grpSp>
        <p:pic>
          <p:nvPicPr>
            <p:cNvPr id="42" name="Grafik 41">
              <a:extLst>
                <a:ext uri="{FF2B5EF4-FFF2-40B4-BE49-F238E27FC236}">
                  <a16:creationId xmlns:a16="http://schemas.microsoft.com/office/drawing/2014/main" id="{2B8476CD-575D-9D34-47C6-04C195311FCA}"/>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flipH="1">
              <a:off x="4507477" y="2537724"/>
              <a:ext cx="1018800" cy="275854"/>
            </a:xfrm>
            <a:prstGeom prst="rect">
              <a:avLst/>
            </a:prstGeom>
          </p:spPr>
        </p:pic>
      </p:grpSp>
      <p:grpSp>
        <p:nvGrpSpPr>
          <p:cNvPr id="45" name="Gruppieren 44">
            <a:extLst>
              <a:ext uri="{FF2B5EF4-FFF2-40B4-BE49-F238E27FC236}">
                <a16:creationId xmlns:a16="http://schemas.microsoft.com/office/drawing/2014/main" id="{F3684C33-BEDD-24E3-AFC0-E0579D34AA57}"/>
              </a:ext>
            </a:extLst>
          </p:cNvPr>
          <p:cNvGrpSpPr/>
          <p:nvPr/>
        </p:nvGrpSpPr>
        <p:grpSpPr>
          <a:xfrm>
            <a:off x="9676" y="5758873"/>
            <a:ext cx="5526277" cy="372986"/>
            <a:chOff x="0" y="2480499"/>
            <a:chExt cx="5526277" cy="372986"/>
          </a:xfrm>
        </p:grpSpPr>
        <p:grpSp>
          <p:nvGrpSpPr>
            <p:cNvPr id="46" name="Gruppieren 45">
              <a:extLst>
                <a:ext uri="{FF2B5EF4-FFF2-40B4-BE49-F238E27FC236}">
                  <a16:creationId xmlns:a16="http://schemas.microsoft.com/office/drawing/2014/main" id="{615F7597-2185-EF92-8A3C-D6122BF6777D}"/>
                </a:ext>
              </a:extLst>
            </p:cNvPr>
            <p:cNvGrpSpPr/>
            <p:nvPr/>
          </p:nvGrpSpPr>
          <p:grpSpPr>
            <a:xfrm>
              <a:off x="0" y="2480499"/>
              <a:ext cx="4973612" cy="372986"/>
              <a:chOff x="-313435" y="5634640"/>
              <a:chExt cx="5827442" cy="372986"/>
            </a:xfrm>
          </p:grpSpPr>
          <p:sp>
            <p:nvSpPr>
              <p:cNvPr id="48" name="Rechteck 47">
                <a:extLst>
                  <a:ext uri="{FF2B5EF4-FFF2-40B4-BE49-F238E27FC236}">
                    <a16:creationId xmlns:a16="http://schemas.microsoft.com/office/drawing/2014/main" id="{7B4089DA-6E81-9AC4-5102-6617DBA8D91F}"/>
                  </a:ext>
                </a:extLst>
              </p:cNvPr>
              <p:cNvSpPr/>
              <p:nvPr/>
            </p:nvSpPr>
            <p:spPr>
              <a:xfrm rot="5400000">
                <a:off x="2853425" y="3244746"/>
                <a:ext cx="163941" cy="5157223"/>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55" name="Grafik 54">
                <a:extLst>
                  <a:ext uri="{FF2B5EF4-FFF2-40B4-BE49-F238E27FC236}">
                    <a16:creationId xmlns:a16="http://schemas.microsoft.com/office/drawing/2014/main" id="{F16C1EF7-C504-3E7E-3334-B24D7B6A4AAD}"/>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grpSp>
        <p:pic>
          <p:nvPicPr>
            <p:cNvPr id="47" name="Grafik 46">
              <a:extLst>
                <a:ext uri="{FF2B5EF4-FFF2-40B4-BE49-F238E27FC236}">
                  <a16:creationId xmlns:a16="http://schemas.microsoft.com/office/drawing/2014/main" id="{EB8C473A-14A7-8FC1-4782-B8F56482C61D}"/>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flipH="1">
              <a:off x="4507477" y="2537724"/>
              <a:ext cx="1018800" cy="275854"/>
            </a:xfrm>
            <a:prstGeom prst="rect">
              <a:avLst/>
            </a:prstGeom>
          </p:spPr>
        </p:pic>
      </p:grpSp>
      <p:grpSp>
        <p:nvGrpSpPr>
          <p:cNvPr id="61" name="Gruppieren 60">
            <a:extLst>
              <a:ext uri="{FF2B5EF4-FFF2-40B4-BE49-F238E27FC236}">
                <a16:creationId xmlns:a16="http://schemas.microsoft.com/office/drawing/2014/main" id="{76D29674-ECD5-AFD0-BA3E-0AE50E397228}"/>
              </a:ext>
            </a:extLst>
          </p:cNvPr>
          <p:cNvGrpSpPr/>
          <p:nvPr/>
        </p:nvGrpSpPr>
        <p:grpSpPr>
          <a:xfrm>
            <a:off x="19352" y="5402806"/>
            <a:ext cx="5526277" cy="372986"/>
            <a:chOff x="0" y="2480499"/>
            <a:chExt cx="5526277" cy="372986"/>
          </a:xfrm>
        </p:grpSpPr>
        <p:grpSp>
          <p:nvGrpSpPr>
            <p:cNvPr id="62" name="Gruppieren 61">
              <a:extLst>
                <a:ext uri="{FF2B5EF4-FFF2-40B4-BE49-F238E27FC236}">
                  <a16:creationId xmlns:a16="http://schemas.microsoft.com/office/drawing/2014/main" id="{F3A1A2A5-CB71-E739-5653-18DFEC146BFB}"/>
                </a:ext>
              </a:extLst>
            </p:cNvPr>
            <p:cNvGrpSpPr/>
            <p:nvPr/>
          </p:nvGrpSpPr>
          <p:grpSpPr>
            <a:xfrm>
              <a:off x="0" y="2480499"/>
              <a:ext cx="4973612" cy="372986"/>
              <a:chOff x="-313435" y="5634640"/>
              <a:chExt cx="5827442" cy="372986"/>
            </a:xfrm>
          </p:grpSpPr>
          <p:sp>
            <p:nvSpPr>
              <p:cNvPr id="64" name="Rechteck 63">
                <a:extLst>
                  <a:ext uri="{FF2B5EF4-FFF2-40B4-BE49-F238E27FC236}">
                    <a16:creationId xmlns:a16="http://schemas.microsoft.com/office/drawing/2014/main" id="{C58F92F3-F5A2-6F6A-8F40-265FBFE11637}"/>
                  </a:ext>
                </a:extLst>
              </p:cNvPr>
              <p:cNvSpPr/>
              <p:nvPr/>
            </p:nvSpPr>
            <p:spPr>
              <a:xfrm rot="5400000">
                <a:off x="2853425" y="3244746"/>
                <a:ext cx="163941" cy="5157223"/>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65" name="Grafik 64">
                <a:extLst>
                  <a:ext uri="{FF2B5EF4-FFF2-40B4-BE49-F238E27FC236}">
                    <a16:creationId xmlns:a16="http://schemas.microsoft.com/office/drawing/2014/main" id="{20C177CF-6B92-6173-8D92-555F45EDD738}"/>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grpSp>
        <p:pic>
          <p:nvPicPr>
            <p:cNvPr id="63" name="Grafik 62">
              <a:extLst>
                <a:ext uri="{FF2B5EF4-FFF2-40B4-BE49-F238E27FC236}">
                  <a16:creationId xmlns:a16="http://schemas.microsoft.com/office/drawing/2014/main" id="{9E4457A6-29FE-9A01-C8AF-FC28848B386A}"/>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flipH="1">
              <a:off x="4507477" y="2537724"/>
              <a:ext cx="1018800" cy="275854"/>
            </a:xfrm>
            <a:prstGeom prst="rect">
              <a:avLst/>
            </a:prstGeom>
          </p:spPr>
        </p:pic>
      </p:grpSp>
    </p:spTree>
    <p:extLst>
      <p:ext uri="{BB962C8B-B14F-4D97-AF65-F5344CB8AC3E}">
        <p14:creationId xmlns:p14="http://schemas.microsoft.com/office/powerpoint/2010/main" val="4076613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293" y="165342"/>
            <a:ext cx="4656790" cy="265716"/>
          </a:xfrm>
        </p:spPr>
        <p:txBody>
          <a:bodyPr/>
          <a:lstStyle/>
          <a:p>
            <a:endParaRPr lang="de-DE" dirty="0"/>
          </a:p>
        </p:txBody>
      </p:sp>
      <p:sp>
        <p:nvSpPr>
          <p:cNvPr id="49" name="Rechteck 48">
            <a:extLst>
              <a:ext uri="{FF2B5EF4-FFF2-40B4-BE49-F238E27FC236}">
                <a16:creationId xmlns:a16="http://schemas.microsoft.com/office/drawing/2014/main" id="{167EE6C6-D0D4-CF52-7D76-C210619700F9}"/>
              </a:ext>
            </a:extLst>
          </p:cNvPr>
          <p:cNvSpPr/>
          <p:nvPr/>
        </p:nvSpPr>
        <p:spPr>
          <a:xfrm rot="5400000">
            <a:off x="7177764" y="2261909"/>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164289" y="1919323"/>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18897" y="2395101"/>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00435" y="3610012"/>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2" name="Gruppieren 71">
            <a:extLst>
              <a:ext uri="{FF2B5EF4-FFF2-40B4-BE49-F238E27FC236}">
                <a16:creationId xmlns:a16="http://schemas.microsoft.com/office/drawing/2014/main" id="{B4189B01-C236-9473-3F82-678F31081DAD}"/>
              </a:ext>
            </a:extLst>
          </p:cNvPr>
          <p:cNvGrpSpPr/>
          <p:nvPr/>
        </p:nvGrpSpPr>
        <p:grpSpPr>
          <a:xfrm>
            <a:off x="6053575" y="3041658"/>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02262" y="3029279"/>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6" name="Rechteck 95">
            <a:extLst>
              <a:ext uri="{FF2B5EF4-FFF2-40B4-BE49-F238E27FC236}">
                <a16:creationId xmlns:a16="http://schemas.microsoft.com/office/drawing/2014/main" id="{9DE84289-5BE0-153C-42F2-4A8FDE87EE5C}"/>
              </a:ext>
            </a:extLst>
          </p:cNvPr>
          <p:cNvSpPr/>
          <p:nvPr/>
        </p:nvSpPr>
        <p:spPr>
          <a:xfrm>
            <a:off x="365849" y="1161475"/>
            <a:ext cx="8022551" cy="8186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05" name="Gruppieren 104">
            <a:extLst>
              <a:ext uri="{FF2B5EF4-FFF2-40B4-BE49-F238E27FC236}">
                <a16:creationId xmlns:a16="http://schemas.microsoft.com/office/drawing/2014/main" id="{9B0EF369-A562-620A-5835-248D976FCE7E}"/>
              </a:ext>
            </a:extLst>
          </p:cNvPr>
          <p:cNvGrpSpPr/>
          <p:nvPr/>
        </p:nvGrpSpPr>
        <p:grpSpPr>
          <a:xfrm>
            <a:off x="0" y="2480499"/>
            <a:ext cx="8473133" cy="372986"/>
            <a:chOff x="-313435" y="5634640"/>
            <a:chExt cx="9927732" cy="372986"/>
          </a:xfrm>
        </p:grpSpPr>
        <p:sp>
          <p:nvSpPr>
            <p:cNvPr id="106" name="Rechteck 105">
              <a:extLst>
                <a:ext uri="{FF2B5EF4-FFF2-40B4-BE49-F238E27FC236}">
                  <a16:creationId xmlns:a16="http://schemas.microsoft.com/office/drawing/2014/main" id="{A5853946-4EA3-EF3C-CDAF-4FBE8B32B6B8}"/>
                </a:ext>
              </a:extLst>
            </p:cNvPr>
            <p:cNvSpPr/>
            <p:nvPr/>
          </p:nvSpPr>
          <p:spPr>
            <a:xfrm rot="5400000">
              <a:off x="4903903" y="1194269"/>
              <a:ext cx="159490" cy="9253728"/>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07" name="Grafik 106">
              <a:extLst>
                <a:ext uri="{FF2B5EF4-FFF2-40B4-BE49-F238E27FC236}">
                  <a16:creationId xmlns:a16="http://schemas.microsoft.com/office/drawing/2014/main" id="{07FF7560-4130-DBE1-45E1-D6F888C40240}"/>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sp>
          <p:nvSpPr>
            <p:cNvPr id="108" name="Rechteck 107">
              <a:extLst>
                <a:ext uri="{FF2B5EF4-FFF2-40B4-BE49-F238E27FC236}">
                  <a16:creationId xmlns:a16="http://schemas.microsoft.com/office/drawing/2014/main" id="{D415B984-7670-AE74-520E-5BA9FD1B5A13}"/>
                </a:ext>
              </a:extLst>
            </p:cNvPr>
            <p:cNvSpPr/>
            <p:nvPr/>
          </p:nvSpPr>
          <p:spPr>
            <a:xfrm rot="5400000">
              <a:off x="9367261" y="5658328"/>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5" name="Gruppieren 34">
            <a:extLst>
              <a:ext uri="{FF2B5EF4-FFF2-40B4-BE49-F238E27FC236}">
                <a16:creationId xmlns:a16="http://schemas.microsoft.com/office/drawing/2014/main" id="{332A2367-E156-1599-A96F-0670EF5C79CD}"/>
              </a:ext>
            </a:extLst>
          </p:cNvPr>
          <p:cNvGrpSpPr/>
          <p:nvPr/>
        </p:nvGrpSpPr>
        <p:grpSpPr>
          <a:xfrm>
            <a:off x="6584027" y="2495345"/>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6" name="Rechteck 5">
            <a:extLst>
              <a:ext uri="{FF2B5EF4-FFF2-40B4-BE49-F238E27FC236}">
                <a16:creationId xmlns:a16="http://schemas.microsoft.com/office/drawing/2014/main" id="{6D15D78A-C21A-DD7E-1B62-6B52DE536490}"/>
              </a:ext>
            </a:extLst>
          </p:cNvPr>
          <p:cNvSpPr/>
          <p:nvPr/>
        </p:nvSpPr>
        <p:spPr>
          <a:xfrm>
            <a:off x="8522111" y="3775313"/>
            <a:ext cx="602814" cy="1101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7" name="Gruppieren 16">
            <a:extLst>
              <a:ext uri="{FF2B5EF4-FFF2-40B4-BE49-F238E27FC236}">
                <a16:creationId xmlns:a16="http://schemas.microsoft.com/office/drawing/2014/main" id="{FB0C42E2-2406-A405-3F99-C567D6510C9B}"/>
              </a:ext>
            </a:extLst>
          </p:cNvPr>
          <p:cNvGrpSpPr/>
          <p:nvPr/>
        </p:nvGrpSpPr>
        <p:grpSpPr>
          <a:xfrm>
            <a:off x="8596863" y="2791451"/>
            <a:ext cx="360000" cy="1374289"/>
            <a:chOff x="8596863" y="3086726"/>
            <a:chExt cx="360000" cy="1374289"/>
          </a:xfrm>
        </p:grpSpPr>
        <p:sp>
          <p:nvSpPr>
            <p:cNvPr id="18" name="Rechteck 17">
              <a:extLst>
                <a:ext uri="{FF2B5EF4-FFF2-40B4-BE49-F238E27FC236}">
                  <a16:creationId xmlns:a16="http://schemas.microsoft.com/office/drawing/2014/main" id="{46912CC4-11F1-0ABC-08C3-FA9876104BC0}"/>
                </a:ext>
              </a:extLst>
            </p:cNvPr>
            <p:cNvSpPr/>
            <p:nvPr/>
          </p:nvSpPr>
          <p:spPr>
            <a:xfrm rot="5400000">
              <a:off x="8196429" y="3769539"/>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85B5C9FE-B6D6-6819-3198-58A53DCF2279}"/>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20" name="Gruppieren 19">
            <a:extLst>
              <a:ext uri="{FF2B5EF4-FFF2-40B4-BE49-F238E27FC236}">
                <a16:creationId xmlns:a16="http://schemas.microsoft.com/office/drawing/2014/main" id="{CF2E948D-3060-A736-24AB-2535F26AA67D}"/>
              </a:ext>
            </a:extLst>
          </p:cNvPr>
          <p:cNvGrpSpPr/>
          <p:nvPr/>
        </p:nvGrpSpPr>
        <p:grpSpPr>
          <a:xfrm rot="16200000">
            <a:off x="9123471" y="1715152"/>
            <a:ext cx="360000" cy="1374289"/>
            <a:chOff x="8596863" y="3086726"/>
            <a:chExt cx="360000" cy="1374289"/>
          </a:xfrm>
        </p:grpSpPr>
        <p:sp>
          <p:nvSpPr>
            <p:cNvPr id="21" name="Rechteck 20">
              <a:extLst>
                <a:ext uri="{FF2B5EF4-FFF2-40B4-BE49-F238E27FC236}">
                  <a16:creationId xmlns:a16="http://schemas.microsoft.com/office/drawing/2014/main" id="{0C1E955A-7638-77AD-3B92-26DAE4ABB962}"/>
                </a:ext>
              </a:extLst>
            </p:cNvPr>
            <p:cNvSpPr/>
            <p:nvPr/>
          </p:nvSpPr>
          <p:spPr>
            <a:xfrm rot="5400000">
              <a:off x="8196429" y="3769539"/>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66381A58-28E0-8348-0786-ECBDEE55332B}"/>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23" name="Rechteck 22">
            <a:extLst>
              <a:ext uri="{FF2B5EF4-FFF2-40B4-BE49-F238E27FC236}">
                <a16:creationId xmlns:a16="http://schemas.microsoft.com/office/drawing/2014/main" id="{4F735920-C8A4-D61B-7B1B-BF6285562045}"/>
              </a:ext>
            </a:extLst>
          </p:cNvPr>
          <p:cNvSpPr/>
          <p:nvPr/>
        </p:nvSpPr>
        <p:spPr>
          <a:xfrm>
            <a:off x="9990616" y="1843652"/>
            <a:ext cx="1461346" cy="1119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5" name="Gerade Verbindung mit Pfeil 24">
            <a:extLst>
              <a:ext uri="{FF2B5EF4-FFF2-40B4-BE49-F238E27FC236}">
                <a16:creationId xmlns:a16="http://schemas.microsoft.com/office/drawing/2014/main" id="{DB5F4D95-07BD-02C6-930E-366B6C241A03}"/>
              </a:ext>
            </a:extLst>
          </p:cNvPr>
          <p:cNvCxnSpPr>
            <a:cxnSpLocks/>
          </p:cNvCxnSpPr>
          <p:nvPr/>
        </p:nvCxnSpPr>
        <p:spPr>
          <a:xfrm flipV="1">
            <a:off x="8801691" y="3395045"/>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6" name="Gerade Verbindung mit Pfeil 25">
            <a:extLst>
              <a:ext uri="{FF2B5EF4-FFF2-40B4-BE49-F238E27FC236}">
                <a16:creationId xmlns:a16="http://schemas.microsoft.com/office/drawing/2014/main" id="{1406FB2C-168E-A9FC-AE7E-A5452A878010}"/>
              </a:ext>
            </a:extLst>
          </p:cNvPr>
          <p:cNvCxnSpPr>
            <a:cxnSpLocks/>
          </p:cNvCxnSpPr>
          <p:nvPr/>
        </p:nvCxnSpPr>
        <p:spPr>
          <a:xfrm flipH="1">
            <a:off x="9263389" y="2385841"/>
            <a:ext cx="502342"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8" name="Gerade Verbindung mit Pfeil 27">
            <a:extLst>
              <a:ext uri="{FF2B5EF4-FFF2-40B4-BE49-F238E27FC236}">
                <a16:creationId xmlns:a16="http://schemas.microsoft.com/office/drawing/2014/main" id="{D240A9E9-A13B-EB15-AA0F-2C0E748BA8AA}"/>
              </a:ext>
            </a:extLst>
          </p:cNvPr>
          <p:cNvCxnSpPr>
            <a:cxnSpLocks/>
          </p:cNvCxnSpPr>
          <p:nvPr/>
        </p:nvCxnSpPr>
        <p:spPr>
          <a:xfrm flipH="1">
            <a:off x="483796" y="2113089"/>
            <a:ext cx="1137903"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grpSp>
        <p:nvGrpSpPr>
          <p:cNvPr id="100" name="Gruppieren 99">
            <a:extLst>
              <a:ext uri="{FF2B5EF4-FFF2-40B4-BE49-F238E27FC236}">
                <a16:creationId xmlns:a16="http://schemas.microsoft.com/office/drawing/2014/main" id="{D2E0082B-CDD0-AE11-AB87-B17489AD5C91}"/>
              </a:ext>
            </a:extLst>
          </p:cNvPr>
          <p:cNvGrpSpPr/>
          <p:nvPr/>
        </p:nvGrpSpPr>
        <p:grpSpPr>
          <a:xfrm>
            <a:off x="363714" y="2002171"/>
            <a:ext cx="1486107" cy="858309"/>
            <a:chOff x="6887339" y="1535446"/>
            <a:chExt cx="1486107" cy="858309"/>
          </a:xfrm>
        </p:grpSpPr>
        <p:sp>
          <p:nvSpPr>
            <p:cNvPr id="98" name="Rechteck 97">
              <a:extLst>
                <a:ext uri="{FF2B5EF4-FFF2-40B4-BE49-F238E27FC236}">
                  <a16:creationId xmlns:a16="http://schemas.microsoft.com/office/drawing/2014/main" id="{918249B8-030E-E964-A343-0C605430144E}"/>
                </a:ext>
              </a:extLst>
            </p:cNvPr>
            <p:cNvSpPr/>
            <p:nvPr/>
          </p:nvSpPr>
          <p:spPr>
            <a:xfrm>
              <a:off x="7085117" y="1699850"/>
              <a:ext cx="244377" cy="69390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99" name="Rechteck 98">
              <a:extLst>
                <a:ext uri="{FF2B5EF4-FFF2-40B4-BE49-F238E27FC236}">
                  <a16:creationId xmlns:a16="http://schemas.microsoft.com/office/drawing/2014/main" id="{1CFB283A-27AA-32A9-5FC4-733879758EFE}"/>
                </a:ext>
              </a:extLst>
            </p:cNvPr>
            <p:cNvSpPr/>
            <p:nvPr/>
          </p:nvSpPr>
          <p:spPr>
            <a:xfrm>
              <a:off x="6887339" y="1535446"/>
              <a:ext cx="1486107" cy="2134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3042352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Gruppieren 94">
            <a:extLst>
              <a:ext uri="{FF2B5EF4-FFF2-40B4-BE49-F238E27FC236}">
                <a16:creationId xmlns:a16="http://schemas.microsoft.com/office/drawing/2014/main" id="{CC68B000-70E8-8E0B-BD07-1BDA4674E7BA}"/>
              </a:ext>
            </a:extLst>
          </p:cNvPr>
          <p:cNvGrpSpPr/>
          <p:nvPr/>
        </p:nvGrpSpPr>
        <p:grpSpPr>
          <a:xfrm rot="16200000">
            <a:off x="4489507" y="2417719"/>
            <a:ext cx="4123294" cy="4100276"/>
            <a:chOff x="5307077" y="2514389"/>
            <a:chExt cx="4123294" cy="4100276"/>
          </a:xfrm>
        </p:grpSpPr>
        <p:grpSp>
          <p:nvGrpSpPr>
            <p:cNvPr id="30" name="Gruppieren 29">
              <a:extLst>
                <a:ext uri="{FF2B5EF4-FFF2-40B4-BE49-F238E27FC236}">
                  <a16:creationId xmlns:a16="http://schemas.microsoft.com/office/drawing/2014/main" id="{8B283BBD-FE8F-99FC-4ED0-95CA074024D7}"/>
                </a:ext>
              </a:extLst>
            </p:cNvPr>
            <p:cNvGrpSpPr/>
            <p:nvPr/>
          </p:nvGrpSpPr>
          <p:grpSpPr>
            <a:xfrm>
              <a:off x="5987903" y="2592735"/>
              <a:ext cx="3442468" cy="4021930"/>
              <a:chOff x="6579751" y="1758171"/>
              <a:chExt cx="3442468" cy="4021930"/>
            </a:xfrm>
          </p:grpSpPr>
          <p:sp>
            <p:nvSpPr>
              <p:cNvPr id="69" name="Rechteck 68">
                <a:extLst>
                  <a:ext uri="{FF2B5EF4-FFF2-40B4-BE49-F238E27FC236}">
                    <a16:creationId xmlns:a16="http://schemas.microsoft.com/office/drawing/2014/main" id="{C3470D90-1D7E-C385-843E-1F29FDFF8162}"/>
                  </a:ext>
                </a:extLst>
              </p:cNvPr>
              <p:cNvSpPr/>
              <p:nvPr/>
            </p:nvSpPr>
            <p:spPr>
              <a:xfrm rot="16200000" flipH="1">
                <a:off x="7804509" y="538111"/>
                <a:ext cx="165953" cy="260922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0" name="Halbbogen 69">
                <a:extLst>
                  <a:ext uri="{FF2B5EF4-FFF2-40B4-BE49-F238E27FC236}">
                    <a16:creationId xmlns:a16="http://schemas.microsoft.com/office/drawing/2014/main" id="{4A6DA58D-31D7-5846-3A3D-853EBFBB7CF3}"/>
                  </a:ext>
                </a:extLst>
              </p:cNvPr>
              <p:cNvSpPr/>
              <p:nvPr/>
            </p:nvSpPr>
            <p:spPr>
              <a:xfrm rot="5400000" flipH="1">
                <a:off x="8274692" y="1861952"/>
                <a:ext cx="1846968" cy="1645828"/>
              </a:xfrm>
              <a:prstGeom prst="blockArc">
                <a:avLst>
                  <a:gd name="adj1" fmla="val 16202951"/>
                  <a:gd name="adj2" fmla="val 15508"/>
                  <a:gd name="adj3" fmla="val 10099"/>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ED3ED3D-EF1B-48BC-F032-5AF78CED7292}"/>
                  </a:ext>
                </a:extLst>
              </p:cNvPr>
              <p:cNvSpPr/>
              <p:nvPr/>
            </p:nvSpPr>
            <p:spPr>
              <a:xfrm rot="16200000" flipH="1">
                <a:off x="8386908" y="4153195"/>
                <a:ext cx="3095235" cy="158577"/>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C053D468-CAC3-97CB-9FD2-454144BDA372}"/>
                  </a:ext>
                </a:extLst>
              </p:cNvPr>
              <p:cNvSpPr/>
              <p:nvPr/>
            </p:nvSpPr>
            <p:spPr>
              <a:xfrm rot="5400000">
                <a:off x="6656715" y="168120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26A3C8DF-86A6-20C5-7A55-F222F6CE566E}"/>
                  </a:ext>
                </a:extLst>
              </p:cNvPr>
              <p:cNvSpPr/>
              <p:nvPr/>
            </p:nvSpPr>
            <p:spPr>
              <a:xfrm rot="10800000">
                <a:off x="9852148" y="5448820"/>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22" name="Grafik 21">
              <a:extLst>
                <a:ext uri="{FF2B5EF4-FFF2-40B4-BE49-F238E27FC236}">
                  <a16:creationId xmlns:a16="http://schemas.microsoft.com/office/drawing/2014/main" id="{943D0974-3498-EFDA-9A7B-FA9FF38EAF6C}"/>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5307077" y="2514389"/>
              <a:ext cx="1191688" cy="372986"/>
            </a:xfrm>
            <a:prstGeom prst="rect">
              <a:avLst/>
            </a:prstGeom>
          </p:spPr>
        </p:pic>
      </p:gr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endParaRPr lang="de-DE"/>
          </a:p>
        </p:txBody>
      </p:sp>
      <p:grpSp>
        <p:nvGrpSpPr>
          <p:cNvPr id="36" name="Gruppieren 35">
            <a:extLst>
              <a:ext uri="{FF2B5EF4-FFF2-40B4-BE49-F238E27FC236}">
                <a16:creationId xmlns:a16="http://schemas.microsoft.com/office/drawing/2014/main" id="{5B5F5C76-4031-93FC-00DA-A81FF52E9599}"/>
              </a:ext>
            </a:extLst>
          </p:cNvPr>
          <p:cNvGrpSpPr/>
          <p:nvPr/>
        </p:nvGrpSpPr>
        <p:grpSpPr>
          <a:xfrm flipH="1">
            <a:off x="8180652" y="1860519"/>
            <a:ext cx="3300143" cy="1287174"/>
            <a:chOff x="2630882" y="1743464"/>
            <a:chExt cx="3917814" cy="1372569"/>
          </a:xfrm>
        </p:grpSpPr>
        <p:pic>
          <p:nvPicPr>
            <p:cNvPr id="37" name="Grafik 36">
              <a:extLst>
                <a:ext uri="{FF2B5EF4-FFF2-40B4-BE49-F238E27FC236}">
                  <a16:creationId xmlns:a16="http://schemas.microsoft.com/office/drawing/2014/main" id="{54252E1A-FCB4-897F-3505-C05D9CF3DBF6}"/>
                </a:ext>
              </a:extLst>
            </p:cNvPr>
            <p:cNvPicPr>
              <a:picLocks noChangeAspect="1"/>
            </p:cNvPicPr>
            <p:nvPr/>
          </p:nvPicPr>
          <p:blipFill>
            <a:blip r:embed="rId3"/>
            <a:stretch>
              <a:fillRect/>
            </a:stretch>
          </p:blipFill>
          <p:spPr>
            <a:xfrm>
              <a:off x="2630882" y="1960860"/>
              <a:ext cx="2576294" cy="985785"/>
            </a:xfrm>
            <a:prstGeom prst="rect">
              <a:avLst/>
            </a:prstGeom>
          </p:spPr>
        </p:pic>
        <p:sp>
          <p:nvSpPr>
            <p:cNvPr id="39" name="Rechteck 38">
              <a:extLst>
                <a:ext uri="{FF2B5EF4-FFF2-40B4-BE49-F238E27FC236}">
                  <a16:creationId xmlns:a16="http://schemas.microsoft.com/office/drawing/2014/main" id="{0BAF62E9-708E-4677-97AB-598E89107F65}"/>
                </a:ext>
              </a:extLst>
            </p:cNvPr>
            <p:cNvSpPr/>
            <p:nvPr/>
          </p:nvSpPr>
          <p:spPr>
            <a:xfrm rot="16200000">
              <a:off x="5119900" y="2167290"/>
              <a:ext cx="992605" cy="43915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0" name="Rechteck 39">
              <a:extLst>
                <a:ext uri="{FF2B5EF4-FFF2-40B4-BE49-F238E27FC236}">
                  <a16:creationId xmlns:a16="http://schemas.microsoft.com/office/drawing/2014/main" id="{E6F0A242-6287-5DD7-7212-7F218E14DD4C}"/>
                </a:ext>
              </a:extLst>
            </p:cNvPr>
            <p:cNvSpPr/>
            <p:nvPr/>
          </p:nvSpPr>
          <p:spPr>
            <a:xfrm rot="16200000">
              <a:off x="6137986" y="2275882"/>
              <a:ext cx="95262" cy="67701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1" name="Rechteck 40">
              <a:extLst>
                <a:ext uri="{FF2B5EF4-FFF2-40B4-BE49-F238E27FC236}">
                  <a16:creationId xmlns:a16="http://schemas.microsoft.com/office/drawing/2014/main" id="{84F8A04D-86CC-9478-CFB3-D22C964A43CA}"/>
                </a:ext>
              </a:extLst>
            </p:cNvPr>
            <p:cNvSpPr/>
            <p:nvPr/>
          </p:nvSpPr>
          <p:spPr>
            <a:xfrm rot="16200000">
              <a:off x="6168566" y="1831397"/>
              <a:ext cx="58672" cy="7015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42" name="Rechteck 41">
              <a:extLst>
                <a:ext uri="{FF2B5EF4-FFF2-40B4-BE49-F238E27FC236}">
                  <a16:creationId xmlns:a16="http://schemas.microsoft.com/office/drawing/2014/main" id="{F1A7177E-9D7A-F397-17B9-69D60DD6545C}"/>
                </a:ext>
              </a:extLst>
            </p:cNvPr>
            <p:cNvSpPr/>
            <p:nvPr/>
          </p:nvSpPr>
          <p:spPr>
            <a:xfrm rot="16200000">
              <a:off x="4608037" y="2331836"/>
              <a:ext cx="1372569" cy="1958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grpSp>
      <p:sp>
        <p:nvSpPr>
          <p:cNvPr id="49" name="Rechteck 48">
            <a:extLst>
              <a:ext uri="{FF2B5EF4-FFF2-40B4-BE49-F238E27FC236}">
                <a16:creationId xmlns:a16="http://schemas.microsoft.com/office/drawing/2014/main" id="{167EE6C6-D0D4-CF52-7D76-C210619700F9}"/>
              </a:ext>
            </a:extLst>
          </p:cNvPr>
          <p:cNvSpPr/>
          <p:nvPr/>
        </p:nvSpPr>
        <p:spPr>
          <a:xfrm rot="5400000">
            <a:off x="7221883" y="2078433"/>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208408" y="1735847"/>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63016" y="2211625"/>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44554" y="3426536"/>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6628146" y="2311869"/>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72" name="Gruppieren 71">
            <a:extLst>
              <a:ext uri="{FF2B5EF4-FFF2-40B4-BE49-F238E27FC236}">
                <a16:creationId xmlns:a16="http://schemas.microsoft.com/office/drawing/2014/main" id="{B4189B01-C236-9473-3F82-678F31081DAD}"/>
              </a:ext>
            </a:extLst>
          </p:cNvPr>
          <p:cNvGrpSpPr/>
          <p:nvPr/>
        </p:nvGrpSpPr>
        <p:grpSpPr>
          <a:xfrm>
            <a:off x="6097694" y="2858182"/>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46381" y="2845803"/>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44" name="Gerader Verbinder 43">
            <a:extLst>
              <a:ext uri="{FF2B5EF4-FFF2-40B4-BE49-F238E27FC236}">
                <a16:creationId xmlns:a16="http://schemas.microsoft.com/office/drawing/2014/main" id="{17DB64FB-5696-20B5-75F0-8BD40D6827BF}"/>
              </a:ext>
            </a:extLst>
          </p:cNvPr>
          <p:cNvCxnSpPr>
            <a:cxnSpLocks/>
          </p:cNvCxnSpPr>
          <p:nvPr/>
        </p:nvCxnSpPr>
        <p:spPr>
          <a:xfrm>
            <a:off x="5729890" y="2721928"/>
            <a:ext cx="633245" cy="0"/>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6" name="Gerader Verbinder 45">
            <a:extLst>
              <a:ext uri="{FF2B5EF4-FFF2-40B4-BE49-F238E27FC236}">
                <a16:creationId xmlns:a16="http://schemas.microsoft.com/office/drawing/2014/main" id="{B1F02AFE-B915-0D48-B26B-9797D2AEC7F7}"/>
              </a:ext>
            </a:extLst>
          </p:cNvPr>
          <p:cNvCxnSpPr>
            <a:cxnSpLocks/>
          </p:cNvCxnSpPr>
          <p:nvPr/>
        </p:nvCxnSpPr>
        <p:spPr>
          <a:xfrm flipH="1">
            <a:off x="5397164" y="2764345"/>
            <a:ext cx="328940" cy="722809"/>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8" name="Gerader Verbinder 47">
            <a:extLst>
              <a:ext uri="{FF2B5EF4-FFF2-40B4-BE49-F238E27FC236}">
                <a16:creationId xmlns:a16="http://schemas.microsoft.com/office/drawing/2014/main" id="{C1D98B23-7954-52C4-A3E5-D42C1FDFBC72}"/>
              </a:ext>
            </a:extLst>
          </p:cNvPr>
          <p:cNvCxnSpPr>
            <a:cxnSpLocks/>
          </p:cNvCxnSpPr>
          <p:nvPr/>
        </p:nvCxnSpPr>
        <p:spPr>
          <a:xfrm>
            <a:off x="5388833" y="3473115"/>
            <a:ext cx="2898" cy="1738141"/>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100" name="Rechteck 99">
            <a:extLst>
              <a:ext uri="{FF2B5EF4-FFF2-40B4-BE49-F238E27FC236}">
                <a16:creationId xmlns:a16="http://schemas.microsoft.com/office/drawing/2014/main" id="{0DF25F48-BCBA-305D-8FA4-AC493C62DCD9}"/>
              </a:ext>
            </a:extLst>
          </p:cNvPr>
          <p:cNvSpPr/>
          <p:nvPr/>
        </p:nvSpPr>
        <p:spPr>
          <a:xfrm>
            <a:off x="5431458" y="3793069"/>
            <a:ext cx="602814" cy="2134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1" name="Rechteck 100">
            <a:extLst>
              <a:ext uri="{FF2B5EF4-FFF2-40B4-BE49-F238E27FC236}">
                <a16:creationId xmlns:a16="http://schemas.microsoft.com/office/drawing/2014/main" id="{D497108A-13C4-CBEC-D7A9-FA979C93CFB6}"/>
              </a:ext>
            </a:extLst>
          </p:cNvPr>
          <p:cNvSpPr/>
          <p:nvPr/>
        </p:nvSpPr>
        <p:spPr>
          <a:xfrm>
            <a:off x="5431458" y="4917147"/>
            <a:ext cx="609163" cy="2134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3" name="Pfeil: nach links gekrümmt 102">
            <a:extLst>
              <a:ext uri="{FF2B5EF4-FFF2-40B4-BE49-F238E27FC236}">
                <a16:creationId xmlns:a16="http://schemas.microsoft.com/office/drawing/2014/main" id="{CAEDA60F-1596-3F2B-7B22-E17A22998321}"/>
              </a:ext>
            </a:extLst>
          </p:cNvPr>
          <p:cNvSpPr/>
          <p:nvPr/>
        </p:nvSpPr>
        <p:spPr>
          <a:xfrm rot="16200000">
            <a:off x="10886727" y="2183656"/>
            <a:ext cx="1220302" cy="618370"/>
          </a:xfrm>
          <a:prstGeom prst="curvedLeftArrow">
            <a:avLst>
              <a:gd name="adj1" fmla="val 2609"/>
              <a:gd name="adj2" fmla="val 29910"/>
              <a:gd name="adj3" fmla="val 3334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Tree>
    <p:extLst>
      <p:ext uri="{BB962C8B-B14F-4D97-AF65-F5344CB8AC3E}">
        <p14:creationId xmlns:p14="http://schemas.microsoft.com/office/powerpoint/2010/main" val="1143471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endParaRPr lang="de-DE"/>
          </a:p>
        </p:txBody>
      </p:sp>
      <p:sp>
        <p:nvSpPr>
          <p:cNvPr id="49" name="Rechteck 48">
            <a:extLst>
              <a:ext uri="{FF2B5EF4-FFF2-40B4-BE49-F238E27FC236}">
                <a16:creationId xmlns:a16="http://schemas.microsoft.com/office/drawing/2014/main" id="{167EE6C6-D0D4-CF52-7D76-C210619700F9}"/>
              </a:ext>
            </a:extLst>
          </p:cNvPr>
          <p:cNvSpPr/>
          <p:nvPr/>
        </p:nvSpPr>
        <p:spPr>
          <a:xfrm rot="5400000">
            <a:off x="7177764" y="2261909"/>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164289" y="1919323"/>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18897" y="2395101"/>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00435" y="3610012"/>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6584027" y="2495345"/>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72" name="Gruppieren 71">
            <a:extLst>
              <a:ext uri="{FF2B5EF4-FFF2-40B4-BE49-F238E27FC236}">
                <a16:creationId xmlns:a16="http://schemas.microsoft.com/office/drawing/2014/main" id="{B4189B01-C236-9473-3F82-678F31081DAD}"/>
              </a:ext>
            </a:extLst>
          </p:cNvPr>
          <p:cNvGrpSpPr/>
          <p:nvPr/>
        </p:nvGrpSpPr>
        <p:grpSpPr>
          <a:xfrm>
            <a:off x="6053575" y="3041658"/>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02262" y="3029279"/>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6" name="Rechteck 95">
            <a:extLst>
              <a:ext uri="{FF2B5EF4-FFF2-40B4-BE49-F238E27FC236}">
                <a16:creationId xmlns:a16="http://schemas.microsoft.com/office/drawing/2014/main" id="{9DE84289-5BE0-153C-42F2-4A8FDE87EE5C}"/>
              </a:ext>
            </a:extLst>
          </p:cNvPr>
          <p:cNvSpPr/>
          <p:nvPr/>
        </p:nvSpPr>
        <p:spPr>
          <a:xfrm>
            <a:off x="365849" y="694750"/>
            <a:ext cx="8022551" cy="8186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00" name="Gruppieren 99">
            <a:extLst>
              <a:ext uri="{FF2B5EF4-FFF2-40B4-BE49-F238E27FC236}">
                <a16:creationId xmlns:a16="http://schemas.microsoft.com/office/drawing/2014/main" id="{D2E0082B-CDD0-AE11-AB87-B17489AD5C91}"/>
              </a:ext>
            </a:extLst>
          </p:cNvPr>
          <p:cNvGrpSpPr/>
          <p:nvPr/>
        </p:nvGrpSpPr>
        <p:grpSpPr>
          <a:xfrm>
            <a:off x="496064" y="1535446"/>
            <a:ext cx="1486107" cy="858309"/>
            <a:chOff x="6887339" y="1535446"/>
            <a:chExt cx="1486107" cy="858309"/>
          </a:xfrm>
        </p:grpSpPr>
        <p:sp>
          <p:nvSpPr>
            <p:cNvPr id="97" name="Rechteck 96">
              <a:extLst>
                <a:ext uri="{FF2B5EF4-FFF2-40B4-BE49-F238E27FC236}">
                  <a16:creationId xmlns:a16="http://schemas.microsoft.com/office/drawing/2014/main" id="{F26DB774-3357-5A11-4110-442FAF7D3EE8}"/>
                </a:ext>
              </a:extLst>
            </p:cNvPr>
            <p:cNvSpPr/>
            <p:nvPr/>
          </p:nvSpPr>
          <p:spPr>
            <a:xfrm>
              <a:off x="6924512" y="1699850"/>
              <a:ext cx="244377" cy="69390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98" name="Rechteck 97">
              <a:extLst>
                <a:ext uri="{FF2B5EF4-FFF2-40B4-BE49-F238E27FC236}">
                  <a16:creationId xmlns:a16="http://schemas.microsoft.com/office/drawing/2014/main" id="{918249B8-030E-E964-A343-0C605430144E}"/>
                </a:ext>
              </a:extLst>
            </p:cNvPr>
            <p:cNvSpPr/>
            <p:nvPr/>
          </p:nvSpPr>
          <p:spPr>
            <a:xfrm>
              <a:off x="8089757" y="1699850"/>
              <a:ext cx="244377" cy="69390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99" name="Rechteck 98">
              <a:extLst>
                <a:ext uri="{FF2B5EF4-FFF2-40B4-BE49-F238E27FC236}">
                  <a16:creationId xmlns:a16="http://schemas.microsoft.com/office/drawing/2014/main" id="{1CFB283A-27AA-32A9-5FC4-733879758EFE}"/>
                </a:ext>
              </a:extLst>
            </p:cNvPr>
            <p:cNvSpPr/>
            <p:nvPr/>
          </p:nvSpPr>
          <p:spPr>
            <a:xfrm>
              <a:off x="6887339" y="1535446"/>
              <a:ext cx="1486107" cy="2134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105" name="Gruppieren 104">
            <a:extLst>
              <a:ext uri="{FF2B5EF4-FFF2-40B4-BE49-F238E27FC236}">
                <a16:creationId xmlns:a16="http://schemas.microsoft.com/office/drawing/2014/main" id="{9B0EF369-A562-620A-5835-248D976FCE7E}"/>
              </a:ext>
            </a:extLst>
          </p:cNvPr>
          <p:cNvGrpSpPr/>
          <p:nvPr/>
        </p:nvGrpSpPr>
        <p:grpSpPr>
          <a:xfrm>
            <a:off x="-1073896" y="2013774"/>
            <a:ext cx="9547029" cy="372986"/>
            <a:chOff x="-313435" y="5634640"/>
            <a:chExt cx="9927732" cy="372986"/>
          </a:xfrm>
        </p:grpSpPr>
        <p:sp>
          <p:nvSpPr>
            <p:cNvPr id="106" name="Rechteck 105">
              <a:extLst>
                <a:ext uri="{FF2B5EF4-FFF2-40B4-BE49-F238E27FC236}">
                  <a16:creationId xmlns:a16="http://schemas.microsoft.com/office/drawing/2014/main" id="{A5853946-4EA3-EF3C-CDAF-4FBE8B32B6B8}"/>
                </a:ext>
              </a:extLst>
            </p:cNvPr>
            <p:cNvSpPr/>
            <p:nvPr/>
          </p:nvSpPr>
          <p:spPr>
            <a:xfrm rot="5400000">
              <a:off x="4903903" y="1194269"/>
              <a:ext cx="159490" cy="9253728"/>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07" name="Grafik 106">
              <a:extLst>
                <a:ext uri="{FF2B5EF4-FFF2-40B4-BE49-F238E27FC236}">
                  <a16:creationId xmlns:a16="http://schemas.microsoft.com/office/drawing/2014/main" id="{07FF7560-4130-DBE1-45E1-D6F888C40240}"/>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sp>
          <p:nvSpPr>
            <p:cNvPr id="108" name="Rechteck 107">
              <a:extLst>
                <a:ext uri="{FF2B5EF4-FFF2-40B4-BE49-F238E27FC236}">
                  <a16:creationId xmlns:a16="http://schemas.microsoft.com/office/drawing/2014/main" id="{D415B984-7670-AE74-520E-5BA9FD1B5A13}"/>
                </a:ext>
              </a:extLst>
            </p:cNvPr>
            <p:cNvSpPr/>
            <p:nvPr/>
          </p:nvSpPr>
          <p:spPr>
            <a:xfrm rot="5400000">
              <a:off x="9367261" y="5658328"/>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6" name="Rechteck 5">
            <a:extLst>
              <a:ext uri="{FF2B5EF4-FFF2-40B4-BE49-F238E27FC236}">
                <a16:creationId xmlns:a16="http://schemas.microsoft.com/office/drawing/2014/main" id="{ABFFDCDE-E138-F779-5E87-9907C9D2670A}"/>
              </a:ext>
            </a:extLst>
          </p:cNvPr>
          <p:cNvSpPr/>
          <p:nvPr/>
        </p:nvSpPr>
        <p:spPr>
          <a:xfrm>
            <a:off x="8522111" y="3775313"/>
            <a:ext cx="602814" cy="1101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7" name="Gruppieren 16">
            <a:extLst>
              <a:ext uri="{FF2B5EF4-FFF2-40B4-BE49-F238E27FC236}">
                <a16:creationId xmlns:a16="http://schemas.microsoft.com/office/drawing/2014/main" id="{257C87E8-AB21-B350-D4EF-E6F34865B662}"/>
              </a:ext>
            </a:extLst>
          </p:cNvPr>
          <p:cNvGrpSpPr/>
          <p:nvPr/>
        </p:nvGrpSpPr>
        <p:grpSpPr>
          <a:xfrm>
            <a:off x="8608895" y="2334249"/>
            <a:ext cx="360000" cy="2213687"/>
            <a:chOff x="8596863" y="3086726"/>
            <a:chExt cx="360000" cy="2213687"/>
          </a:xfrm>
        </p:grpSpPr>
        <p:sp>
          <p:nvSpPr>
            <p:cNvPr id="18" name="Rechteck 17">
              <a:extLst>
                <a:ext uri="{FF2B5EF4-FFF2-40B4-BE49-F238E27FC236}">
                  <a16:creationId xmlns:a16="http://schemas.microsoft.com/office/drawing/2014/main" id="{A6F81E2A-6E92-4979-C477-2378402498AB}"/>
                </a:ext>
              </a:extLst>
            </p:cNvPr>
            <p:cNvSpPr/>
            <p:nvPr/>
          </p:nvSpPr>
          <p:spPr>
            <a:xfrm rot="5400000">
              <a:off x="7776729" y="4189238"/>
              <a:ext cx="2033179"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1E0BD974-1656-0E19-0948-2711F89731C4}"/>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20" name="Gruppieren 19">
            <a:extLst>
              <a:ext uri="{FF2B5EF4-FFF2-40B4-BE49-F238E27FC236}">
                <a16:creationId xmlns:a16="http://schemas.microsoft.com/office/drawing/2014/main" id="{C408EF0E-3964-BC7F-95CE-DB61FEE804D3}"/>
              </a:ext>
            </a:extLst>
          </p:cNvPr>
          <p:cNvGrpSpPr/>
          <p:nvPr/>
        </p:nvGrpSpPr>
        <p:grpSpPr>
          <a:xfrm rot="16200000">
            <a:off x="9123471" y="1269979"/>
            <a:ext cx="360000" cy="1374289"/>
            <a:chOff x="8596863" y="3086726"/>
            <a:chExt cx="360000" cy="1374289"/>
          </a:xfrm>
        </p:grpSpPr>
        <p:sp>
          <p:nvSpPr>
            <p:cNvPr id="21" name="Rechteck 20">
              <a:extLst>
                <a:ext uri="{FF2B5EF4-FFF2-40B4-BE49-F238E27FC236}">
                  <a16:creationId xmlns:a16="http://schemas.microsoft.com/office/drawing/2014/main" id="{D0597CAF-4462-3A58-7965-291A1529DDB3}"/>
                </a:ext>
              </a:extLst>
            </p:cNvPr>
            <p:cNvSpPr/>
            <p:nvPr/>
          </p:nvSpPr>
          <p:spPr>
            <a:xfrm rot="5400000">
              <a:off x="8196429" y="3769539"/>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 name="Ellipse 22">
              <a:extLst>
                <a:ext uri="{FF2B5EF4-FFF2-40B4-BE49-F238E27FC236}">
                  <a16:creationId xmlns:a16="http://schemas.microsoft.com/office/drawing/2014/main" id="{9C1CE775-47C8-33B3-675E-2B644E59417E}"/>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25" name="Rechteck 24">
            <a:extLst>
              <a:ext uri="{FF2B5EF4-FFF2-40B4-BE49-F238E27FC236}">
                <a16:creationId xmlns:a16="http://schemas.microsoft.com/office/drawing/2014/main" id="{07380212-8AA9-B38C-DE69-DE9DB99139C2}"/>
              </a:ext>
            </a:extLst>
          </p:cNvPr>
          <p:cNvSpPr/>
          <p:nvPr/>
        </p:nvSpPr>
        <p:spPr>
          <a:xfrm>
            <a:off x="9990616" y="1398479"/>
            <a:ext cx="1461346" cy="1119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6" name="Gerade Verbindung mit Pfeil 25">
            <a:extLst>
              <a:ext uri="{FF2B5EF4-FFF2-40B4-BE49-F238E27FC236}">
                <a16:creationId xmlns:a16="http://schemas.microsoft.com/office/drawing/2014/main" id="{78D4D42D-6BFD-3449-4E05-BB406E2C3EAF}"/>
              </a:ext>
            </a:extLst>
          </p:cNvPr>
          <p:cNvCxnSpPr>
            <a:cxnSpLocks/>
          </p:cNvCxnSpPr>
          <p:nvPr/>
        </p:nvCxnSpPr>
        <p:spPr>
          <a:xfrm flipV="1">
            <a:off x="8801691" y="3395045"/>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31" name="Gerade Verbindung mit Pfeil 30">
            <a:extLst>
              <a:ext uri="{FF2B5EF4-FFF2-40B4-BE49-F238E27FC236}">
                <a16:creationId xmlns:a16="http://schemas.microsoft.com/office/drawing/2014/main" id="{0FE3E324-79FB-FEEB-B625-34E6E8A17EC8}"/>
              </a:ext>
            </a:extLst>
          </p:cNvPr>
          <p:cNvCxnSpPr>
            <a:cxnSpLocks/>
          </p:cNvCxnSpPr>
          <p:nvPr/>
        </p:nvCxnSpPr>
        <p:spPr>
          <a:xfrm flipH="1">
            <a:off x="9263389" y="1940668"/>
            <a:ext cx="502342"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32" name="Gerade Verbindung mit Pfeil 31">
            <a:extLst>
              <a:ext uri="{FF2B5EF4-FFF2-40B4-BE49-F238E27FC236}">
                <a16:creationId xmlns:a16="http://schemas.microsoft.com/office/drawing/2014/main" id="{2256C4EC-54F7-A7CF-7FB9-6C96D89CDF7A}"/>
              </a:ext>
            </a:extLst>
          </p:cNvPr>
          <p:cNvCxnSpPr>
            <a:cxnSpLocks/>
          </p:cNvCxnSpPr>
          <p:nvPr/>
        </p:nvCxnSpPr>
        <p:spPr>
          <a:xfrm flipH="1">
            <a:off x="777614" y="1632814"/>
            <a:ext cx="998622"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84636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Gruppieren 94">
            <a:extLst>
              <a:ext uri="{FF2B5EF4-FFF2-40B4-BE49-F238E27FC236}">
                <a16:creationId xmlns:a16="http://schemas.microsoft.com/office/drawing/2014/main" id="{CC68B000-70E8-8E0B-BD07-1BDA4674E7BA}"/>
              </a:ext>
            </a:extLst>
          </p:cNvPr>
          <p:cNvGrpSpPr/>
          <p:nvPr/>
        </p:nvGrpSpPr>
        <p:grpSpPr>
          <a:xfrm>
            <a:off x="5307077" y="2117101"/>
            <a:ext cx="4421998" cy="4100276"/>
            <a:chOff x="5307077" y="2514389"/>
            <a:chExt cx="4421998" cy="4100276"/>
          </a:xfrm>
        </p:grpSpPr>
        <p:grpSp>
          <p:nvGrpSpPr>
            <p:cNvPr id="30" name="Gruppieren 29">
              <a:extLst>
                <a:ext uri="{FF2B5EF4-FFF2-40B4-BE49-F238E27FC236}">
                  <a16:creationId xmlns:a16="http://schemas.microsoft.com/office/drawing/2014/main" id="{8B283BBD-FE8F-99FC-4ED0-95CA074024D7}"/>
                </a:ext>
              </a:extLst>
            </p:cNvPr>
            <p:cNvGrpSpPr/>
            <p:nvPr/>
          </p:nvGrpSpPr>
          <p:grpSpPr>
            <a:xfrm>
              <a:off x="5987903" y="2592735"/>
              <a:ext cx="3741172" cy="4021930"/>
              <a:chOff x="6579751" y="1758171"/>
              <a:chExt cx="3741172" cy="4021930"/>
            </a:xfrm>
          </p:grpSpPr>
          <p:sp>
            <p:nvSpPr>
              <p:cNvPr id="69" name="Rechteck 68">
                <a:extLst>
                  <a:ext uri="{FF2B5EF4-FFF2-40B4-BE49-F238E27FC236}">
                    <a16:creationId xmlns:a16="http://schemas.microsoft.com/office/drawing/2014/main" id="{C3470D90-1D7E-C385-843E-1F29FDFF8162}"/>
                  </a:ext>
                </a:extLst>
              </p:cNvPr>
              <p:cNvSpPr/>
              <p:nvPr/>
            </p:nvSpPr>
            <p:spPr>
              <a:xfrm rot="16200000" flipH="1">
                <a:off x="7954466" y="388154"/>
                <a:ext cx="165953" cy="2909135"/>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0" name="Halbbogen 69">
                <a:extLst>
                  <a:ext uri="{FF2B5EF4-FFF2-40B4-BE49-F238E27FC236}">
                    <a16:creationId xmlns:a16="http://schemas.microsoft.com/office/drawing/2014/main" id="{4A6DA58D-31D7-5846-3A3D-853EBFBB7CF3}"/>
                  </a:ext>
                </a:extLst>
              </p:cNvPr>
              <p:cNvSpPr/>
              <p:nvPr/>
            </p:nvSpPr>
            <p:spPr>
              <a:xfrm rot="5400000" flipH="1">
                <a:off x="8567300" y="1861952"/>
                <a:ext cx="1846968" cy="1645828"/>
              </a:xfrm>
              <a:prstGeom prst="blockArc">
                <a:avLst>
                  <a:gd name="adj1" fmla="val 16202951"/>
                  <a:gd name="adj2" fmla="val 15508"/>
                  <a:gd name="adj3" fmla="val 10099"/>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ED3ED3D-EF1B-48BC-F032-5AF78CED7292}"/>
                  </a:ext>
                </a:extLst>
              </p:cNvPr>
              <p:cNvSpPr/>
              <p:nvPr/>
            </p:nvSpPr>
            <p:spPr>
              <a:xfrm rot="16200000" flipH="1">
                <a:off x="8685612" y="4153195"/>
                <a:ext cx="3095235" cy="158577"/>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C053D468-CAC3-97CB-9FD2-454144BDA372}"/>
                  </a:ext>
                </a:extLst>
              </p:cNvPr>
              <p:cNvSpPr/>
              <p:nvPr/>
            </p:nvSpPr>
            <p:spPr>
              <a:xfrm rot="5400000">
                <a:off x="6656715" y="168120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26A3C8DF-86A6-20C5-7A55-F222F6CE566E}"/>
                  </a:ext>
                </a:extLst>
              </p:cNvPr>
              <p:cNvSpPr/>
              <p:nvPr/>
            </p:nvSpPr>
            <p:spPr>
              <a:xfrm rot="10800000">
                <a:off x="10150852" y="5448820"/>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22" name="Grafik 21">
              <a:extLst>
                <a:ext uri="{FF2B5EF4-FFF2-40B4-BE49-F238E27FC236}">
                  <a16:creationId xmlns:a16="http://schemas.microsoft.com/office/drawing/2014/main" id="{943D0974-3498-EFDA-9A7B-FA9FF38EAF6C}"/>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5307077" y="2514389"/>
              <a:ext cx="1191688" cy="372986"/>
            </a:xfrm>
            <a:prstGeom prst="rect">
              <a:avLst/>
            </a:prstGeom>
          </p:spPr>
        </p:pic>
      </p:gr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endParaRPr lang="de-DE"/>
          </a:p>
        </p:txBody>
      </p:sp>
      <p:sp>
        <p:nvSpPr>
          <p:cNvPr id="49" name="Rechteck 48">
            <a:extLst>
              <a:ext uri="{FF2B5EF4-FFF2-40B4-BE49-F238E27FC236}">
                <a16:creationId xmlns:a16="http://schemas.microsoft.com/office/drawing/2014/main" id="{167EE6C6-D0D4-CF52-7D76-C210619700F9}"/>
              </a:ext>
            </a:extLst>
          </p:cNvPr>
          <p:cNvSpPr/>
          <p:nvPr/>
        </p:nvSpPr>
        <p:spPr>
          <a:xfrm rot="5400000">
            <a:off x="7177764" y="2261909"/>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164289" y="1919323"/>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18897" y="2395101"/>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00435" y="3610012"/>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6584027" y="2495345"/>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72" name="Gruppieren 71">
            <a:extLst>
              <a:ext uri="{FF2B5EF4-FFF2-40B4-BE49-F238E27FC236}">
                <a16:creationId xmlns:a16="http://schemas.microsoft.com/office/drawing/2014/main" id="{B4189B01-C236-9473-3F82-678F31081DAD}"/>
              </a:ext>
            </a:extLst>
          </p:cNvPr>
          <p:cNvGrpSpPr/>
          <p:nvPr/>
        </p:nvGrpSpPr>
        <p:grpSpPr>
          <a:xfrm>
            <a:off x="6053575" y="3041658"/>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02262" y="3029279"/>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6" name="Rechteck 95">
            <a:extLst>
              <a:ext uri="{FF2B5EF4-FFF2-40B4-BE49-F238E27FC236}">
                <a16:creationId xmlns:a16="http://schemas.microsoft.com/office/drawing/2014/main" id="{9DE84289-5BE0-153C-42F2-4A8FDE87EE5C}"/>
              </a:ext>
            </a:extLst>
          </p:cNvPr>
          <p:cNvSpPr/>
          <p:nvPr/>
        </p:nvSpPr>
        <p:spPr>
          <a:xfrm>
            <a:off x="365849" y="694750"/>
            <a:ext cx="8022551" cy="8186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9" name="Rechteck 108">
            <a:extLst>
              <a:ext uri="{FF2B5EF4-FFF2-40B4-BE49-F238E27FC236}">
                <a16:creationId xmlns:a16="http://schemas.microsoft.com/office/drawing/2014/main" id="{9366A619-125B-9737-9305-164D5B4356C5}"/>
              </a:ext>
            </a:extLst>
          </p:cNvPr>
          <p:cNvSpPr/>
          <p:nvPr/>
        </p:nvSpPr>
        <p:spPr>
          <a:xfrm>
            <a:off x="8522111" y="3775313"/>
            <a:ext cx="602814" cy="1101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10" name="Gruppieren 109">
            <a:extLst>
              <a:ext uri="{FF2B5EF4-FFF2-40B4-BE49-F238E27FC236}">
                <a16:creationId xmlns:a16="http://schemas.microsoft.com/office/drawing/2014/main" id="{31BA0064-7260-E208-B21C-07AC7CC1F0BC}"/>
              </a:ext>
            </a:extLst>
          </p:cNvPr>
          <p:cNvGrpSpPr/>
          <p:nvPr/>
        </p:nvGrpSpPr>
        <p:grpSpPr>
          <a:xfrm>
            <a:off x="8596514" y="2376721"/>
            <a:ext cx="360000" cy="2178823"/>
            <a:chOff x="8596863" y="3086726"/>
            <a:chExt cx="360000" cy="1973053"/>
          </a:xfrm>
        </p:grpSpPr>
        <p:sp>
          <p:nvSpPr>
            <p:cNvPr id="111" name="Rechteck 110">
              <a:extLst>
                <a:ext uri="{FF2B5EF4-FFF2-40B4-BE49-F238E27FC236}">
                  <a16:creationId xmlns:a16="http://schemas.microsoft.com/office/drawing/2014/main" id="{CF7A14AE-2827-371B-7160-3BAB2BB71079}"/>
                </a:ext>
              </a:extLst>
            </p:cNvPr>
            <p:cNvSpPr/>
            <p:nvPr/>
          </p:nvSpPr>
          <p:spPr>
            <a:xfrm rot="5400000">
              <a:off x="7897046" y="4068921"/>
              <a:ext cx="1792545"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2" name="Ellipse 111">
              <a:extLst>
                <a:ext uri="{FF2B5EF4-FFF2-40B4-BE49-F238E27FC236}">
                  <a16:creationId xmlns:a16="http://schemas.microsoft.com/office/drawing/2014/main" id="{B10584B0-8E2A-F85D-B52F-B828909EC830}"/>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113" name="Gruppieren 112">
            <a:extLst>
              <a:ext uri="{FF2B5EF4-FFF2-40B4-BE49-F238E27FC236}">
                <a16:creationId xmlns:a16="http://schemas.microsoft.com/office/drawing/2014/main" id="{7FE7326C-65FA-EDAA-ED73-900FDE648D53}"/>
              </a:ext>
            </a:extLst>
          </p:cNvPr>
          <p:cNvGrpSpPr/>
          <p:nvPr/>
        </p:nvGrpSpPr>
        <p:grpSpPr>
          <a:xfrm rot="16200000">
            <a:off x="9069328" y="1288029"/>
            <a:ext cx="360000" cy="1374289"/>
            <a:chOff x="8596863" y="3086726"/>
            <a:chExt cx="360000" cy="1374289"/>
          </a:xfrm>
        </p:grpSpPr>
        <p:sp>
          <p:nvSpPr>
            <p:cNvPr id="114" name="Rechteck 113">
              <a:extLst>
                <a:ext uri="{FF2B5EF4-FFF2-40B4-BE49-F238E27FC236}">
                  <a16:creationId xmlns:a16="http://schemas.microsoft.com/office/drawing/2014/main" id="{FCED382D-592B-DA20-1835-F5B3C823CD5F}"/>
                </a:ext>
              </a:extLst>
            </p:cNvPr>
            <p:cNvSpPr/>
            <p:nvPr/>
          </p:nvSpPr>
          <p:spPr>
            <a:xfrm rot="5400000">
              <a:off x="8196429" y="3769539"/>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5" name="Ellipse 114">
              <a:extLst>
                <a:ext uri="{FF2B5EF4-FFF2-40B4-BE49-F238E27FC236}">
                  <a16:creationId xmlns:a16="http://schemas.microsoft.com/office/drawing/2014/main" id="{F0B4A3F4-CD3A-DDBE-6CB4-B8FF188D9FD9}"/>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116" name="Rechteck 115">
            <a:extLst>
              <a:ext uri="{FF2B5EF4-FFF2-40B4-BE49-F238E27FC236}">
                <a16:creationId xmlns:a16="http://schemas.microsoft.com/office/drawing/2014/main" id="{C9E1E758-40CB-C446-87AD-78A2CB4C448E}"/>
              </a:ext>
            </a:extLst>
          </p:cNvPr>
          <p:cNvSpPr/>
          <p:nvPr/>
        </p:nvSpPr>
        <p:spPr>
          <a:xfrm>
            <a:off x="9936473" y="1416529"/>
            <a:ext cx="1461346" cy="1119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117" name="Gerade Verbindung mit Pfeil 116">
            <a:extLst>
              <a:ext uri="{FF2B5EF4-FFF2-40B4-BE49-F238E27FC236}">
                <a16:creationId xmlns:a16="http://schemas.microsoft.com/office/drawing/2014/main" id="{CF764210-0F18-B913-35CD-4A93FD942502}"/>
              </a:ext>
            </a:extLst>
          </p:cNvPr>
          <p:cNvCxnSpPr>
            <a:cxnSpLocks/>
          </p:cNvCxnSpPr>
          <p:nvPr/>
        </p:nvCxnSpPr>
        <p:spPr>
          <a:xfrm flipV="1">
            <a:off x="8801691" y="3395045"/>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18" name="Gerade Verbindung mit Pfeil 117">
            <a:extLst>
              <a:ext uri="{FF2B5EF4-FFF2-40B4-BE49-F238E27FC236}">
                <a16:creationId xmlns:a16="http://schemas.microsoft.com/office/drawing/2014/main" id="{7F0E57C3-85DD-0646-B971-7EB0CE909E12}"/>
              </a:ext>
            </a:extLst>
          </p:cNvPr>
          <p:cNvCxnSpPr>
            <a:cxnSpLocks/>
          </p:cNvCxnSpPr>
          <p:nvPr/>
        </p:nvCxnSpPr>
        <p:spPr>
          <a:xfrm flipH="1">
            <a:off x="9209246" y="1958718"/>
            <a:ext cx="502342"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grpSp>
        <p:nvGrpSpPr>
          <p:cNvPr id="123" name="Gruppieren 122">
            <a:extLst>
              <a:ext uri="{FF2B5EF4-FFF2-40B4-BE49-F238E27FC236}">
                <a16:creationId xmlns:a16="http://schemas.microsoft.com/office/drawing/2014/main" id="{636C3F30-6DD7-BF59-64B7-4AE848C422A9}"/>
              </a:ext>
            </a:extLst>
          </p:cNvPr>
          <p:cNvGrpSpPr/>
          <p:nvPr/>
        </p:nvGrpSpPr>
        <p:grpSpPr>
          <a:xfrm>
            <a:off x="6582539" y="1613647"/>
            <a:ext cx="1486107" cy="778600"/>
            <a:chOff x="6582539" y="1535446"/>
            <a:chExt cx="1486107" cy="858309"/>
          </a:xfrm>
        </p:grpSpPr>
        <p:grpSp>
          <p:nvGrpSpPr>
            <p:cNvPr id="100" name="Gruppieren 99">
              <a:extLst>
                <a:ext uri="{FF2B5EF4-FFF2-40B4-BE49-F238E27FC236}">
                  <a16:creationId xmlns:a16="http://schemas.microsoft.com/office/drawing/2014/main" id="{D2E0082B-CDD0-AE11-AB87-B17489AD5C91}"/>
                </a:ext>
              </a:extLst>
            </p:cNvPr>
            <p:cNvGrpSpPr/>
            <p:nvPr/>
          </p:nvGrpSpPr>
          <p:grpSpPr>
            <a:xfrm>
              <a:off x="6582539" y="1535446"/>
              <a:ext cx="1486107" cy="858309"/>
              <a:chOff x="6611114" y="1535446"/>
              <a:chExt cx="1486107" cy="858309"/>
            </a:xfrm>
          </p:grpSpPr>
          <p:sp>
            <p:nvSpPr>
              <p:cNvPr id="97" name="Rechteck 96">
                <a:extLst>
                  <a:ext uri="{FF2B5EF4-FFF2-40B4-BE49-F238E27FC236}">
                    <a16:creationId xmlns:a16="http://schemas.microsoft.com/office/drawing/2014/main" id="{F26DB774-3357-5A11-4110-442FAF7D3EE8}"/>
                  </a:ext>
                </a:extLst>
              </p:cNvPr>
              <p:cNvSpPr/>
              <p:nvPr/>
            </p:nvSpPr>
            <p:spPr>
              <a:xfrm>
                <a:off x="6905462" y="1699850"/>
                <a:ext cx="244377" cy="69390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98" name="Rechteck 97">
                <a:extLst>
                  <a:ext uri="{FF2B5EF4-FFF2-40B4-BE49-F238E27FC236}">
                    <a16:creationId xmlns:a16="http://schemas.microsoft.com/office/drawing/2014/main" id="{918249B8-030E-E964-A343-0C605430144E}"/>
                  </a:ext>
                </a:extLst>
              </p:cNvPr>
              <p:cNvSpPr/>
              <p:nvPr/>
            </p:nvSpPr>
            <p:spPr>
              <a:xfrm>
                <a:off x="7518257" y="1699850"/>
                <a:ext cx="244377" cy="69390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99" name="Rechteck 98">
                <a:extLst>
                  <a:ext uri="{FF2B5EF4-FFF2-40B4-BE49-F238E27FC236}">
                    <a16:creationId xmlns:a16="http://schemas.microsoft.com/office/drawing/2014/main" id="{1CFB283A-27AA-32A9-5FC4-733879758EFE}"/>
                  </a:ext>
                </a:extLst>
              </p:cNvPr>
              <p:cNvSpPr/>
              <p:nvPr/>
            </p:nvSpPr>
            <p:spPr>
              <a:xfrm>
                <a:off x="6611114" y="1535446"/>
                <a:ext cx="1486107" cy="2134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119" name="Gerade Verbindung mit Pfeil 118">
              <a:extLst>
                <a:ext uri="{FF2B5EF4-FFF2-40B4-BE49-F238E27FC236}">
                  <a16:creationId xmlns:a16="http://schemas.microsoft.com/office/drawing/2014/main" id="{A1895DE3-996E-4F15-4889-B57910E000C6}"/>
                </a:ext>
              </a:extLst>
            </p:cNvPr>
            <p:cNvCxnSpPr>
              <a:cxnSpLocks/>
            </p:cNvCxnSpPr>
            <p:nvPr/>
          </p:nvCxnSpPr>
          <p:spPr>
            <a:xfrm flipH="1">
              <a:off x="6771982" y="1638830"/>
              <a:ext cx="1132469" cy="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428666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Gruppieren 94">
            <a:extLst>
              <a:ext uri="{FF2B5EF4-FFF2-40B4-BE49-F238E27FC236}">
                <a16:creationId xmlns:a16="http://schemas.microsoft.com/office/drawing/2014/main" id="{CC68B000-70E8-8E0B-BD07-1BDA4674E7BA}"/>
              </a:ext>
            </a:extLst>
          </p:cNvPr>
          <p:cNvGrpSpPr/>
          <p:nvPr/>
        </p:nvGrpSpPr>
        <p:grpSpPr>
          <a:xfrm>
            <a:off x="5307077" y="2515151"/>
            <a:ext cx="4123294" cy="4100276"/>
            <a:chOff x="5307077" y="2514389"/>
            <a:chExt cx="4123294" cy="4100276"/>
          </a:xfrm>
        </p:grpSpPr>
        <p:grpSp>
          <p:nvGrpSpPr>
            <p:cNvPr id="30" name="Gruppieren 29">
              <a:extLst>
                <a:ext uri="{FF2B5EF4-FFF2-40B4-BE49-F238E27FC236}">
                  <a16:creationId xmlns:a16="http://schemas.microsoft.com/office/drawing/2014/main" id="{8B283BBD-FE8F-99FC-4ED0-95CA074024D7}"/>
                </a:ext>
              </a:extLst>
            </p:cNvPr>
            <p:cNvGrpSpPr/>
            <p:nvPr/>
          </p:nvGrpSpPr>
          <p:grpSpPr>
            <a:xfrm>
              <a:off x="5987903" y="2592735"/>
              <a:ext cx="3442468" cy="4021930"/>
              <a:chOff x="6579751" y="1758171"/>
              <a:chExt cx="3442468" cy="4021930"/>
            </a:xfrm>
          </p:grpSpPr>
          <p:sp>
            <p:nvSpPr>
              <p:cNvPr id="69" name="Rechteck 68">
                <a:extLst>
                  <a:ext uri="{FF2B5EF4-FFF2-40B4-BE49-F238E27FC236}">
                    <a16:creationId xmlns:a16="http://schemas.microsoft.com/office/drawing/2014/main" id="{C3470D90-1D7E-C385-843E-1F29FDFF8162}"/>
                  </a:ext>
                </a:extLst>
              </p:cNvPr>
              <p:cNvSpPr/>
              <p:nvPr/>
            </p:nvSpPr>
            <p:spPr>
              <a:xfrm rot="16200000" flipH="1">
                <a:off x="7804509" y="538111"/>
                <a:ext cx="165953" cy="260922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0" name="Halbbogen 69">
                <a:extLst>
                  <a:ext uri="{FF2B5EF4-FFF2-40B4-BE49-F238E27FC236}">
                    <a16:creationId xmlns:a16="http://schemas.microsoft.com/office/drawing/2014/main" id="{4A6DA58D-31D7-5846-3A3D-853EBFBB7CF3}"/>
                  </a:ext>
                </a:extLst>
              </p:cNvPr>
              <p:cNvSpPr/>
              <p:nvPr/>
            </p:nvSpPr>
            <p:spPr>
              <a:xfrm rot="5400000" flipH="1">
                <a:off x="8274692" y="1861952"/>
                <a:ext cx="1846968" cy="1645828"/>
              </a:xfrm>
              <a:prstGeom prst="blockArc">
                <a:avLst>
                  <a:gd name="adj1" fmla="val 16202951"/>
                  <a:gd name="adj2" fmla="val 15508"/>
                  <a:gd name="adj3" fmla="val 10099"/>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ED3ED3D-EF1B-48BC-F032-5AF78CED7292}"/>
                  </a:ext>
                </a:extLst>
              </p:cNvPr>
              <p:cNvSpPr/>
              <p:nvPr/>
            </p:nvSpPr>
            <p:spPr>
              <a:xfrm rot="16200000" flipH="1">
                <a:off x="8386908" y="4153195"/>
                <a:ext cx="3095235" cy="158577"/>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C053D468-CAC3-97CB-9FD2-454144BDA372}"/>
                  </a:ext>
                </a:extLst>
              </p:cNvPr>
              <p:cNvSpPr/>
              <p:nvPr/>
            </p:nvSpPr>
            <p:spPr>
              <a:xfrm rot="5400000">
                <a:off x="6656715" y="1681207"/>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26A3C8DF-86A6-20C5-7A55-F222F6CE566E}"/>
                  </a:ext>
                </a:extLst>
              </p:cNvPr>
              <p:cNvSpPr/>
              <p:nvPr/>
            </p:nvSpPr>
            <p:spPr>
              <a:xfrm rot="10800000">
                <a:off x="9852148" y="5448820"/>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22" name="Grafik 21">
              <a:extLst>
                <a:ext uri="{FF2B5EF4-FFF2-40B4-BE49-F238E27FC236}">
                  <a16:creationId xmlns:a16="http://schemas.microsoft.com/office/drawing/2014/main" id="{943D0974-3498-EFDA-9A7B-FA9FF38EAF6C}"/>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5307077" y="2514389"/>
              <a:ext cx="1191688" cy="372986"/>
            </a:xfrm>
            <a:prstGeom prst="rect">
              <a:avLst/>
            </a:prstGeom>
          </p:spPr>
        </p:pic>
      </p:grpSp>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endParaRPr lang="de-DE"/>
          </a:p>
        </p:txBody>
      </p:sp>
      <p:sp>
        <p:nvSpPr>
          <p:cNvPr id="49" name="Rechteck 48">
            <a:extLst>
              <a:ext uri="{FF2B5EF4-FFF2-40B4-BE49-F238E27FC236}">
                <a16:creationId xmlns:a16="http://schemas.microsoft.com/office/drawing/2014/main" id="{167EE6C6-D0D4-CF52-7D76-C210619700F9}"/>
              </a:ext>
            </a:extLst>
          </p:cNvPr>
          <p:cNvSpPr/>
          <p:nvPr/>
        </p:nvSpPr>
        <p:spPr>
          <a:xfrm rot="5400000">
            <a:off x="7177764" y="2261909"/>
            <a:ext cx="159491" cy="2514148"/>
          </a:xfrm>
          <a:prstGeom prst="rect">
            <a:avLst/>
          </a:prstGeom>
          <a:solidFill>
            <a:schemeClr val="bg1">
              <a:lumMod val="8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2C3153DC-2166-4100-7ACA-17C1882D465F}"/>
              </a:ext>
            </a:extLst>
          </p:cNvPr>
          <p:cNvSpPr/>
          <p:nvPr/>
        </p:nvSpPr>
        <p:spPr>
          <a:xfrm rot="5400000">
            <a:off x="7164289" y="1919323"/>
            <a:ext cx="170422" cy="25059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C7F9ABB7-C4A5-32DA-3AEC-1EFF6BF7BAC8}"/>
              </a:ext>
            </a:extLst>
          </p:cNvPr>
          <p:cNvSpPr/>
          <p:nvPr/>
        </p:nvSpPr>
        <p:spPr>
          <a:xfrm rot="5400000">
            <a:off x="7218897" y="2395101"/>
            <a:ext cx="170422" cy="1917851"/>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Rechteck 2">
            <a:extLst>
              <a:ext uri="{FF2B5EF4-FFF2-40B4-BE49-F238E27FC236}">
                <a16:creationId xmlns:a16="http://schemas.microsoft.com/office/drawing/2014/main" id="{ED1C7CF9-5062-AE98-F545-44C42C339999}"/>
              </a:ext>
            </a:extLst>
          </p:cNvPr>
          <p:cNvSpPr/>
          <p:nvPr/>
        </p:nvSpPr>
        <p:spPr>
          <a:xfrm>
            <a:off x="6000435" y="3610012"/>
            <a:ext cx="2514148" cy="29948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 name="Gruppieren 34">
            <a:extLst>
              <a:ext uri="{FF2B5EF4-FFF2-40B4-BE49-F238E27FC236}">
                <a16:creationId xmlns:a16="http://schemas.microsoft.com/office/drawing/2014/main" id="{332A2367-E156-1599-A96F-0670EF5C79CD}"/>
              </a:ext>
            </a:extLst>
          </p:cNvPr>
          <p:cNvGrpSpPr/>
          <p:nvPr/>
        </p:nvGrpSpPr>
        <p:grpSpPr>
          <a:xfrm>
            <a:off x="6584027" y="2495345"/>
            <a:ext cx="1386045" cy="710229"/>
            <a:chOff x="7166893" y="1769006"/>
            <a:chExt cx="1521680" cy="757348"/>
          </a:xfrm>
        </p:grpSpPr>
        <p:grpSp>
          <p:nvGrpSpPr>
            <p:cNvPr id="27" name="Gruppieren 26">
              <a:extLst>
                <a:ext uri="{FF2B5EF4-FFF2-40B4-BE49-F238E27FC236}">
                  <a16:creationId xmlns:a16="http://schemas.microsoft.com/office/drawing/2014/main" id="{9B90DBBD-B100-110F-3402-0DFF69704C70}"/>
                </a:ext>
              </a:extLst>
            </p:cNvPr>
            <p:cNvGrpSpPr/>
            <p:nvPr/>
          </p:nvGrpSpPr>
          <p:grpSpPr>
            <a:xfrm>
              <a:off x="7166893" y="1769006"/>
              <a:ext cx="1521680" cy="517749"/>
              <a:chOff x="7181028" y="2441551"/>
              <a:chExt cx="1521680" cy="517749"/>
            </a:xfrm>
          </p:grpSpPr>
          <p:sp>
            <p:nvSpPr>
              <p:cNvPr id="52" name="Rechteck 51">
                <a:extLst>
                  <a:ext uri="{FF2B5EF4-FFF2-40B4-BE49-F238E27FC236}">
                    <a16:creationId xmlns:a16="http://schemas.microsoft.com/office/drawing/2014/main" id="{8F6C4F21-B578-3012-358D-BF6D43C48FFA}"/>
                  </a:ext>
                </a:extLst>
              </p:cNvPr>
              <p:cNvSpPr/>
              <p:nvPr/>
            </p:nvSpPr>
            <p:spPr>
              <a:xfrm rot="5400000">
                <a:off x="7859068" y="2115660"/>
                <a:ext cx="165600" cy="1521679"/>
              </a:xfrm>
              <a:prstGeom prst="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2C203A65-56F8-68AB-8255-F07CEE132225}"/>
                  </a:ext>
                </a:extLst>
              </p:cNvPr>
              <p:cNvGrpSpPr/>
              <p:nvPr/>
            </p:nvGrpSpPr>
            <p:grpSpPr>
              <a:xfrm>
                <a:off x="7181028" y="2447614"/>
                <a:ext cx="206347" cy="342001"/>
                <a:chOff x="2419090" y="1272878"/>
                <a:chExt cx="206347" cy="342001"/>
              </a:xfrm>
            </p:grpSpPr>
            <p:sp>
              <p:nvSpPr>
                <p:cNvPr id="54" name="Rechteck 53">
                  <a:extLst>
                    <a:ext uri="{FF2B5EF4-FFF2-40B4-BE49-F238E27FC236}">
                      <a16:creationId xmlns:a16="http://schemas.microsoft.com/office/drawing/2014/main" id="{22A9C51C-40B2-0CA2-8E8B-9A8ACF4E5FB9}"/>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56" name="Ellipse 55">
                  <a:extLst>
                    <a:ext uri="{FF2B5EF4-FFF2-40B4-BE49-F238E27FC236}">
                      <a16:creationId xmlns:a16="http://schemas.microsoft.com/office/drawing/2014/main" id="{0DB4B3CE-7569-5F70-B4BA-B194B20CF3B1}"/>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8" name="Gruppieren 57">
                <a:extLst>
                  <a:ext uri="{FF2B5EF4-FFF2-40B4-BE49-F238E27FC236}">
                    <a16:creationId xmlns:a16="http://schemas.microsoft.com/office/drawing/2014/main" id="{083CE299-95AE-D6F7-BB23-C8BB22E70D12}"/>
                  </a:ext>
                </a:extLst>
              </p:cNvPr>
              <p:cNvGrpSpPr/>
              <p:nvPr/>
            </p:nvGrpSpPr>
            <p:grpSpPr>
              <a:xfrm>
                <a:off x="8496361" y="2441551"/>
                <a:ext cx="206347" cy="342001"/>
                <a:chOff x="2419090" y="1272878"/>
                <a:chExt cx="206347" cy="342001"/>
              </a:xfrm>
            </p:grpSpPr>
            <p:sp>
              <p:nvSpPr>
                <p:cNvPr id="59" name="Rechteck 58">
                  <a:extLst>
                    <a:ext uri="{FF2B5EF4-FFF2-40B4-BE49-F238E27FC236}">
                      <a16:creationId xmlns:a16="http://schemas.microsoft.com/office/drawing/2014/main" id="{822A892A-2BBB-91A6-33C9-60E7B93FF73A}"/>
                    </a:ext>
                  </a:extLst>
                </p:cNvPr>
                <p:cNvSpPr/>
                <p:nvPr/>
              </p:nvSpPr>
              <p:spPr>
                <a:xfrm rot="16200000">
                  <a:off x="2351263" y="1340705"/>
                  <a:ext cx="342001" cy="20634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60" name="Ellipse 59">
                  <a:extLst>
                    <a:ext uri="{FF2B5EF4-FFF2-40B4-BE49-F238E27FC236}">
                      <a16:creationId xmlns:a16="http://schemas.microsoft.com/office/drawing/2014/main" id="{2B83BDF2-A1C4-3FD0-6835-C4606D21EABD}"/>
                    </a:ext>
                  </a:extLst>
                </p:cNvPr>
                <p:cNvSpPr/>
                <p:nvPr/>
              </p:nvSpPr>
              <p:spPr>
                <a:xfrm rot="5400000">
                  <a:off x="2447128" y="1373479"/>
                  <a:ext cx="136800" cy="136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sp>
          <p:nvSpPr>
            <p:cNvPr id="33" name="Rechteck 32">
              <a:extLst>
                <a:ext uri="{FF2B5EF4-FFF2-40B4-BE49-F238E27FC236}">
                  <a16:creationId xmlns:a16="http://schemas.microsoft.com/office/drawing/2014/main" id="{6241000C-4375-552C-C77C-D0E1AD8FE25C}"/>
                </a:ext>
              </a:extLst>
            </p:cNvPr>
            <p:cNvSpPr/>
            <p:nvPr/>
          </p:nvSpPr>
          <p:spPr>
            <a:xfrm>
              <a:off x="7637931" y="2298787"/>
              <a:ext cx="523277" cy="22756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4" name="Rechteck 3">
            <a:extLst>
              <a:ext uri="{FF2B5EF4-FFF2-40B4-BE49-F238E27FC236}">
                <a16:creationId xmlns:a16="http://schemas.microsoft.com/office/drawing/2014/main" id="{02EB7787-9896-48F6-302C-B6C614D7ECFA}"/>
              </a:ext>
            </a:extLst>
          </p:cNvPr>
          <p:cNvSpPr/>
          <p:nvPr/>
        </p:nvSpPr>
        <p:spPr>
          <a:xfrm>
            <a:off x="8522111" y="3775313"/>
            <a:ext cx="602814" cy="1101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72" name="Gruppieren 71">
            <a:extLst>
              <a:ext uri="{FF2B5EF4-FFF2-40B4-BE49-F238E27FC236}">
                <a16:creationId xmlns:a16="http://schemas.microsoft.com/office/drawing/2014/main" id="{B4189B01-C236-9473-3F82-678F31081DAD}"/>
              </a:ext>
            </a:extLst>
          </p:cNvPr>
          <p:cNvGrpSpPr/>
          <p:nvPr/>
        </p:nvGrpSpPr>
        <p:grpSpPr>
          <a:xfrm>
            <a:off x="6053575" y="3041658"/>
            <a:ext cx="951555" cy="179585"/>
            <a:chOff x="7588613" y="2300848"/>
            <a:chExt cx="1044672" cy="191499"/>
          </a:xfrm>
        </p:grpSpPr>
        <p:grpSp>
          <p:nvGrpSpPr>
            <p:cNvPr id="7" name="Gruppieren 6">
              <a:extLst>
                <a:ext uri="{FF2B5EF4-FFF2-40B4-BE49-F238E27FC236}">
                  <a16:creationId xmlns:a16="http://schemas.microsoft.com/office/drawing/2014/main" id="{6FD3F5D2-8A54-491B-F4DE-764D86702E07}"/>
                </a:ext>
              </a:extLst>
            </p:cNvPr>
            <p:cNvGrpSpPr/>
            <p:nvPr/>
          </p:nvGrpSpPr>
          <p:grpSpPr>
            <a:xfrm rot="10800000">
              <a:off x="7588613" y="2300848"/>
              <a:ext cx="1044672" cy="191499"/>
              <a:chOff x="1845763" y="2203033"/>
              <a:chExt cx="665026" cy="138770"/>
            </a:xfrm>
          </p:grpSpPr>
          <p:grpSp>
            <p:nvGrpSpPr>
              <p:cNvPr id="8" name="Gruppieren 7">
                <a:extLst>
                  <a:ext uri="{FF2B5EF4-FFF2-40B4-BE49-F238E27FC236}">
                    <a16:creationId xmlns:a16="http://schemas.microsoft.com/office/drawing/2014/main" id="{7796F434-E985-843A-F657-302DFA71DC99}"/>
                  </a:ext>
                </a:extLst>
              </p:cNvPr>
              <p:cNvGrpSpPr/>
              <p:nvPr/>
            </p:nvGrpSpPr>
            <p:grpSpPr>
              <a:xfrm>
                <a:off x="2262811" y="2203034"/>
                <a:ext cx="247978" cy="138769"/>
                <a:chOff x="1809008" y="2120484"/>
                <a:chExt cx="247978" cy="138769"/>
              </a:xfrm>
            </p:grpSpPr>
            <p:sp>
              <p:nvSpPr>
                <p:cNvPr id="16" name="Rechteck 15">
                  <a:extLst>
                    <a:ext uri="{FF2B5EF4-FFF2-40B4-BE49-F238E27FC236}">
                      <a16:creationId xmlns:a16="http://schemas.microsoft.com/office/drawing/2014/main" id="{FC371904-7093-9E16-054C-BFB2E8A519D1}"/>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24" name="Rechteck 23">
                  <a:extLst>
                    <a:ext uri="{FF2B5EF4-FFF2-40B4-BE49-F238E27FC236}">
                      <a16:creationId xmlns:a16="http://schemas.microsoft.com/office/drawing/2014/main" id="{D0EE29C2-ADE3-53B4-FC3E-9212B69911A7}"/>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9" name="Gerader Verbinder 8">
                <a:extLst>
                  <a:ext uri="{FF2B5EF4-FFF2-40B4-BE49-F238E27FC236}">
                    <a16:creationId xmlns:a16="http://schemas.microsoft.com/office/drawing/2014/main" id="{323836CB-4DC4-5835-5E32-26C3C4AF6B83}"/>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Gerader Verbinder 9">
                <a:extLst>
                  <a:ext uri="{FF2B5EF4-FFF2-40B4-BE49-F238E27FC236}">
                    <a16:creationId xmlns:a16="http://schemas.microsoft.com/office/drawing/2014/main" id="{B62344BC-380C-2206-48B2-CC87D3489CA0}"/>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Gerader Verbinder 10">
                <a:extLst>
                  <a:ext uri="{FF2B5EF4-FFF2-40B4-BE49-F238E27FC236}">
                    <a16:creationId xmlns:a16="http://schemas.microsoft.com/office/drawing/2014/main" id="{B678389F-2351-0016-0332-FAC69279A43F}"/>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Gerader Verbinder 11">
                <a:extLst>
                  <a:ext uri="{FF2B5EF4-FFF2-40B4-BE49-F238E27FC236}">
                    <a16:creationId xmlns:a16="http://schemas.microsoft.com/office/drawing/2014/main" id="{35D8B47B-FF7B-38BC-840C-15D0CFE123FC}"/>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A13C9A0B-D0B4-CBB0-D7EC-053C45681C93}"/>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0C6A41C2-E314-5B40-ADD5-5C6EBF006409}"/>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Gerader Verbinder 14">
                <a:extLst>
                  <a:ext uri="{FF2B5EF4-FFF2-40B4-BE49-F238E27FC236}">
                    <a16:creationId xmlns:a16="http://schemas.microsoft.com/office/drawing/2014/main" id="{AD46BFDA-034C-32C8-9810-443B3DDA12C0}"/>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53" name="Gerader Verbinder 52">
              <a:extLst>
                <a:ext uri="{FF2B5EF4-FFF2-40B4-BE49-F238E27FC236}">
                  <a16:creationId xmlns:a16="http://schemas.microsoft.com/office/drawing/2014/main" id="{D9B37C17-8401-6643-F2BF-BC50A37FA005}"/>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uppieren 72">
            <a:extLst>
              <a:ext uri="{FF2B5EF4-FFF2-40B4-BE49-F238E27FC236}">
                <a16:creationId xmlns:a16="http://schemas.microsoft.com/office/drawing/2014/main" id="{5CC1F906-2E5A-800A-BF15-298BF30E4DC8}"/>
              </a:ext>
            </a:extLst>
          </p:cNvPr>
          <p:cNvGrpSpPr/>
          <p:nvPr/>
        </p:nvGrpSpPr>
        <p:grpSpPr>
          <a:xfrm rot="10800000">
            <a:off x="7502262" y="3029279"/>
            <a:ext cx="951555" cy="179585"/>
            <a:chOff x="7588613" y="2300848"/>
            <a:chExt cx="1044672" cy="191499"/>
          </a:xfrm>
        </p:grpSpPr>
        <p:grpSp>
          <p:nvGrpSpPr>
            <p:cNvPr id="74" name="Gruppieren 73">
              <a:extLst>
                <a:ext uri="{FF2B5EF4-FFF2-40B4-BE49-F238E27FC236}">
                  <a16:creationId xmlns:a16="http://schemas.microsoft.com/office/drawing/2014/main" id="{4526AD0A-E278-695D-720A-82B04C852312}"/>
                </a:ext>
              </a:extLst>
            </p:cNvPr>
            <p:cNvGrpSpPr/>
            <p:nvPr/>
          </p:nvGrpSpPr>
          <p:grpSpPr>
            <a:xfrm rot="10800000">
              <a:off x="7588613" y="2300848"/>
              <a:ext cx="1044672" cy="191499"/>
              <a:chOff x="1845763" y="2203033"/>
              <a:chExt cx="665026" cy="138770"/>
            </a:xfrm>
          </p:grpSpPr>
          <p:grpSp>
            <p:nvGrpSpPr>
              <p:cNvPr id="76" name="Gruppieren 75">
                <a:extLst>
                  <a:ext uri="{FF2B5EF4-FFF2-40B4-BE49-F238E27FC236}">
                    <a16:creationId xmlns:a16="http://schemas.microsoft.com/office/drawing/2014/main" id="{CC42603C-7146-DD88-497F-15C343E4D90F}"/>
                  </a:ext>
                </a:extLst>
              </p:cNvPr>
              <p:cNvGrpSpPr/>
              <p:nvPr/>
            </p:nvGrpSpPr>
            <p:grpSpPr>
              <a:xfrm>
                <a:off x="2262811" y="2203034"/>
                <a:ext cx="247978" cy="138769"/>
                <a:chOff x="1809008" y="2120484"/>
                <a:chExt cx="247978" cy="138769"/>
              </a:xfrm>
            </p:grpSpPr>
            <p:sp>
              <p:nvSpPr>
                <p:cNvPr id="84" name="Rechteck 83">
                  <a:extLst>
                    <a:ext uri="{FF2B5EF4-FFF2-40B4-BE49-F238E27FC236}">
                      <a16:creationId xmlns:a16="http://schemas.microsoft.com/office/drawing/2014/main" id="{EC13ACF4-684C-4E58-E443-831A4A6D5BA7}"/>
                    </a:ext>
                  </a:extLst>
                </p:cNvPr>
                <p:cNvSpPr/>
                <p:nvPr/>
              </p:nvSpPr>
              <p:spPr>
                <a:xfrm>
                  <a:off x="1809008" y="2120484"/>
                  <a:ext cx="202260" cy="1365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85" name="Rechteck 84">
                  <a:extLst>
                    <a:ext uri="{FF2B5EF4-FFF2-40B4-BE49-F238E27FC236}">
                      <a16:creationId xmlns:a16="http://schemas.microsoft.com/office/drawing/2014/main" id="{4A05D7B6-E03D-629E-543D-DD0C80DA3695}"/>
                    </a:ext>
                  </a:extLst>
                </p:cNvPr>
                <p:cNvSpPr/>
                <p:nvPr/>
              </p:nvSpPr>
              <p:spPr>
                <a:xfrm>
                  <a:off x="2011267" y="2122453"/>
                  <a:ext cx="45719" cy="1368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cxnSp>
            <p:nvCxnSpPr>
              <p:cNvPr id="77" name="Gerader Verbinder 76">
                <a:extLst>
                  <a:ext uri="{FF2B5EF4-FFF2-40B4-BE49-F238E27FC236}">
                    <a16:creationId xmlns:a16="http://schemas.microsoft.com/office/drawing/2014/main" id="{D14B0FAD-08DF-33FF-4EDC-83BBD426D64E}"/>
                  </a:ext>
                </a:extLst>
              </p:cNvPr>
              <p:cNvCxnSpPr>
                <a:cxnSpLocks/>
              </p:cNvCxnSpPr>
              <p:nvPr/>
            </p:nvCxnSpPr>
            <p:spPr>
              <a:xfrm flipH="1" flipV="1">
                <a:off x="2132845"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r Verbinder 77">
                <a:extLst>
                  <a:ext uri="{FF2B5EF4-FFF2-40B4-BE49-F238E27FC236}">
                    <a16:creationId xmlns:a16="http://schemas.microsoft.com/office/drawing/2014/main" id="{C5A0E9E8-77AC-BB18-EAC3-DEA11E3B4AE9}"/>
                  </a:ext>
                </a:extLst>
              </p:cNvPr>
              <p:cNvCxnSpPr>
                <a:cxnSpLocks/>
              </p:cNvCxnSpPr>
              <p:nvPr/>
            </p:nvCxnSpPr>
            <p:spPr>
              <a:xfrm flipV="1">
                <a:off x="2078471"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Gerader Verbinder 78">
                <a:extLst>
                  <a:ext uri="{FF2B5EF4-FFF2-40B4-BE49-F238E27FC236}">
                    <a16:creationId xmlns:a16="http://schemas.microsoft.com/office/drawing/2014/main" id="{0FCDCBFA-0939-7020-23E7-4015C42A1B0A}"/>
                  </a:ext>
                </a:extLst>
              </p:cNvPr>
              <p:cNvCxnSpPr>
                <a:cxnSpLocks/>
              </p:cNvCxnSpPr>
              <p:nvPr/>
            </p:nvCxnSpPr>
            <p:spPr>
              <a:xfrm flipH="1" flipV="1">
                <a:off x="2024113"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Gerader Verbinder 79">
                <a:extLst>
                  <a:ext uri="{FF2B5EF4-FFF2-40B4-BE49-F238E27FC236}">
                    <a16:creationId xmlns:a16="http://schemas.microsoft.com/office/drawing/2014/main" id="{5E312816-FDC9-B886-47E7-1A3C082C0D0B}"/>
                  </a:ext>
                </a:extLst>
              </p:cNvPr>
              <p:cNvCxnSpPr>
                <a:cxnSpLocks/>
              </p:cNvCxnSpPr>
              <p:nvPr/>
            </p:nvCxnSpPr>
            <p:spPr>
              <a:xfrm flipV="1">
                <a:off x="1969739"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Gerader Verbinder 80">
                <a:extLst>
                  <a:ext uri="{FF2B5EF4-FFF2-40B4-BE49-F238E27FC236}">
                    <a16:creationId xmlns:a16="http://schemas.microsoft.com/office/drawing/2014/main" id="{D8390926-D227-85EC-D7A5-F19D30737754}"/>
                  </a:ext>
                </a:extLst>
              </p:cNvPr>
              <p:cNvCxnSpPr>
                <a:cxnSpLocks/>
              </p:cNvCxnSpPr>
              <p:nvPr/>
            </p:nvCxnSpPr>
            <p:spPr>
              <a:xfrm flipH="1" flipV="1">
                <a:off x="1906366" y="2203033"/>
                <a:ext cx="57891"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Gerader Verbinder 81">
                <a:extLst>
                  <a:ext uri="{FF2B5EF4-FFF2-40B4-BE49-F238E27FC236}">
                    <a16:creationId xmlns:a16="http://schemas.microsoft.com/office/drawing/2014/main" id="{C429EE1D-F5CC-06E2-D0CB-ED8545B48DEF}"/>
                  </a:ext>
                </a:extLst>
              </p:cNvPr>
              <p:cNvCxnSpPr>
                <a:cxnSpLocks/>
              </p:cNvCxnSpPr>
              <p:nvPr/>
            </p:nvCxnSpPr>
            <p:spPr>
              <a:xfrm flipV="1">
                <a:off x="1851992" y="2203033"/>
                <a:ext cx="50827"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Gerader Verbinder 82">
                <a:extLst>
                  <a:ext uri="{FF2B5EF4-FFF2-40B4-BE49-F238E27FC236}">
                    <a16:creationId xmlns:a16="http://schemas.microsoft.com/office/drawing/2014/main" id="{53B9EB96-5C8F-15ED-39C2-DA80AC4E5C48}"/>
                  </a:ext>
                </a:extLst>
              </p:cNvPr>
              <p:cNvCxnSpPr>
                <a:cxnSpLocks/>
              </p:cNvCxnSpPr>
              <p:nvPr/>
            </p:nvCxnSpPr>
            <p:spPr>
              <a:xfrm flipV="1">
                <a:off x="1845763" y="2203033"/>
                <a:ext cx="0" cy="1365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75" name="Gerader Verbinder 74">
              <a:extLst>
                <a:ext uri="{FF2B5EF4-FFF2-40B4-BE49-F238E27FC236}">
                  <a16:creationId xmlns:a16="http://schemas.microsoft.com/office/drawing/2014/main" id="{1C5C66C6-CEAA-7F97-AAFC-F4356F004999}"/>
                </a:ext>
              </a:extLst>
            </p:cNvPr>
            <p:cNvCxnSpPr>
              <a:cxnSpLocks/>
            </p:cNvCxnSpPr>
            <p:nvPr/>
          </p:nvCxnSpPr>
          <p:spPr>
            <a:xfrm rot="10800000" flipV="1">
              <a:off x="8006605" y="2303945"/>
              <a:ext cx="79843" cy="18840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86" name="Gruppieren 85">
            <a:extLst>
              <a:ext uri="{FF2B5EF4-FFF2-40B4-BE49-F238E27FC236}">
                <a16:creationId xmlns:a16="http://schemas.microsoft.com/office/drawing/2014/main" id="{42489A6B-5AD0-E8F7-1F2D-4CDD8C2FBEA2}"/>
              </a:ext>
            </a:extLst>
          </p:cNvPr>
          <p:cNvGrpSpPr/>
          <p:nvPr/>
        </p:nvGrpSpPr>
        <p:grpSpPr>
          <a:xfrm>
            <a:off x="6844882" y="2091310"/>
            <a:ext cx="596555" cy="265716"/>
            <a:chOff x="5351241" y="1231392"/>
            <a:chExt cx="596555" cy="265716"/>
          </a:xfrm>
        </p:grpSpPr>
        <p:sp>
          <p:nvSpPr>
            <p:cNvPr id="31" name="Rechteck 30">
              <a:extLst>
                <a:ext uri="{FF2B5EF4-FFF2-40B4-BE49-F238E27FC236}">
                  <a16:creationId xmlns:a16="http://schemas.microsoft.com/office/drawing/2014/main" id="{27FB007B-4594-4BAD-DA5B-CA5FE6B65158}"/>
                </a:ext>
              </a:extLst>
            </p:cNvPr>
            <p:cNvSpPr/>
            <p:nvPr/>
          </p:nvSpPr>
          <p:spPr>
            <a:xfrm>
              <a:off x="5358384" y="1231392"/>
              <a:ext cx="585216" cy="265716"/>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3" name="Flussdiagramm: Manuelle Verarbeitung 42">
              <a:extLst>
                <a:ext uri="{FF2B5EF4-FFF2-40B4-BE49-F238E27FC236}">
                  <a16:creationId xmlns:a16="http://schemas.microsoft.com/office/drawing/2014/main" id="{E8760EAE-B1AF-2347-B2F2-706B3837F32D}"/>
                </a:ext>
              </a:extLst>
            </p:cNvPr>
            <p:cNvSpPr/>
            <p:nvPr/>
          </p:nvSpPr>
          <p:spPr>
            <a:xfrm rot="16200000">
              <a:off x="5303874" y="1294736"/>
              <a:ext cx="229896" cy="135161"/>
            </a:xfrm>
            <a:prstGeom prst="flowChartManualOperation">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Flussdiagramm: Manuelle Verarbeitung 54">
              <a:extLst>
                <a:ext uri="{FF2B5EF4-FFF2-40B4-BE49-F238E27FC236}">
                  <a16:creationId xmlns:a16="http://schemas.microsoft.com/office/drawing/2014/main" id="{F6F3D32E-96FA-0504-03E6-9650716B1744}"/>
                </a:ext>
              </a:extLst>
            </p:cNvPr>
            <p:cNvSpPr/>
            <p:nvPr/>
          </p:nvSpPr>
          <p:spPr>
            <a:xfrm rot="5400000">
              <a:off x="5765268" y="1294736"/>
              <a:ext cx="229896" cy="135161"/>
            </a:xfrm>
            <a:prstGeom prst="flowChartManualOperation">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87" name="Gruppieren 86">
            <a:extLst>
              <a:ext uri="{FF2B5EF4-FFF2-40B4-BE49-F238E27FC236}">
                <a16:creationId xmlns:a16="http://schemas.microsoft.com/office/drawing/2014/main" id="{198949F7-13DC-7EE5-CA71-5B1700309F5E}"/>
              </a:ext>
            </a:extLst>
          </p:cNvPr>
          <p:cNvGrpSpPr/>
          <p:nvPr/>
        </p:nvGrpSpPr>
        <p:grpSpPr>
          <a:xfrm>
            <a:off x="8027571" y="2065789"/>
            <a:ext cx="487012" cy="265716"/>
            <a:chOff x="5351241" y="1231392"/>
            <a:chExt cx="604117" cy="265716"/>
          </a:xfrm>
        </p:grpSpPr>
        <p:sp>
          <p:nvSpPr>
            <p:cNvPr id="89" name="Rechteck 88">
              <a:extLst>
                <a:ext uri="{FF2B5EF4-FFF2-40B4-BE49-F238E27FC236}">
                  <a16:creationId xmlns:a16="http://schemas.microsoft.com/office/drawing/2014/main" id="{E359051E-6B41-D2C2-1532-548FE4C218FC}"/>
                </a:ext>
              </a:extLst>
            </p:cNvPr>
            <p:cNvSpPr/>
            <p:nvPr/>
          </p:nvSpPr>
          <p:spPr>
            <a:xfrm>
              <a:off x="5358384" y="1231392"/>
              <a:ext cx="585216" cy="265716"/>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1" name="Flussdiagramm: Manuelle Verarbeitung 90">
              <a:extLst>
                <a:ext uri="{FF2B5EF4-FFF2-40B4-BE49-F238E27FC236}">
                  <a16:creationId xmlns:a16="http://schemas.microsoft.com/office/drawing/2014/main" id="{F2C6C859-4F8E-8CE1-FFCC-E2C16EAE1653}"/>
                </a:ext>
              </a:extLst>
            </p:cNvPr>
            <p:cNvSpPr/>
            <p:nvPr/>
          </p:nvSpPr>
          <p:spPr>
            <a:xfrm rot="16200000">
              <a:off x="5303874" y="1294736"/>
              <a:ext cx="229896" cy="135161"/>
            </a:xfrm>
            <a:prstGeom prst="flowChartManualOperation">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3" name="Flussdiagramm: Manuelle Verarbeitung 92">
              <a:extLst>
                <a:ext uri="{FF2B5EF4-FFF2-40B4-BE49-F238E27FC236}">
                  <a16:creationId xmlns:a16="http://schemas.microsoft.com/office/drawing/2014/main" id="{ED6D8793-A233-0B74-5B7D-571F17FFD4E9}"/>
                </a:ext>
              </a:extLst>
            </p:cNvPr>
            <p:cNvSpPr/>
            <p:nvPr/>
          </p:nvSpPr>
          <p:spPr>
            <a:xfrm rot="5400000">
              <a:off x="5772830" y="1294736"/>
              <a:ext cx="229896" cy="135161"/>
            </a:xfrm>
            <a:prstGeom prst="flowChartManualOperation">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64" name="Gruppieren 63">
            <a:extLst>
              <a:ext uri="{FF2B5EF4-FFF2-40B4-BE49-F238E27FC236}">
                <a16:creationId xmlns:a16="http://schemas.microsoft.com/office/drawing/2014/main" id="{AB56F3CA-D615-A421-E635-EB15B8E92A5D}"/>
              </a:ext>
            </a:extLst>
          </p:cNvPr>
          <p:cNvGrpSpPr/>
          <p:nvPr/>
        </p:nvGrpSpPr>
        <p:grpSpPr>
          <a:xfrm>
            <a:off x="8596863" y="2791451"/>
            <a:ext cx="360000" cy="1374289"/>
            <a:chOff x="8596863" y="3086726"/>
            <a:chExt cx="360000" cy="1374289"/>
          </a:xfrm>
        </p:grpSpPr>
        <p:sp>
          <p:nvSpPr>
            <p:cNvPr id="5" name="Rechteck 4">
              <a:extLst>
                <a:ext uri="{FF2B5EF4-FFF2-40B4-BE49-F238E27FC236}">
                  <a16:creationId xmlns:a16="http://schemas.microsoft.com/office/drawing/2014/main" id="{FD47C33C-4339-D9E1-AD0A-234FAF1592CA}"/>
                </a:ext>
              </a:extLst>
            </p:cNvPr>
            <p:cNvSpPr/>
            <p:nvPr/>
          </p:nvSpPr>
          <p:spPr>
            <a:xfrm rot="5400000">
              <a:off x="8196429" y="3769539"/>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4" name="Ellipse 93">
              <a:extLst>
                <a:ext uri="{FF2B5EF4-FFF2-40B4-BE49-F238E27FC236}">
                  <a16:creationId xmlns:a16="http://schemas.microsoft.com/office/drawing/2014/main" id="{B9A92485-8C17-F2C5-B27D-301B32F324AA}"/>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96" name="Rechteck 95">
            <a:extLst>
              <a:ext uri="{FF2B5EF4-FFF2-40B4-BE49-F238E27FC236}">
                <a16:creationId xmlns:a16="http://schemas.microsoft.com/office/drawing/2014/main" id="{9DE84289-5BE0-153C-42F2-4A8FDE87EE5C}"/>
              </a:ext>
            </a:extLst>
          </p:cNvPr>
          <p:cNvSpPr/>
          <p:nvPr/>
        </p:nvSpPr>
        <p:spPr>
          <a:xfrm>
            <a:off x="6278651" y="837722"/>
            <a:ext cx="2325573" cy="10473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62" name="Gruppieren 61">
            <a:extLst>
              <a:ext uri="{FF2B5EF4-FFF2-40B4-BE49-F238E27FC236}">
                <a16:creationId xmlns:a16="http://schemas.microsoft.com/office/drawing/2014/main" id="{06F591A6-7985-38F6-5E9F-49BE84CE5B1B}"/>
              </a:ext>
            </a:extLst>
          </p:cNvPr>
          <p:cNvGrpSpPr/>
          <p:nvPr/>
        </p:nvGrpSpPr>
        <p:grpSpPr>
          <a:xfrm>
            <a:off x="0" y="7408752"/>
            <a:ext cx="9927732" cy="372986"/>
            <a:chOff x="-313435" y="5634640"/>
            <a:chExt cx="9927732" cy="372986"/>
          </a:xfrm>
        </p:grpSpPr>
        <p:sp>
          <p:nvSpPr>
            <p:cNvPr id="6" name="Rechteck 5">
              <a:extLst>
                <a:ext uri="{FF2B5EF4-FFF2-40B4-BE49-F238E27FC236}">
                  <a16:creationId xmlns:a16="http://schemas.microsoft.com/office/drawing/2014/main" id="{E66AE895-197A-F847-43F6-E51225EBD624}"/>
                </a:ext>
              </a:extLst>
            </p:cNvPr>
            <p:cNvSpPr/>
            <p:nvPr/>
          </p:nvSpPr>
          <p:spPr>
            <a:xfrm rot="5400000">
              <a:off x="4903903" y="1194269"/>
              <a:ext cx="159490" cy="9253728"/>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5" name="Grafik 44">
              <a:extLst>
                <a:ext uri="{FF2B5EF4-FFF2-40B4-BE49-F238E27FC236}">
                  <a16:creationId xmlns:a16="http://schemas.microsoft.com/office/drawing/2014/main" id="{EEA7435D-4A59-8294-6BE3-C064E38C2B95}"/>
                </a:ext>
              </a:extLst>
            </p:cNvPr>
            <p:cNvPicPr>
              <a:picLocks noChangeAspect="1"/>
            </p:cNvPicPr>
            <p:nvPr/>
          </p:nvPicPr>
          <p:blipFill>
            <a:blip r:embed="rId2">
              <a:clrChange>
                <a:clrFrom>
                  <a:srgbClr val="FFFFFF"/>
                </a:clrFrom>
                <a:clrTo>
                  <a:srgbClr val="FFFFFF">
                    <a:alpha val="0"/>
                  </a:srgbClr>
                </a:clrTo>
              </a:clrChange>
              <a:biLevel thresh="75000"/>
            </a:blip>
            <a:srcRect l="3053" t="45250" r="41264"/>
            <a:stretch/>
          </p:blipFill>
          <p:spPr>
            <a:xfrm>
              <a:off x="-313435" y="5634640"/>
              <a:ext cx="1191688" cy="372986"/>
            </a:xfrm>
            <a:prstGeom prst="rect">
              <a:avLst/>
            </a:prstGeom>
          </p:spPr>
        </p:pic>
        <p:sp>
          <p:nvSpPr>
            <p:cNvPr id="61" name="Rechteck 60">
              <a:extLst>
                <a:ext uri="{FF2B5EF4-FFF2-40B4-BE49-F238E27FC236}">
                  <a16:creationId xmlns:a16="http://schemas.microsoft.com/office/drawing/2014/main" id="{49B965A2-5B42-AB8A-FD9B-DCF0F2FBD4A6}"/>
                </a:ext>
              </a:extLst>
            </p:cNvPr>
            <p:cNvSpPr/>
            <p:nvPr/>
          </p:nvSpPr>
          <p:spPr>
            <a:xfrm rot="5400000">
              <a:off x="9367261" y="5658328"/>
              <a:ext cx="170071" cy="324000"/>
            </a:xfrm>
            <a:prstGeom prst="rect">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88" name="Gruppieren 87">
            <a:extLst>
              <a:ext uri="{FF2B5EF4-FFF2-40B4-BE49-F238E27FC236}">
                <a16:creationId xmlns:a16="http://schemas.microsoft.com/office/drawing/2014/main" id="{8D0928AA-F7AB-E7A9-76C0-916EA46C5973}"/>
              </a:ext>
            </a:extLst>
          </p:cNvPr>
          <p:cNvGrpSpPr/>
          <p:nvPr/>
        </p:nvGrpSpPr>
        <p:grpSpPr>
          <a:xfrm rot="16200000">
            <a:off x="9123471" y="1715152"/>
            <a:ext cx="360000" cy="1374289"/>
            <a:chOff x="8596863" y="3086726"/>
            <a:chExt cx="360000" cy="1374289"/>
          </a:xfrm>
        </p:grpSpPr>
        <p:sp>
          <p:nvSpPr>
            <p:cNvPr id="97" name="Rechteck 96">
              <a:extLst>
                <a:ext uri="{FF2B5EF4-FFF2-40B4-BE49-F238E27FC236}">
                  <a16:creationId xmlns:a16="http://schemas.microsoft.com/office/drawing/2014/main" id="{DBC4B9FE-AB49-8F7B-FC61-191BE9A882FD}"/>
                </a:ext>
              </a:extLst>
            </p:cNvPr>
            <p:cNvSpPr/>
            <p:nvPr/>
          </p:nvSpPr>
          <p:spPr>
            <a:xfrm rot="5400000">
              <a:off x="8196429" y="3769539"/>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8" name="Ellipse 97">
              <a:extLst>
                <a:ext uri="{FF2B5EF4-FFF2-40B4-BE49-F238E27FC236}">
                  <a16:creationId xmlns:a16="http://schemas.microsoft.com/office/drawing/2014/main" id="{36FF3AEB-1827-E384-E3FD-763B9D9A8E8A}"/>
                </a:ext>
              </a:extLst>
            </p:cNvPr>
            <p:cNvSpPr/>
            <p:nvPr/>
          </p:nvSpPr>
          <p:spPr>
            <a:xfrm>
              <a:off x="8596863" y="3086726"/>
              <a:ext cx="360000" cy="360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99" name="Rechteck 98">
            <a:extLst>
              <a:ext uri="{FF2B5EF4-FFF2-40B4-BE49-F238E27FC236}">
                <a16:creationId xmlns:a16="http://schemas.microsoft.com/office/drawing/2014/main" id="{120D3AC9-8D6E-6BCC-70B5-EDF071241A9C}"/>
              </a:ext>
            </a:extLst>
          </p:cNvPr>
          <p:cNvSpPr/>
          <p:nvPr/>
        </p:nvSpPr>
        <p:spPr>
          <a:xfrm>
            <a:off x="9990616" y="1843652"/>
            <a:ext cx="1461346" cy="1119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68" name="Gerade Verbindung mit Pfeil 67">
            <a:extLst>
              <a:ext uri="{FF2B5EF4-FFF2-40B4-BE49-F238E27FC236}">
                <a16:creationId xmlns:a16="http://schemas.microsoft.com/office/drawing/2014/main" id="{E3256781-7670-DF1E-9089-5F81295D8C3D}"/>
              </a:ext>
            </a:extLst>
          </p:cNvPr>
          <p:cNvCxnSpPr>
            <a:cxnSpLocks/>
          </p:cNvCxnSpPr>
          <p:nvPr/>
        </p:nvCxnSpPr>
        <p:spPr>
          <a:xfrm flipV="1">
            <a:off x="8801691" y="3395045"/>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7" name="Gerade Verbindung mit Pfeil 66">
            <a:extLst>
              <a:ext uri="{FF2B5EF4-FFF2-40B4-BE49-F238E27FC236}">
                <a16:creationId xmlns:a16="http://schemas.microsoft.com/office/drawing/2014/main" id="{BC1B06AD-B3A8-F3AF-2F8F-6F70761A0ED3}"/>
              </a:ext>
            </a:extLst>
          </p:cNvPr>
          <p:cNvCxnSpPr>
            <a:cxnSpLocks/>
          </p:cNvCxnSpPr>
          <p:nvPr/>
        </p:nvCxnSpPr>
        <p:spPr>
          <a:xfrm flipH="1">
            <a:off x="9263389" y="2385841"/>
            <a:ext cx="502342"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90" name="Gerade Verbindung mit Pfeil 89">
            <a:extLst>
              <a:ext uri="{FF2B5EF4-FFF2-40B4-BE49-F238E27FC236}">
                <a16:creationId xmlns:a16="http://schemas.microsoft.com/office/drawing/2014/main" id="{DE7EC852-E5A3-4FD8-4E6D-5BE89386F8B7}"/>
              </a:ext>
            </a:extLst>
          </p:cNvPr>
          <p:cNvCxnSpPr>
            <a:cxnSpLocks/>
          </p:cNvCxnSpPr>
          <p:nvPr/>
        </p:nvCxnSpPr>
        <p:spPr>
          <a:xfrm flipV="1">
            <a:off x="7711299" y="1154712"/>
            <a:ext cx="0" cy="562060"/>
          </a:xfrm>
          <a:prstGeom prst="straightConnector1">
            <a:avLst/>
          </a:prstGeom>
          <a:ln w="12700">
            <a:headEnd type="triangle"/>
            <a:tailEnd type="triangle"/>
          </a:ln>
        </p:spPr>
        <p:style>
          <a:lnRef idx="2">
            <a:schemeClr val="dk1"/>
          </a:lnRef>
          <a:fillRef idx="0">
            <a:schemeClr val="dk1"/>
          </a:fillRef>
          <a:effectRef idx="1">
            <a:schemeClr val="dk1"/>
          </a:effectRef>
          <a:fontRef idx="minor">
            <a:schemeClr val="tx1"/>
          </a:fontRef>
        </p:style>
      </p:cxnSp>
      <p:sp>
        <p:nvSpPr>
          <p:cNvPr id="26" name="Pfeil: nach links gekrümmt 25">
            <a:extLst>
              <a:ext uri="{FF2B5EF4-FFF2-40B4-BE49-F238E27FC236}">
                <a16:creationId xmlns:a16="http://schemas.microsoft.com/office/drawing/2014/main" id="{F17DEB65-C4C6-116A-25D0-C650016C91F6}"/>
              </a:ext>
            </a:extLst>
          </p:cNvPr>
          <p:cNvSpPr/>
          <p:nvPr/>
        </p:nvSpPr>
        <p:spPr>
          <a:xfrm>
            <a:off x="7071735" y="2182700"/>
            <a:ext cx="178930" cy="104667"/>
          </a:xfrm>
          <a:prstGeom prst="curvedLeftArrow">
            <a:avLst>
              <a:gd name="adj1" fmla="val 2609"/>
              <a:gd name="adj2" fmla="val 29910"/>
              <a:gd name="adj3" fmla="val 3334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02" name="Rechteck 101">
            <a:extLst>
              <a:ext uri="{FF2B5EF4-FFF2-40B4-BE49-F238E27FC236}">
                <a16:creationId xmlns:a16="http://schemas.microsoft.com/office/drawing/2014/main" id="{AFAA45A1-E188-D3C7-C791-CA3E0721B445}"/>
              </a:ext>
            </a:extLst>
          </p:cNvPr>
          <p:cNvSpPr/>
          <p:nvPr/>
        </p:nvSpPr>
        <p:spPr>
          <a:xfrm rot="5400000">
            <a:off x="6554435" y="1396061"/>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3" name="Pfeil: nach links gekrümmt 102">
            <a:extLst>
              <a:ext uri="{FF2B5EF4-FFF2-40B4-BE49-F238E27FC236}">
                <a16:creationId xmlns:a16="http://schemas.microsoft.com/office/drawing/2014/main" id="{8B67AF56-A643-4E2B-16B0-7CF5E63017FB}"/>
              </a:ext>
            </a:extLst>
          </p:cNvPr>
          <p:cNvSpPr/>
          <p:nvPr/>
        </p:nvSpPr>
        <p:spPr>
          <a:xfrm>
            <a:off x="8182488" y="2174505"/>
            <a:ext cx="178930" cy="104667"/>
          </a:xfrm>
          <a:prstGeom prst="curvedLeftArrow">
            <a:avLst>
              <a:gd name="adj1" fmla="val 2609"/>
              <a:gd name="adj2" fmla="val 29910"/>
              <a:gd name="adj3" fmla="val 3334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04" name="Rechteck 103">
            <a:extLst>
              <a:ext uri="{FF2B5EF4-FFF2-40B4-BE49-F238E27FC236}">
                <a16:creationId xmlns:a16="http://schemas.microsoft.com/office/drawing/2014/main" id="{98C52DDB-4044-5991-C6E3-0EFCA6BF5826}"/>
              </a:ext>
            </a:extLst>
          </p:cNvPr>
          <p:cNvSpPr/>
          <p:nvPr/>
        </p:nvSpPr>
        <p:spPr>
          <a:xfrm rot="5400000">
            <a:off x="7674353" y="1376282"/>
            <a:ext cx="1193780" cy="1891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105" name="Gerader Verbinder 104">
            <a:extLst>
              <a:ext uri="{FF2B5EF4-FFF2-40B4-BE49-F238E27FC236}">
                <a16:creationId xmlns:a16="http://schemas.microsoft.com/office/drawing/2014/main" id="{C27B51E9-840A-1D15-2F17-C57718B819BB}"/>
              </a:ext>
            </a:extLst>
          </p:cNvPr>
          <p:cNvCxnSpPr>
            <a:cxnSpLocks/>
          </p:cNvCxnSpPr>
          <p:nvPr/>
        </p:nvCxnSpPr>
        <p:spPr>
          <a:xfrm>
            <a:off x="5663716" y="2950523"/>
            <a:ext cx="633245" cy="0"/>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106" name="Gerader Verbinder 105">
            <a:extLst>
              <a:ext uri="{FF2B5EF4-FFF2-40B4-BE49-F238E27FC236}">
                <a16:creationId xmlns:a16="http://schemas.microsoft.com/office/drawing/2014/main" id="{D0F1A0BF-5BF5-E3C3-22F7-482C6A3D3CE4}"/>
              </a:ext>
            </a:extLst>
          </p:cNvPr>
          <p:cNvCxnSpPr>
            <a:cxnSpLocks/>
          </p:cNvCxnSpPr>
          <p:nvPr/>
        </p:nvCxnSpPr>
        <p:spPr>
          <a:xfrm flipH="1">
            <a:off x="5330990" y="2992940"/>
            <a:ext cx="328940" cy="722809"/>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107" name="Gerader Verbinder 106">
            <a:extLst>
              <a:ext uri="{FF2B5EF4-FFF2-40B4-BE49-F238E27FC236}">
                <a16:creationId xmlns:a16="http://schemas.microsoft.com/office/drawing/2014/main" id="{EFF1822D-BF5D-6685-958C-19FD85F5A24A}"/>
              </a:ext>
            </a:extLst>
          </p:cNvPr>
          <p:cNvCxnSpPr>
            <a:cxnSpLocks/>
          </p:cNvCxnSpPr>
          <p:nvPr/>
        </p:nvCxnSpPr>
        <p:spPr>
          <a:xfrm>
            <a:off x="5322659" y="3701710"/>
            <a:ext cx="2898" cy="1738141"/>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108" name="Rechteck 107">
            <a:extLst>
              <a:ext uri="{FF2B5EF4-FFF2-40B4-BE49-F238E27FC236}">
                <a16:creationId xmlns:a16="http://schemas.microsoft.com/office/drawing/2014/main" id="{ABB05B1E-632B-7CB5-AA20-960329F557F7}"/>
              </a:ext>
            </a:extLst>
          </p:cNvPr>
          <p:cNvSpPr/>
          <p:nvPr/>
        </p:nvSpPr>
        <p:spPr>
          <a:xfrm>
            <a:off x="5365284" y="4021664"/>
            <a:ext cx="602814" cy="2134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9" name="Rechteck 108">
            <a:extLst>
              <a:ext uri="{FF2B5EF4-FFF2-40B4-BE49-F238E27FC236}">
                <a16:creationId xmlns:a16="http://schemas.microsoft.com/office/drawing/2014/main" id="{5433CE1A-B3DB-6BCD-5C8D-07E6C3CCE7A0}"/>
              </a:ext>
            </a:extLst>
          </p:cNvPr>
          <p:cNvSpPr/>
          <p:nvPr/>
        </p:nvSpPr>
        <p:spPr>
          <a:xfrm>
            <a:off x="5365284" y="5145742"/>
            <a:ext cx="609163" cy="2134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5236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0A0A2494-E719-F7F6-F580-9F3E5EC735BE}"/>
              </a:ext>
            </a:extLst>
          </p:cNvPr>
          <p:cNvPicPr>
            <a:picLocks noChangeAspect="1"/>
          </p:cNvPicPr>
          <p:nvPr/>
        </p:nvPicPr>
        <p:blipFill>
          <a:blip r:embed="rId2"/>
          <a:stretch>
            <a:fillRect/>
          </a:stretch>
        </p:blipFill>
        <p:spPr>
          <a:xfrm>
            <a:off x="-8091145" y="-325858"/>
            <a:ext cx="7478235" cy="6087979"/>
          </a:xfrm>
          <a:prstGeom prst="rect">
            <a:avLst/>
          </a:prstGeom>
        </p:spPr>
      </p:pic>
      <p:sp>
        <p:nvSpPr>
          <p:cNvPr id="2" name="Titel 1">
            <a:extLst>
              <a:ext uri="{FF2B5EF4-FFF2-40B4-BE49-F238E27FC236}">
                <a16:creationId xmlns:a16="http://schemas.microsoft.com/office/drawing/2014/main" id="{D0CCD4C2-FEAB-48C0-32EF-59409F293772}"/>
              </a:ext>
            </a:extLst>
          </p:cNvPr>
          <p:cNvSpPr>
            <a:spLocks noGrp="1"/>
          </p:cNvSpPr>
          <p:nvPr>
            <p:ph type="title"/>
          </p:nvPr>
        </p:nvSpPr>
        <p:spPr/>
        <p:txBody>
          <a:bodyPr/>
          <a:lstStyle/>
          <a:p>
            <a:endParaRPr lang="de-DE"/>
          </a:p>
        </p:txBody>
      </p:sp>
      <p:sp>
        <p:nvSpPr>
          <p:cNvPr id="4" name="Flussdiagramm: Datenträger mit direktem Zugriff 3">
            <a:extLst>
              <a:ext uri="{FF2B5EF4-FFF2-40B4-BE49-F238E27FC236}">
                <a16:creationId xmlns:a16="http://schemas.microsoft.com/office/drawing/2014/main" id="{74D39BA1-A3A2-2439-72CD-F3D126F71043}"/>
              </a:ext>
            </a:extLst>
          </p:cNvPr>
          <p:cNvSpPr/>
          <p:nvPr/>
        </p:nvSpPr>
        <p:spPr>
          <a:xfrm>
            <a:off x="559469" y="2454442"/>
            <a:ext cx="1985210" cy="138362"/>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Flussdiagramm: Manuelle Verarbeitung 4">
            <a:extLst>
              <a:ext uri="{FF2B5EF4-FFF2-40B4-BE49-F238E27FC236}">
                <a16:creationId xmlns:a16="http://schemas.microsoft.com/office/drawing/2014/main" id="{65B26652-3FE7-950D-BADC-F359CE3C09E3}"/>
              </a:ext>
            </a:extLst>
          </p:cNvPr>
          <p:cNvSpPr/>
          <p:nvPr/>
        </p:nvSpPr>
        <p:spPr>
          <a:xfrm>
            <a:off x="860258" y="1816771"/>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6" name="Flussdiagramm: Manuelle Verarbeitung 5">
            <a:extLst>
              <a:ext uri="{FF2B5EF4-FFF2-40B4-BE49-F238E27FC236}">
                <a16:creationId xmlns:a16="http://schemas.microsoft.com/office/drawing/2014/main" id="{1F94817F-9AA4-5EC7-F767-A6A1B943A45C}"/>
              </a:ext>
            </a:extLst>
          </p:cNvPr>
          <p:cNvSpPr/>
          <p:nvPr/>
        </p:nvSpPr>
        <p:spPr>
          <a:xfrm>
            <a:off x="1806743" y="1816771"/>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7" name="Flussdiagramm: Datenträger mit direktem Zugriff 6">
            <a:extLst>
              <a:ext uri="{FF2B5EF4-FFF2-40B4-BE49-F238E27FC236}">
                <a16:creationId xmlns:a16="http://schemas.microsoft.com/office/drawing/2014/main" id="{F5EC96AA-676F-8EFA-4C8C-3F0F2ED742B6}"/>
              </a:ext>
            </a:extLst>
          </p:cNvPr>
          <p:cNvSpPr/>
          <p:nvPr/>
        </p:nvSpPr>
        <p:spPr>
          <a:xfrm>
            <a:off x="3172327" y="2454442"/>
            <a:ext cx="1985210" cy="138362"/>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Flussdiagramm: Manuelle Verarbeitung 7">
            <a:extLst>
              <a:ext uri="{FF2B5EF4-FFF2-40B4-BE49-F238E27FC236}">
                <a16:creationId xmlns:a16="http://schemas.microsoft.com/office/drawing/2014/main" id="{968130E5-499F-4C46-A1BB-2DB8A349DA0D}"/>
              </a:ext>
            </a:extLst>
          </p:cNvPr>
          <p:cNvSpPr/>
          <p:nvPr/>
        </p:nvSpPr>
        <p:spPr>
          <a:xfrm>
            <a:off x="3473116" y="1816771"/>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9" name="Flussdiagramm: Manuelle Verarbeitung 8">
            <a:extLst>
              <a:ext uri="{FF2B5EF4-FFF2-40B4-BE49-F238E27FC236}">
                <a16:creationId xmlns:a16="http://schemas.microsoft.com/office/drawing/2014/main" id="{1AE24CA5-EA9F-A073-C0EE-AFCDAF91E6FC}"/>
              </a:ext>
            </a:extLst>
          </p:cNvPr>
          <p:cNvSpPr/>
          <p:nvPr/>
        </p:nvSpPr>
        <p:spPr>
          <a:xfrm>
            <a:off x="4419601" y="1816771"/>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10" name="Flussdiagramm: Manuelle Verarbeitung 9">
            <a:extLst>
              <a:ext uri="{FF2B5EF4-FFF2-40B4-BE49-F238E27FC236}">
                <a16:creationId xmlns:a16="http://schemas.microsoft.com/office/drawing/2014/main" id="{29B0624D-D2C7-F68B-BDC2-A3468F34F329}"/>
              </a:ext>
            </a:extLst>
          </p:cNvPr>
          <p:cNvSpPr/>
          <p:nvPr/>
        </p:nvSpPr>
        <p:spPr>
          <a:xfrm rot="10800000">
            <a:off x="3473116" y="2628899"/>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11" name="Flussdiagramm: Manuelle Verarbeitung 10">
            <a:extLst>
              <a:ext uri="{FF2B5EF4-FFF2-40B4-BE49-F238E27FC236}">
                <a16:creationId xmlns:a16="http://schemas.microsoft.com/office/drawing/2014/main" id="{4D565316-E0FB-FDD4-49C0-52786BDED95E}"/>
              </a:ext>
            </a:extLst>
          </p:cNvPr>
          <p:cNvSpPr/>
          <p:nvPr/>
        </p:nvSpPr>
        <p:spPr>
          <a:xfrm rot="10800000">
            <a:off x="4419601" y="2628899"/>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cxnSp>
        <p:nvCxnSpPr>
          <p:cNvPr id="12" name="Gerade Verbindung mit Pfeil 11">
            <a:extLst>
              <a:ext uri="{FF2B5EF4-FFF2-40B4-BE49-F238E27FC236}">
                <a16:creationId xmlns:a16="http://schemas.microsoft.com/office/drawing/2014/main" id="{CE3F5E3F-8C4C-D6DC-923A-9ED535FAFD56}"/>
              </a:ext>
            </a:extLst>
          </p:cNvPr>
          <p:cNvCxnSpPr>
            <a:cxnSpLocks/>
          </p:cNvCxnSpPr>
          <p:nvPr/>
        </p:nvCxnSpPr>
        <p:spPr>
          <a:xfrm flipV="1">
            <a:off x="4579019" y="1897548"/>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3" name="Gerade Verbindung mit Pfeil 12">
            <a:extLst>
              <a:ext uri="{FF2B5EF4-FFF2-40B4-BE49-F238E27FC236}">
                <a16:creationId xmlns:a16="http://schemas.microsoft.com/office/drawing/2014/main" id="{EE3C2B4E-6964-22C1-322D-8AC583B6ECA7}"/>
              </a:ext>
            </a:extLst>
          </p:cNvPr>
          <p:cNvCxnSpPr>
            <a:cxnSpLocks/>
          </p:cNvCxnSpPr>
          <p:nvPr/>
        </p:nvCxnSpPr>
        <p:spPr>
          <a:xfrm flipV="1">
            <a:off x="3642561" y="1897548"/>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4" name="Gerade Verbindung mit Pfeil 13">
            <a:extLst>
              <a:ext uri="{FF2B5EF4-FFF2-40B4-BE49-F238E27FC236}">
                <a16:creationId xmlns:a16="http://schemas.microsoft.com/office/drawing/2014/main" id="{FA14AEAD-F7BC-6DAE-902E-7759F1207A48}"/>
              </a:ext>
            </a:extLst>
          </p:cNvPr>
          <p:cNvCxnSpPr>
            <a:cxnSpLocks/>
          </p:cNvCxnSpPr>
          <p:nvPr/>
        </p:nvCxnSpPr>
        <p:spPr>
          <a:xfrm>
            <a:off x="4604674" y="2718132"/>
            <a:ext cx="0" cy="434181"/>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8" name="Gerade Verbindung mit Pfeil 17">
            <a:extLst>
              <a:ext uri="{FF2B5EF4-FFF2-40B4-BE49-F238E27FC236}">
                <a16:creationId xmlns:a16="http://schemas.microsoft.com/office/drawing/2014/main" id="{EC793FED-41F9-06A7-6339-68796E84A5E6}"/>
              </a:ext>
            </a:extLst>
          </p:cNvPr>
          <p:cNvCxnSpPr>
            <a:cxnSpLocks/>
          </p:cNvCxnSpPr>
          <p:nvPr/>
        </p:nvCxnSpPr>
        <p:spPr>
          <a:xfrm>
            <a:off x="3650168" y="2718132"/>
            <a:ext cx="0" cy="434181"/>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19" name="Flussdiagramm: Datenträger mit direktem Zugriff 18">
            <a:extLst>
              <a:ext uri="{FF2B5EF4-FFF2-40B4-BE49-F238E27FC236}">
                <a16:creationId xmlns:a16="http://schemas.microsoft.com/office/drawing/2014/main" id="{0DA9F76E-E66A-7C50-F897-448FB3EA4751}"/>
              </a:ext>
            </a:extLst>
          </p:cNvPr>
          <p:cNvSpPr/>
          <p:nvPr/>
        </p:nvSpPr>
        <p:spPr>
          <a:xfrm>
            <a:off x="5468354" y="2316079"/>
            <a:ext cx="1985210" cy="415088"/>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 name="Flussdiagramm: Manuelle Verarbeitung 19">
            <a:extLst>
              <a:ext uri="{FF2B5EF4-FFF2-40B4-BE49-F238E27FC236}">
                <a16:creationId xmlns:a16="http://schemas.microsoft.com/office/drawing/2014/main" id="{6AC628DC-C4E0-E8B0-BEB9-68F20AEC5200}"/>
              </a:ext>
            </a:extLst>
          </p:cNvPr>
          <p:cNvSpPr/>
          <p:nvPr/>
        </p:nvSpPr>
        <p:spPr>
          <a:xfrm>
            <a:off x="5863389" y="1685425"/>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21" name="Flussdiagramm: Manuelle Verarbeitung 20">
            <a:extLst>
              <a:ext uri="{FF2B5EF4-FFF2-40B4-BE49-F238E27FC236}">
                <a16:creationId xmlns:a16="http://schemas.microsoft.com/office/drawing/2014/main" id="{53C8C644-AD9A-1860-D38A-518B821A3BFF}"/>
              </a:ext>
            </a:extLst>
          </p:cNvPr>
          <p:cNvSpPr/>
          <p:nvPr/>
        </p:nvSpPr>
        <p:spPr>
          <a:xfrm>
            <a:off x="6809874" y="1685425"/>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22" name="Flussdiagramm: Manuelle Verarbeitung 21">
            <a:extLst>
              <a:ext uri="{FF2B5EF4-FFF2-40B4-BE49-F238E27FC236}">
                <a16:creationId xmlns:a16="http://schemas.microsoft.com/office/drawing/2014/main" id="{1B245B8E-5626-4721-C75A-4D79C6686C13}"/>
              </a:ext>
            </a:extLst>
          </p:cNvPr>
          <p:cNvSpPr/>
          <p:nvPr/>
        </p:nvSpPr>
        <p:spPr>
          <a:xfrm rot="10800000">
            <a:off x="5863389" y="2762249"/>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sp>
        <p:nvSpPr>
          <p:cNvPr id="23" name="Flussdiagramm: Manuelle Verarbeitung 22">
            <a:extLst>
              <a:ext uri="{FF2B5EF4-FFF2-40B4-BE49-F238E27FC236}">
                <a16:creationId xmlns:a16="http://schemas.microsoft.com/office/drawing/2014/main" id="{A93DBE28-5F3A-A974-BF37-80EF5B2156C0}"/>
              </a:ext>
            </a:extLst>
          </p:cNvPr>
          <p:cNvSpPr/>
          <p:nvPr/>
        </p:nvSpPr>
        <p:spPr>
          <a:xfrm rot="10800000">
            <a:off x="6809874" y="2762249"/>
            <a:ext cx="318837" cy="612648"/>
          </a:xfrm>
          <a:prstGeom prst="flowChartManualOperati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de-DE"/>
          </a:p>
        </p:txBody>
      </p:sp>
      <p:cxnSp>
        <p:nvCxnSpPr>
          <p:cNvPr id="24" name="Gerade Verbindung mit Pfeil 23">
            <a:extLst>
              <a:ext uri="{FF2B5EF4-FFF2-40B4-BE49-F238E27FC236}">
                <a16:creationId xmlns:a16="http://schemas.microsoft.com/office/drawing/2014/main" id="{31528D5E-F892-7762-F9DB-20BBBCB29261}"/>
              </a:ext>
            </a:extLst>
          </p:cNvPr>
          <p:cNvCxnSpPr>
            <a:cxnSpLocks/>
          </p:cNvCxnSpPr>
          <p:nvPr/>
        </p:nvCxnSpPr>
        <p:spPr>
          <a:xfrm flipV="1">
            <a:off x="6969292" y="1766202"/>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5" name="Gerade Verbindung mit Pfeil 24">
            <a:extLst>
              <a:ext uri="{FF2B5EF4-FFF2-40B4-BE49-F238E27FC236}">
                <a16:creationId xmlns:a16="http://schemas.microsoft.com/office/drawing/2014/main" id="{F7A59C7D-FB4E-2D3D-00DD-D400069E3364}"/>
              </a:ext>
            </a:extLst>
          </p:cNvPr>
          <p:cNvCxnSpPr>
            <a:cxnSpLocks/>
          </p:cNvCxnSpPr>
          <p:nvPr/>
        </p:nvCxnSpPr>
        <p:spPr>
          <a:xfrm flipV="1">
            <a:off x="6032834" y="1766202"/>
            <a:ext cx="7607" cy="45109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6" name="Gerade Verbindung mit Pfeil 25">
            <a:extLst>
              <a:ext uri="{FF2B5EF4-FFF2-40B4-BE49-F238E27FC236}">
                <a16:creationId xmlns:a16="http://schemas.microsoft.com/office/drawing/2014/main" id="{C6891767-0CA0-64C7-998B-9071E9432C33}"/>
              </a:ext>
            </a:extLst>
          </p:cNvPr>
          <p:cNvCxnSpPr>
            <a:cxnSpLocks/>
          </p:cNvCxnSpPr>
          <p:nvPr/>
        </p:nvCxnSpPr>
        <p:spPr>
          <a:xfrm>
            <a:off x="6994947" y="2851482"/>
            <a:ext cx="0" cy="434181"/>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7" name="Gerade Verbindung mit Pfeil 26">
            <a:extLst>
              <a:ext uri="{FF2B5EF4-FFF2-40B4-BE49-F238E27FC236}">
                <a16:creationId xmlns:a16="http://schemas.microsoft.com/office/drawing/2014/main" id="{53836D94-4522-90A5-CB2D-AADB5B77FA25}"/>
              </a:ext>
            </a:extLst>
          </p:cNvPr>
          <p:cNvCxnSpPr>
            <a:cxnSpLocks/>
          </p:cNvCxnSpPr>
          <p:nvPr/>
        </p:nvCxnSpPr>
        <p:spPr>
          <a:xfrm>
            <a:off x="6040441" y="2851482"/>
            <a:ext cx="0" cy="434181"/>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2376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656EAC3B-36D3-607F-2B2B-5A7CE5A76CAE}"/>
              </a:ext>
            </a:extLst>
          </p:cNvPr>
          <p:cNvSpPr>
            <a:spLocks noGrp="1"/>
          </p:cNvSpPr>
          <p:nvPr>
            <p:ph type="title"/>
          </p:nvPr>
        </p:nvSpPr>
        <p:spPr>
          <a:xfrm>
            <a:off x="3500524" y="161538"/>
            <a:ext cx="4656790" cy="265716"/>
          </a:xfrm>
        </p:spPr>
        <p:txBody>
          <a:bodyPr/>
          <a:lstStyle/>
          <a:p>
            <a:r>
              <a:rPr lang="de-DE" sz="2000" b="1" dirty="0"/>
              <a:t>Variante 1</a:t>
            </a:r>
            <a:br>
              <a:rPr lang="de-DE" sz="2000" b="1" dirty="0"/>
            </a:br>
            <a:endParaRPr lang="de-DE" sz="2000" b="1" dirty="0"/>
          </a:p>
        </p:txBody>
      </p:sp>
      <p:pic>
        <p:nvPicPr>
          <p:cNvPr id="5" name="Grafik 4">
            <a:extLst>
              <a:ext uri="{FF2B5EF4-FFF2-40B4-BE49-F238E27FC236}">
                <a16:creationId xmlns:a16="http://schemas.microsoft.com/office/drawing/2014/main" id="{DAA07279-1571-F6D0-B58D-4093BC5C574F}"/>
              </a:ext>
            </a:extLst>
          </p:cNvPr>
          <p:cNvPicPr>
            <a:picLocks noChangeAspect="1"/>
          </p:cNvPicPr>
          <p:nvPr/>
        </p:nvPicPr>
        <p:blipFill>
          <a:blip r:embed="rId2"/>
          <a:stretch>
            <a:fillRect/>
          </a:stretch>
        </p:blipFill>
        <p:spPr>
          <a:xfrm>
            <a:off x="3169549" y="874403"/>
            <a:ext cx="8048481" cy="5349826"/>
          </a:xfrm>
          <a:prstGeom prst="rect">
            <a:avLst/>
          </a:prstGeom>
        </p:spPr>
      </p:pic>
      <p:sp>
        <p:nvSpPr>
          <p:cNvPr id="6" name="Textfeld 5">
            <a:extLst>
              <a:ext uri="{FF2B5EF4-FFF2-40B4-BE49-F238E27FC236}">
                <a16:creationId xmlns:a16="http://schemas.microsoft.com/office/drawing/2014/main" id="{5FD4D366-51BC-C264-7B27-DA4094DEDCB3}"/>
              </a:ext>
            </a:extLst>
          </p:cNvPr>
          <p:cNvSpPr txBox="1"/>
          <p:nvPr/>
        </p:nvSpPr>
        <p:spPr>
          <a:xfrm>
            <a:off x="249382" y="754087"/>
            <a:ext cx="2745945" cy="1908215"/>
          </a:xfrm>
          <a:prstGeom prst="rect">
            <a:avLst/>
          </a:prstGeom>
          <a:noFill/>
        </p:spPr>
        <p:txBody>
          <a:bodyPr wrap="none" rtlCol="0">
            <a:spAutoFit/>
          </a:bodyPr>
          <a:lstStyle/>
          <a:p>
            <a:r>
              <a:rPr lang="de-DE" b="1" dirty="0"/>
              <a:t>Variante 1:</a:t>
            </a:r>
          </a:p>
          <a:p>
            <a:r>
              <a:rPr lang="de-DE" b="1" dirty="0"/>
              <a:t>„Vollautomatisiert“</a:t>
            </a:r>
          </a:p>
          <a:p>
            <a:r>
              <a:rPr lang="de-DE" sz="1400" i="1" dirty="0"/>
              <a:t>Vorgaben laut Lastenheft</a:t>
            </a:r>
          </a:p>
          <a:p>
            <a:endParaRPr lang="de-DE" sz="1400" i="1" dirty="0"/>
          </a:p>
          <a:p>
            <a:r>
              <a:rPr lang="de-DE" b="1" dirty="0"/>
              <a:t>Eingabe Station 1: Manuell</a:t>
            </a:r>
          </a:p>
          <a:p>
            <a:endParaRPr lang="de-DE" b="1" dirty="0"/>
          </a:p>
          <a:p>
            <a:r>
              <a:rPr lang="de-DE" b="1" dirty="0"/>
              <a:t>Station 2 – 8: Automatisch</a:t>
            </a:r>
          </a:p>
        </p:txBody>
      </p:sp>
    </p:spTree>
    <p:extLst>
      <p:ext uri="{BB962C8B-B14F-4D97-AF65-F5344CB8AC3E}">
        <p14:creationId xmlns:p14="http://schemas.microsoft.com/office/powerpoint/2010/main" val="1684536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656EAC3B-36D3-607F-2B2B-5A7CE5A76CAE}"/>
              </a:ext>
            </a:extLst>
          </p:cNvPr>
          <p:cNvSpPr>
            <a:spLocks noGrp="1"/>
          </p:cNvSpPr>
          <p:nvPr>
            <p:ph type="title"/>
          </p:nvPr>
        </p:nvSpPr>
        <p:spPr>
          <a:xfrm>
            <a:off x="3500524" y="161538"/>
            <a:ext cx="4656790" cy="265716"/>
          </a:xfrm>
        </p:spPr>
        <p:txBody>
          <a:bodyPr/>
          <a:lstStyle/>
          <a:p>
            <a:r>
              <a:rPr lang="de-DE" sz="2000" b="1" dirty="0"/>
              <a:t>Variante 2</a:t>
            </a:r>
            <a:br>
              <a:rPr lang="de-DE" sz="2000" b="1" dirty="0"/>
            </a:br>
            <a:endParaRPr lang="de-DE" sz="2000" b="1" dirty="0"/>
          </a:p>
        </p:txBody>
      </p:sp>
      <p:sp>
        <p:nvSpPr>
          <p:cNvPr id="6" name="Textfeld 5">
            <a:extLst>
              <a:ext uri="{FF2B5EF4-FFF2-40B4-BE49-F238E27FC236}">
                <a16:creationId xmlns:a16="http://schemas.microsoft.com/office/drawing/2014/main" id="{5FD4D366-51BC-C264-7B27-DA4094DEDCB3}"/>
              </a:ext>
            </a:extLst>
          </p:cNvPr>
          <p:cNvSpPr txBox="1"/>
          <p:nvPr/>
        </p:nvSpPr>
        <p:spPr>
          <a:xfrm>
            <a:off x="249382" y="754087"/>
            <a:ext cx="2808461" cy="2308324"/>
          </a:xfrm>
          <a:prstGeom prst="rect">
            <a:avLst/>
          </a:prstGeom>
          <a:noFill/>
        </p:spPr>
        <p:txBody>
          <a:bodyPr wrap="none" rtlCol="0">
            <a:spAutoFit/>
          </a:bodyPr>
          <a:lstStyle/>
          <a:p>
            <a:r>
              <a:rPr lang="de-DE" b="1" dirty="0"/>
              <a:t>Variante 2:</a:t>
            </a:r>
          </a:p>
          <a:p>
            <a:r>
              <a:rPr lang="de-DE" b="1" dirty="0"/>
              <a:t>„Teilautomatisiert“</a:t>
            </a:r>
          </a:p>
          <a:p>
            <a:endParaRPr lang="de-DE" b="1" dirty="0"/>
          </a:p>
          <a:p>
            <a:r>
              <a:rPr lang="de-DE" b="1" dirty="0"/>
              <a:t>Eingabe Station 1: Manuell</a:t>
            </a:r>
          </a:p>
          <a:p>
            <a:endParaRPr lang="de-DE" b="1" dirty="0"/>
          </a:p>
          <a:p>
            <a:r>
              <a:rPr lang="de-DE" b="1" dirty="0"/>
              <a:t>Station 2 – 6: Automatisch</a:t>
            </a:r>
          </a:p>
          <a:p>
            <a:endParaRPr lang="de-DE" b="1" dirty="0"/>
          </a:p>
          <a:p>
            <a:r>
              <a:rPr lang="de-DE" b="1" dirty="0"/>
              <a:t>Ausgabe Station 8: Manuell</a:t>
            </a:r>
          </a:p>
        </p:txBody>
      </p:sp>
      <p:pic>
        <p:nvPicPr>
          <p:cNvPr id="8" name="Grafik 7">
            <a:extLst>
              <a:ext uri="{FF2B5EF4-FFF2-40B4-BE49-F238E27FC236}">
                <a16:creationId xmlns:a16="http://schemas.microsoft.com/office/drawing/2014/main" id="{71750E5D-8209-FC5D-739B-38D7BF8FE83D}"/>
              </a:ext>
            </a:extLst>
          </p:cNvPr>
          <p:cNvPicPr>
            <a:picLocks noChangeAspect="1"/>
          </p:cNvPicPr>
          <p:nvPr/>
        </p:nvPicPr>
        <p:blipFill>
          <a:blip r:embed="rId2"/>
          <a:stretch>
            <a:fillRect/>
          </a:stretch>
        </p:blipFill>
        <p:spPr>
          <a:xfrm>
            <a:off x="3583709" y="754087"/>
            <a:ext cx="8138812" cy="5365220"/>
          </a:xfrm>
          <a:prstGeom prst="rect">
            <a:avLst/>
          </a:prstGeom>
        </p:spPr>
      </p:pic>
    </p:spTree>
    <p:extLst>
      <p:ext uri="{BB962C8B-B14F-4D97-AF65-F5344CB8AC3E}">
        <p14:creationId xmlns:p14="http://schemas.microsoft.com/office/powerpoint/2010/main" val="3254827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656EAC3B-36D3-607F-2B2B-5A7CE5A76CAE}"/>
              </a:ext>
            </a:extLst>
          </p:cNvPr>
          <p:cNvSpPr>
            <a:spLocks noGrp="1"/>
          </p:cNvSpPr>
          <p:nvPr>
            <p:ph type="title"/>
          </p:nvPr>
        </p:nvSpPr>
        <p:spPr>
          <a:xfrm>
            <a:off x="3500524" y="161538"/>
            <a:ext cx="4656790" cy="265716"/>
          </a:xfrm>
        </p:spPr>
        <p:txBody>
          <a:bodyPr/>
          <a:lstStyle/>
          <a:p>
            <a:r>
              <a:rPr lang="de-DE" sz="2000" b="1" dirty="0"/>
              <a:t>Variante 3</a:t>
            </a:r>
            <a:br>
              <a:rPr lang="de-DE" sz="2000" b="1" dirty="0"/>
            </a:br>
            <a:endParaRPr lang="de-DE" sz="2000" b="1" dirty="0"/>
          </a:p>
        </p:txBody>
      </p:sp>
      <p:sp>
        <p:nvSpPr>
          <p:cNvPr id="6" name="Textfeld 5">
            <a:extLst>
              <a:ext uri="{FF2B5EF4-FFF2-40B4-BE49-F238E27FC236}">
                <a16:creationId xmlns:a16="http://schemas.microsoft.com/office/drawing/2014/main" id="{5FD4D366-51BC-C264-7B27-DA4094DEDCB3}"/>
              </a:ext>
            </a:extLst>
          </p:cNvPr>
          <p:cNvSpPr txBox="1"/>
          <p:nvPr/>
        </p:nvSpPr>
        <p:spPr>
          <a:xfrm>
            <a:off x="249382" y="754087"/>
            <a:ext cx="3327001" cy="2862322"/>
          </a:xfrm>
          <a:prstGeom prst="rect">
            <a:avLst/>
          </a:prstGeom>
          <a:noFill/>
        </p:spPr>
        <p:txBody>
          <a:bodyPr wrap="none" rtlCol="0">
            <a:spAutoFit/>
          </a:bodyPr>
          <a:lstStyle/>
          <a:p>
            <a:r>
              <a:rPr lang="de-DE" b="1" dirty="0"/>
              <a:t>Variante 3:</a:t>
            </a:r>
          </a:p>
          <a:p>
            <a:r>
              <a:rPr lang="de-DE" b="1" dirty="0"/>
              <a:t>„Teilautomatisiert mit</a:t>
            </a:r>
          </a:p>
          <a:p>
            <a:r>
              <a:rPr lang="de-DE" b="1" dirty="0"/>
              <a:t>Handzuführungen“</a:t>
            </a:r>
          </a:p>
          <a:p>
            <a:endParaRPr lang="de-DE" b="1" dirty="0"/>
          </a:p>
          <a:p>
            <a:r>
              <a:rPr lang="de-DE" b="1" dirty="0"/>
              <a:t>Eingabe Station 1: Manuell</a:t>
            </a:r>
          </a:p>
          <a:p>
            <a:endParaRPr lang="de-DE" b="1" dirty="0"/>
          </a:p>
          <a:p>
            <a:r>
              <a:rPr lang="de-DE" b="1" dirty="0"/>
              <a:t>Station 2 – 6: Zuführung Manuell</a:t>
            </a:r>
          </a:p>
          <a:p>
            <a:r>
              <a:rPr lang="de-DE" b="1" dirty="0"/>
              <a:t>mit Automatischen Prozessen</a:t>
            </a:r>
          </a:p>
          <a:p>
            <a:endParaRPr lang="de-DE" b="1" dirty="0"/>
          </a:p>
          <a:p>
            <a:r>
              <a:rPr lang="de-DE" b="1" dirty="0"/>
              <a:t>Ausgabe Station 8: Manuell</a:t>
            </a:r>
          </a:p>
        </p:txBody>
      </p:sp>
      <p:pic>
        <p:nvPicPr>
          <p:cNvPr id="4" name="Grafik 3">
            <a:extLst>
              <a:ext uri="{FF2B5EF4-FFF2-40B4-BE49-F238E27FC236}">
                <a16:creationId xmlns:a16="http://schemas.microsoft.com/office/drawing/2014/main" id="{C1A916E8-80DF-8075-8E5B-756530D5B531}"/>
              </a:ext>
            </a:extLst>
          </p:cNvPr>
          <p:cNvPicPr>
            <a:picLocks noChangeAspect="1"/>
          </p:cNvPicPr>
          <p:nvPr/>
        </p:nvPicPr>
        <p:blipFill>
          <a:blip r:embed="rId2"/>
          <a:stretch>
            <a:fillRect/>
          </a:stretch>
        </p:blipFill>
        <p:spPr>
          <a:xfrm>
            <a:off x="3629833" y="686786"/>
            <a:ext cx="7948891" cy="5417127"/>
          </a:xfrm>
          <a:prstGeom prst="rect">
            <a:avLst/>
          </a:prstGeom>
        </p:spPr>
      </p:pic>
    </p:spTree>
    <p:extLst>
      <p:ext uri="{BB962C8B-B14F-4D97-AF65-F5344CB8AC3E}">
        <p14:creationId xmlns:p14="http://schemas.microsoft.com/office/powerpoint/2010/main" val="4152411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656EAC3B-36D3-607F-2B2B-5A7CE5A76CAE}"/>
              </a:ext>
            </a:extLst>
          </p:cNvPr>
          <p:cNvSpPr>
            <a:spLocks noGrp="1"/>
          </p:cNvSpPr>
          <p:nvPr>
            <p:ph type="title"/>
          </p:nvPr>
        </p:nvSpPr>
        <p:spPr>
          <a:xfrm>
            <a:off x="3500524" y="161538"/>
            <a:ext cx="4656790" cy="265716"/>
          </a:xfrm>
        </p:spPr>
        <p:txBody>
          <a:bodyPr/>
          <a:lstStyle/>
          <a:p>
            <a:r>
              <a:rPr lang="de-DE" sz="2000" b="1" dirty="0"/>
              <a:t>Variante 4</a:t>
            </a:r>
            <a:br>
              <a:rPr lang="de-DE" sz="2000" b="1" dirty="0"/>
            </a:br>
            <a:endParaRPr lang="de-DE" sz="2000" b="1" dirty="0"/>
          </a:p>
        </p:txBody>
      </p:sp>
      <p:sp>
        <p:nvSpPr>
          <p:cNvPr id="6" name="Textfeld 5">
            <a:extLst>
              <a:ext uri="{FF2B5EF4-FFF2-40B4-BE49-F238E27FC236}">
                <a16:creationId xmlns:a16="http://schemas.microsoft.com/office/drawing/2014/main" id="{5FD4D366-51BC-C264-7B27-DA4094DEDCB3}"/>
              </a:ext>
            </a:extLst>
          </p:cNvPr>
          <p:cNvSpPr txBox="1"/>
          <p:nvPr/>
        </p:nvSpPr>
        <p:spPr>
          <a:xfrm>
            <a:off x="249382" y="754087"/>
            <a:ext cx="3762781" cy="4524315"/>
          </a:xfrm>
          <a:prstGeom prst="rect">
            <a:avLst/>
          </a:prstGeom>
          <a:noFill/>
        </p:spPr>
        <p:txBody>
          <a:bodyPr wrap="square" rtlCol="0">
            <a:spAutoFit/>
          </a:bodyPr>
          <a:lstStyle/>
          <a:p>
            <a:r>
              <a:rPr lang="de-DE" b="1" dirty="0"/>
              <a:t>Variante 4:</a:t>
            </a:r>
          </a:p>
          <a:p>
            <a:r>
              <a:rPr lang="de-DE" b="1" dirty="0"/>
              <a:t>„Teilautomatisiert mit</a:t>
            </a:r>
          </a:p>
          <a:p>
            <a:r>
              <a:rPr lang="de-DE" b="1" dirty="0"/>
              <a:t>kpl. manuellen Bauteilhandling“</a:t>
            </a:r>
          </a:p>
          <a:p>
            <a:endParaRPr lang="de-DE" b="1" dirty="0"/>
          </a:p>
          <a:p>
            <a:r>
              <a:rPr lang="de-DE" b="1" dirty="0"/>
              <a:t>Eingabe Station 1: Manuell</a:t>
            </a:r>
            <a:br>
              <a:rPr lang="de-DE" b="1" dirty="0"/>
            </a:br>
            <a:endParaRPr lang="de-DE" b="1" dirty="0"/>
          </a:p>
          <a:p>
            <a:r>
              <a:rPr lang="de-DE" b="1" dirty="0"/>
              <a:t>Station 2 – 6: Zuführung Manuell</a:t>
            </a:r>
          </a:p>
          <a:p>
            <a:r>
              <a:rPr lang="de-DE" b="1" dirty="0"/>
              <a:t>mit Automatischen Prozessen</a:t>
            </a:r>
          </a:p>
          <a:p>
            <a:endParaRPr lang="de-DE" b="1" dirty="0"/>
          </a:p>
          <a:p>
            <a:r>
              <a:rPr lang="de-DE" b="1" dirty="0"/>
              <a:t>Ausgabe Station 8: Manuell</a:t>
            </a:r>
          </a:p>
          <a:p>
            <a:endParaRPr lang="de-DE" b="1" dirty="0"/>
          </a:p>
          <a:p>
            <a:r>
              <a:rPr lang="de-DE" b="1" dirty="0"/>
              <a:t>Manuelles Verschieben Werkstückträger</a:t>
            </a:r>
          </a:p>
          <a:p>
            <a:endParaRPr lang="de-DE" b="1" dirty="0"/>
          </a:p>
          <a:p>
            <a:r>
              <a:rPr lang="de-DE" b="1" dirty="0"/>
              <a:t>Manuelle Rückführung leerer Werkstückträger</a:t>
            </a:r>
          </a:p>
        </p:txBody>
      </p:sp>
      <p:pic>
        <p:nvPicPr>
          <p:cNvPr id="5" name="Grafik 4">
            <a:extLst>
              <a:ext uri="{FF2B5EF4-FFF2-40B4-BE49-F238E27FC236}">
                <a16:creationId xmlns:a16="http://schemas.microsoft.com/office/drawing/2014/main" id="{179BE739-1082-1875-1D9A-4A9F1B7C5E2B}"/>
              </a:ext>
            </a:extLst>
          </p:cNvPr>
          <p:cNvPicPr>
            <a:picLocks noChangeAspect="1"/>
          </p:cNvPicPr>
          <p:nvPr/>
        </p:nvPicPr>
        <p:blipFill>
          <a:blip r:embed="rId2"/>
          <a:stretch>
            <a:fillRect/>
          </a:stretch>
        </p:blipFill>
        <p:spPr>
          <a:xfrm>
            <a:off x="4086807" y="655811"/>
            <a:ext cx="7762787" cy="5448102"/>
          </a:xfrm>
          <a:prstGeom prst="rect">
            <a:avLst/>
          </a:prstGeom>
        </p:spPr>
      </p:pic>
    </p:spTree>
    <p:extLst>
      <p:ext uri="{BB962C8B-B14F-4D97-AF65-F5344CB8AC3E}">
        <p14:creationId xmlns:p14="http://schemas.microsoft.com/office/powerpoint/2010/main" val="1313307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2000" b="1" dirty="0"/>
              <a:t>Richtpreise</a:t>
            </a:r>
            <a:br>
              <a:rPr lang="de-DE" sz="2000" b="1" dirty="0"/>
            </a:br>
            <a:endParaRPr lang="de-DE" sz="2000" b="1" dirty="0"/>
          </a:p>
        </p:txBody>
      </p:sp>
      <p:sp>
        <p:nvSpPr>
          <p:cNvPr id="4" name="Textfeld 3">
            <a:extLst>
              <a:ext uri="{FF2B5EF4-FFF2-40B4-BE49-F238E27FC236}">
                <a16:creationId xmlns:a16="http://schemas.microsoft.com/office/drawing/2014/main" id="{72C62C39-D6FE-D60B-12E1-5EA4211584E2}"/>
              </a:ext>
            </a:extLst>
          </p:cNvPr>
          <p:cNvSpPr txBox="1"/>
          <p:nvPr/>
        </p:nvSpPr>
        <p:spPr>
          <a:xfrm>
            <a:off x="538336" y="844762"/>
            <a:ext cx="8494633" cy="1754326"/>
          </a:xfrm>
          <a:prstGeom prst="rect">
            <a:avLst/>
          </a:prstGeom>
          <a:noFill/>
        </p:spPr>
        <p:txBody>
          <a:bodyPr wrap="none" rtlCol="0">
            <a:spAutoFit/>
          </a:bodyPr>
          <a:lstStyle/>
          <a:p>
            <a:r>
              <a:rPr lang="de-DE" b="1" u="sng" dirty="0"/>
              <a:t>Richtpreis je nach Ausbauvariante</a:t>
            </a:r>
          </a:p>
          <a:p>
            <a:endParaRPr lang="de-DE" b="1" dirty="0"/>
          </a:p>
          <a:p>
            <a:r>
              <a:rPr lang="de-DE" b="1" dirty="0"/>
              <a:t>Variante 1 „Vollautomatisiert“:		 		ca. 1.250.000 €</a:t>
            </a:r>
          </a:p>
          <a:p>
            <a:r>
              <a:rPr lang="de-DE" b="1" dirty="0"/>
              <a:t>Variante 2 „Teilautomatisiert“:	 			ca. 1.130.000 €</a:t>
            </a:r>
          </a:p>
          <a:p>
            <a:r>
              <a:rPr lang="de-DE" b="1" dirty="0"/>
              <a:t>Variante 3 „Teilautomatisiert mit Handzuführung“:		ca. 1.025.000 €</a:t>
            </a:r>
          </a:p>
          <a:p>
            <a:r>
              <a:rPr lang="de-DE" b="1" dirty="0"/>
              <a:t>Variante 4 „Teilautomatisiert mit kpl. manuellen Bauteilhandling: 	ca.    895.000 €	</a:t>
            </a:r>
          </a:p>
        </p:txBody>
      </p:sp>
      <p:sp>
        <p:nvSpPr>
          <p:cNvPr id="5" name="Textfeld 4">
            <a:extLst>
              <a:ext uri="{FF2B5EF4-FFF2-40B4-BE49-F238E27FC236}">
                <a16:creationId xmlns:a16="http://schemas.microsoft.com/office/drawing/2014/main" id="{F315E5ED-F7DC-42D6-E9B6-1C349FF5CBA9}"/>
              </a:ext>
            </a:extLst>
          </p:cNvPr>
          <p:cNvSpPr txBox="1"/>
          <p:nvPr/>
        </p:nvSpPr>
        <p:spPr>
          <a:xfrm>
            <a:off x="538336" y="5816795"/>
            <a:ext cx="7457939" cy="830997"/>
          </a:xfrm>
          <a:prstGeom prst="rect">
            <a:avLst/>
          </a:prstGeom>
          <a:noFill/>
        </p:spPr>
        <p:txBody>
          <a:bodyPr wrap="none" rtlCol="0">
            <a:spAutoFit/>
          </a:bodyPr>
          <a:lstStyle/>
          <a:p>
            <a:r>
              <a:rPr lang="de-DE" sz="1200" i="1" dirty="0"/>
              <a:t>Hinweis:</a:t>
            </a:r>
          </a:p>
          <a:p>
            <a:r>
              <a:rPr lang="de-DE" sz="1200" i="1" dirty="0"/>
              <a:t>Aktuell noch geschätzte Preise, da die Abklärungen mit den Prozessen Abisolieren, Crimpen, Biegen, Löten und Prüfen</a:t>
            </a:r>
          </a:p>
          <a:p>
            <a:r>
              <a:rPr lang="de-DE" sz="1200" i="1" dirty="0"/>
              <a:t>noch nicht abgeschlossen ist. </a:t>
            </a:r>
          </a:p>
          <a:p>
            <a:r>
              <a:rPr lang="de-DE" sz="1200" i="1" dirty="0"/>
              <a:t>Eine Technische Durchsprache der einzelnen Prozesse fand noch nicht statt.</a:t>
            </a:r>
          </a:p>
        </p:txBody>
      </p:sp>
      <p:sp>
        <p:nvSpPr>
          <p:cNvPr id="2" name="Textfeld 1">
            <a:extLst>
              <a:ext uri="{FF2B5EF4-FFF2-40B4-BE49-F238E27FC236}">
                <a16:creationId xmlns:a16="http://schemas.microsoft.com/office/drawing/2014/main" id="{7ED08746-8BEC-8496-133E-4C2687E0EE5B}"/>
              </a:ext>
            </a:extLst>
          </p:cNvPr>
          <p:cNvSpPr txBox="1"/>
          <p:nvPr/>
        </p:nvSpPr>
        <p:spPr>
          <a:xfrm>
            <a:off x="538336" y="2858529"/>
            <a:ext cx="7311873" cy="2800767"/>
          </a:xfrm>
          <a:prstGeom prst="rect">
            <a:avLst/>
          </a:prstGeom>
          <a:noFill/>
        </p:spPr>
        <p:txBody>
          <a:bodyPr wrap="none" rtlCol="0">
            <a:spAutoFit/>
          </a:bodyPr>
          <a:lstStyle/>
          <a:p>
            <a:r>
              <a:rPr lang="de-DE" sz="1600" i="1" u="sng" dirty="0"/>
              <a:t>Der Richtpreis beinhaltet:</a:t>
            </a:r>
          </a:p>
          <a:p>
            <a:pPr marL="285750" indent="-285750">
              <a:buFont typeface="Arial" panose="020B0604020202020204" pitchFamily="34" charset="0"/>
              <a:buChar char="•"/>
            </a:pPr>
            <a:r>
              <a:rPr lang="de-DE" sz="1600" i="1" dirty="0"/>
              <a:t>Erstellen der Mechanischen Konstruktion</a:t>
            </a:r>
          </a:p>
          <a:p>
            <a:pPr marL="285750" indent="-285750">
              <a:buFont typeface="Arial" panose="020B0604020202020204" pitchFamily="34" charset="0"/>
              <a:buChar char="•"/>
            </a:pPr>
            <a:r>
              <a:rPr lang="de-DE" sz="1600" i="1" dirty="0"/>
              <a:t>Erstellen der Hardwareplanung und der Software</a:t>
            </a:r>
          </a:p>
          <a:p>
            <a:pPr marL="285750" indent="-285750">
              <a:buFont typeface="Arial" panose="020B0604020202020204" pitchFamily="34" charset="0"/>
              <a:buChar char="•"/>
            </a:pPr>
            <a:r>
              <a:rPr lang="de-DE" sz="1600" i="1" dirty="0"/>
              <a:t>Beschaffung der Kauf- und Fertigungsteile (Mechanisch und Elektrisch)</a:t>
            </a:r>
          </a:p>
          <a:p>
            <a:pPr marL="285750" indent="-285750">
              <a:buFont typeface="Arial" panose="020B0604020202020204" pitchFamily="34" charset="0"/>
              <a:buChar char="•"/>
            </a:pPr>
            <a:r>
              <a:rPr lang="de-DE" sz="1600" i="1" dirty="0"/>
              <a:t>Montage mit elektrischer, pneumatischer Installation bei uns im Hause</a:t>
            </a:r>
          </a:p>
          <a:p>
            <a:pPr marL="285750" indent="-285750">
              <a:buFont typeface="Arial" panose="020B0604020202020204" pitchFamily="34" charset="0"/>
              <a:buChar char="•"/>
            </a:pPr>
            <a:r>
              <a:rPr lang="de-DE" sz="1600" i="1" dirty="0"/>
              <a:t>Endmontage und Inbetriebnahme sowie Vorabnahme der Anlage bei uns im Hause</a:t>
            </a:r>
          </a:p>
          <a:p>
            <a:pPr marL="285750" indent="-285750">
              <a:buFont typeface="Arial" panose="020B0604020202020204" pitchFamily="34" charset="0"/>
              <a:buChar char="•"/>
            </a:pPr>
            <a:r>
              <a:rPr lang="de-DE" sz="1600" i="1" dirty="0"/>
              <a:t>Demontage und Verladen auf LKW</a:t>
            </a:r>
          </a:p>
          <a:p>
            <a:pPr marL="285750" indent="-285750">
              <a:buFont typeface="Arial" panose="020B0604020202020204" pitchFamily="34" charset="0"/>
              <a:buChar char="•"/>
            </a:pPr>
            <a:r>
              <a:rPr lang="de-DE" sz="1600" i="1" dirty="0"/>
              <a:t>Wiederaufbau und Inbetriebnahme in Ihrem Werk</a:t>
            </a:r>
          </a:p>
          <a:p>
            <a:pPr marL="285750" indent="-285750">
              <a:buFont typeface="Arial" panose="020B0604020202020204" pitchFamily="34" charset="0"/>
              <a:buChar char="•"/>
            </a:pPr>
            <a:r>
              <a:rPr lang="de-DE" sz="1600" i="1" dirty="0"/>
              <a:t>Schulung/Einweisung Ihrer Mitarbeiter</a:t>
            </a:r>
          </a:p>
          <a:p>
            <a:pPr marL="285750" indent="-285750">
              <a:buFont typeface="Arial" panose="020B0604020202020204" pitchFamily="34" charset="0"/>
              <a:buChar char="•"/>
            </a:pPr>
            <a:r>
              <a:rPr lang="de-DE" sz="1600" i="1" dirty="0"/>
              <a:t>Erstellung der Dokumentationsunterlagen</a:t>
            </a:r>
          </a:p>
          <a:p>
            <a:pPr marL="285750" indent="-285750">
              <a:buFont typeface="Arial" panose="020B0604020202020204" pitchFamily="34" charset="0"/>
              <a:buChar char="•"/>
            </a:pPr>
            <a:r>
              <a:rPr lang="de-DE" sz="1600" i="1" dirty="0"/>
              <a:t>Projektmanagement</a:t>
            </a:r>
          </a:p>
        </p:txBody>
      </p:sp>
    </p:spTree>
    <p:extLst>
      <p:ext uri="{BB962C8B-B14F-4D97-AF65-F5344CB8AC3E}">
        <p14:creationId xmlns:p14="http://schemas.microsoft.com/office/powerpoint/2010/main" val="838176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126BDD4-5DB3-4687-8192-942F6B154928}"/>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7" name="Rechteck 6">
            <a:extLst>
              <a:ext uri="{FF2B5EF4-FFF2-40B4-BE49-F238E27FC236}">
                <a16:creationId xmlns:a16="http://schemas.microsoft.com/office/drawing/2014/main" id="{9464AB80-4145-4D82-826E-0B9A549CC717}"/>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2" name="Wir sagen…">
            <a:extLst>
              <a:ext uri="{FF2B5EF4-FFF2-40B4-BE49-F238E27FC236}">
                <a16:creationId xmlns:a16="http://schemas.microsoft.com/office/drawing/2014/main" id="{5B1447A0-5512-6461-2ECB-DC74C3C52059}"/>
              </a:ext>
            </a:extLst>
          </p:cNvPr>
          <p:cNvSpPr txBox="1"/>
          <p:nvPr/>
        </p:nvSpPr>
        <p:spPr>
          <a:xfrm>
            <a:off x="1123604" y="1968156"/>
            <a:ext cx="4567773" cy="1190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r>
              <a:rPr lang="de-DE" sz="3691"/>
              <a:t>Danke</a:t>
            </a:r>
            <a:endParaRPr sz="3691" dirty="0"/>
          </a:p>
          <a:p>
            <a:pPr algn="l">
              <a:defRPr sz="7000">
                <a:solidFill>
                  <a:srgbClr val="FFFFFF"/>
                </a:solidFill>
                <a:latin typeface="Gilroy ExtraBold"/>
                <a:ea typeface="Gilroy ExtraBold"/>
                <a:cs typeface="Gilroy ExtraBold"/>
                <a:sym typeface="Gilroy ExtraBold"/>
              </a:defRPr>
            </a:pPr>
            <a:r>
              <a:rPr lang="de-DE" sz="3691">
                <a:solidFill>
                  <a:srgbClr val="4DB8A0"/>
                </a:solidFill>
              </a:rPr>
              <a:t>für die Aufmerksamkeit</a:t>
            </a:r>
            <a:endParaRPr sz="3691" dirty="0">
              <a:solidFill>
                <a:srgbClr val="4DB8A0"/>
              </a:solidFill>
            </a:endParaRPr>
          </a:p>
        </p:txBody>
      </p:sp>
    </p:spTree>
    <p:extLst>
      <p:ext uri="{BB962C8B-B14F-4D97-AF65-F5344CB8AC3E}">
        <p14:creationId xmlns:p14="http://schemas.microsoft.com/office/powerpoint/2010/main" val="1597474846"/>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3-03-06 Präsentation_Vorlage_neu.pptx" id="{0D1DCC39-9FAD-4378-9BC8-F5A16F8B67D6}" vid="{B59B905E-AC12-4106-9A9F-63C4A424157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2023_Präsentation_Vorlage_neu_SCR</Template>
  <TotalTime>0</TotalTime>
  <Words>1173</Words>
  <Application>Microsoft Office PowerPoint</Application>
  <PresentationFormat>Breitbild</PresentationFormat>
  <Paragraphs>367</Paragraphs>
  <Slides>35</Slides>
  <Notes>5</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35</vt:i4>
      </vt:variant>
    </vt:vector>
  </HeadingPairs>
  <TitlesOfParts>
    <vt:vector size="41" baseType="lpstr">
      <vt:lpstr>Arial</vt:lpstr>
      <vt:lpstr>Calibri</vt:lpstr>
      <vt:lpstr>Gilroy ExtraBold</vt:lpstr>
      <vt:lpstr>Gilroy Light</vt:lpstr>
      <vt:lpstr>Wingdings</vt:lpstr>
      <vt:lpstr>Office-Design</vt:lpstr>
      <vt:lpstr>PowerPoint-Präsentation</vt:lpstr>
      <vt:lpstr>PowerPoint-Präsentation</vt:lpstr>
      <vt:lpstr>Grundlagen</vt:lpstr>
      <vt:lpstr>Grundlagen</vt:lpstr>
      <vt:lpstr>PowerPoint-Präsentation</vt:lpstr>
      <vt:lpstr>Aufgabenbeschreibung</vt:lpstr>
      <vt:lpstr>Aufgabenbeschreibung</vt:lpstr>
      <vt:lpstr>Aufgabenbeschreibung</vt:lpstr>
      <vt:lpstr>PowerPoint-Präsentation</vt:lpstr>
      <vt:lpstr>Aufnahme Bauteil</vt:lpstr>
      <vt:lpstr>PowerPoint-Präsentation</vt:lpstr>
      <vt:lpstr>PowerPoint-Präsentation</vt:lpstr>
      <vt:lpstr>Insert Cable</vt:lpstr>
      <vt:lpstr>PowerPoint-Präsentation</vt:lpstr>
      <vt:lpstr>Aufnahme Bauteil</vt:lpstr>
      <vt:lpstr>PowerPoint-Präsentation</vt:lpstr>
      <vt:lpstr>PowerPoint-Präsentation</vt:lpstr>
      <vt:lpstr>Crimping Unit</vt:lpstr>
      <vt:lpstr>Bending Unit</vt:lpstr>
      <vt:lpstr>Tinning Unit</vt:lpstr>
      <vt:lpstr>PowerPoint-Präsentation</vt:lpstr>
      <vt:lpstr>Ausgabestation</vt:lpstr>
      <vt:lpstr>Ausgabestation</vt:lpstr>
      <vt:lpstr>PowerPoint-Präsentation</vt:lpstr>
      <vt:lpstr>PowerPoint-Präsentation</vt:lpstr>
      <vt:lpstr>PowerPoint-Präsentation</vt:lpstr>
      <vt:lpstr>PowerPoint-Präsentation</vt:lpstr>
      <vt:lpstr>PowerPoint-Präsentation</vt:lpstr>
      <vt:lpstr>PowerPoint-Präsentation</vt:lpstr>
      <vt:lpstr>Variante 1 </vt:lpstr>
      <vt:lpstr>Variante 2 </vt:lpstr>
      <vt:lpstr>Variante 3 </vt:lpstr>
      <vt:lpstr>Variante 4 </vt:lpstr>
      <vt:lpstr>Richtpreise </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Schano Rudolf</dc:creator>
  <cp:lastModifiedBy>Radlbeck Ulrich</cp:lastModifiedBy>
  <cp:revision>121</cp:revision>
  <cp:lastPrinted>2023-03-03T08:30:24Z</cp:lastPrinted>
  <dcterms:created xsi:type="dcterms:W3CDTF">2024-09-30T08:13:36Z</dcterms:created>
  <dcterms:modified xsi:type="dcterms:W3CDTF">2025-06-17T15:13:34Z</dcterms:modified>
</cp:coreProperties>
</file>