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16"/>
  </p:notesMasterIdLst>
  <p:sldIdLst>
    <p:sldId id="256" r:id="rId2"/>
    <p:sldId id="1192" r:id="rId3"/>
    <p:sldId id="1199" r:id="rId4"/>
    <p:sldId id="1193" r:id="rId5"/>
    <p:sldId id="1194" r:id="rId6"/>
    <p:sldId id="1196" r:id="rId7"/>
    <p:sldId id="1202" r:id="rId8"/>
    <p:sldId id="1203" r:id="rId9"/>
    <p:sldId id="1201" r:id="rId10"/>
    <p:sldId id="1195" r:id="rId11"/>
    <p:sldId id="1200" r:id="rId12"/>
    <p:sldId id="1197" r:id="rId13"/>
    <p:sldId id="1198" r:id="rId14"/>
    <p:sldId id="1183" r:id="rId15"/>
  </p:sldIdLst>
  <p:sldSz cx="12192000" cy="6858000"/>
  <p:notesSz cx="6797675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66"/>
    <a:srgbClr val="FF9900"/>
    <a:srgbClr val="FF6600"/>
    <a:srgbClr val="64CF95"/>
    <a:srgbClr val="8ED2C3"/>
    <a:srgbClr val="009900"/>
    <a:srgbClr val="16B75F"/>
    <a:srgbClr val="FF7C80"/>
    <a:srgbClr val="CDC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2597" autoAdjust="0"/>
  </p:normalViewPr>
  <p:slideViewPr>
    <p:cSldViewPr snapToGrid="0">
      <p:cViewPr varScale="1">
        <p:scale>
          <a:sx n="73" d="100"/>
          <a:sy n="73" d="100"/>
        </p:scale>
        <p:origin x="72" y="49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27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BB9D02-9FFC-4758-9EDA-EB9E451655DE}" type="datetimeFigureOut">
              <a:rPr lang="de-DE" smtClean="0"/>
              <a:t>14.04.2025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EED572-F9A9-4535-91E4-E5029B1F52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1002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sz="100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70948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10048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3147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EEB2CB-37F8-584A-889E-895630C53A95}" type="slidenum">
              <a:rPr lang="de-DE" smtClean="0"/>
              <a:pPr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0033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/>
          <p:cNvSpPr txBox="1"/>
          <p:nvPr userDrawn="1"/>
        </p:nvSpPr>
        <p:spPr>
          <a:xfrm>
            <a:off x="10653604" y="3676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9151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EC58B094-7CBF-54A5-9666-8866CAB58C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0" y="0"/>
            <a:ext cx="12161520" cy="6858000"/>
          </a:xfrm>
          <a:prstGeom prst="rect">
            <a:avLst/>
          </a:prstGeom>
        </p:spPr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2F39248C-D8A6-F031-8798-D29183DFB5FF}"/>
              </a:ext>
            </a:extLst>
          </p:cNvPr>
          <p:cNvSpPr/>
          <p:nvPr userDrawn="1"/>
        </p:nvSpPr>
        <p:spPr>
          <a:xfrm>
            <a:off x="10695822" y="-2557"/>
            <a:ext cx="288000" cy="360000"/>
          </a:xfrm>
          <a:prstGeom prst="rect">
            <a:avLst/>
          </a:prstGeom>
          <a:solidFill>
            <a:srgbClr val="4DB8A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pPr algn="ctr"/>
            <a:endParaRPr sz="800"/>
          </a:p>
        </p:txBody>
      </p:sp>
      <p:sp>
        <p:nvSpPr>
          <p:cNvPr id="4" name="01">
            <a:extLst>
              <a:ext uri="{FF2B5EF4-FFF2-40B4-BE49-F238E27FC236}">
                <a16:creationId xmlns:a16="http://schemas.microsoft.com/office/drawing/2014/main" id="{E9EA7661-F82F-9971-5416-981AA6F8B8B4}"/>
              </a:ext>
            </a:extLst>
          </p:cNvPr>
          <p:cNvSpPr>
            <a:spLocks noChangeAspect="1"/>
          </p:cNvSpPr>
          <p:nvPr userDrawn="1"/>
        </p:nvSpPr>
        <p:spPr>
          <a:xfrm>
            <a:off x="10701770" y="0"/>
            <a:ext cx="273668" cy="360000"/>
          </a:xfrm>
          <a:prstGeom prst="rect">
            <a:avLst/>
          </a:prstGeom>
          <a:solidFill>
            <a:srgbClr val="2C3F48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endParaRPr sz="633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FE58063-0C68-1D89-C8D4-695FEC8E4558}"/>
              </a:ext>
            </a:extLst>
          </p:cNvPr>
          <p:cNvSpPr txBox="1"/>
          <p:nvPr userDrawn="1"/>
        </p:nvSpPr>
        <p:spPr>
          <a:xfrm>
            <a:off x="10709502" y="54332"/>
            <a:ext cx="731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92209CA-EFDE-4AB8-9222-590C7472CDAB}" type="slidenum">
              <a:rPr lang="de-DE" sz="1000" smtClean="0">
                <a:solidFill>
                  <a:schemeClr val="bg1"/>
                </a:solidFill>
                <a:latin typeface="Gilroy ExtraBold"/>
              </a:rPr>
              <a:t>‹Nr.›</a:t>
            </a:fld>
            <a:endParaRPr lang="de-DE" sz="1000">
              <a:solidFill>
                <a:schemeClr val="bg1"/>
              </a:solidFill>
              <a:latin typeface="Gilroy ExtraBold"/>
            </a:endParaRPr>
          </a:p>
        </p:txBody>
      </p:sp>
      <p:sp>
        <p:nvSpPr>
          <p:cNvPr id="2" name="Projektbezeichnung | Titel">
            <a:extLst>
              <a:ext uri="{FF2B5EF4-FFF2-40B4-BE49-F238E27FC236}">
                <a16:creationId xmlns:a16="http://schemas.microsoft.com/office/drawing/2014/main" id="{7EB79AE8-0D8C-C49B-AFA0-2C9B5F4077EF}"/>
              </a:ext>
            </a:extLst>
          </p:cNvPr>
          <p:cNvSpPr txBox="1"/>
          <p:nvPr userDrawn="1"/>
        </p:nvSpPr>
        <p:spPr>
          <a:xfrm>
            <a:off x="549566" y="161538"/>
            <a:ext cx="3209523" cy="20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>
            <a:spAutoFit/>
          </a:bodyPr>
          <a:lstStyle/>
          <a:p>
            <a:pPr algn="l">
              <a:defRPr sz="15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de-DE" sz="1000" dirty="0">
                <a:solidFill>
                  <a:srgbClr val="2C3F48"/>
                </a:solidFill>
              </a:rPr>
              <a:t>Projektbezeichnung</a:t>
            </a:r>
            <a:r>
              <a:rPr sz="1000" dirty="0">
                <a:solidFill>
                  <a:srgbClr val="2C3F48"/>
                </a:solidFill>
              </a:rPr>
              <a:t> |</a:t>
            </a:r>
            <a:r>
              <a:rPr sz="1000" dirty="0">
                <a:solidFill>
                  <a:schemeClr val="bg1"/>
                </a:solidFill>
              </a:rPr>
              <a:t> </a:t>
            </a:r>
            <a:fld id="{CAC0FAC3-4F51-4337-9266-2CDA171E87B2}" type="datetime1">
              <a:rPr lang="de-DE" sz="1000" smtClean="0">
                <a:solidFill>
                  <a:schemeClr val="bg1"/>
                </a:solidFill>
                <a:latin typeface="Gilroy ExtraBold"/>
                <a:ea typeface="Gilroy ExtraBold"/>
                <a:cs typeface="Gilroy ExtraBold"/>
                <a:sym typeface="Gilroy ExtraBold"/>
              </a:rPr>
              <a:t>14.04.2025</a:t>
            </a:fld>
            <a:endParaRPr sz="1000" dirty="0">
              <a:solidFill>
                <a:schemeClr val="bg1"/>
              </a:solidFill>
              <a:latin typeface="Gilroy ExtraBold"/>
              <a:ea typeface="Gilroy ExtraBold"/>
              <a:cs typeface="Gilroy ExtraBold"/>
              <a:sym typeface="Gilroy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954211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luth-dots_turkis-hell.png" descr="gluth-dots_turkis-hell.png">
            <a:extLst>
              <a:ext uri="{FF2B5EF4-FFF2-40B4-BE49-F238E27FC236}">
                <a16:creationId xmlns:a16="http://schemas.microsoft.com/office/drawing/2014/main" id="{BD59312F-90B1-9FC7-468F-6B81B8C0A1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4367" r="16055"/>
          <a:stretch/>
        </p:blipFill>
        <p:spPr>
          <a:xfrm>
            <a:off x="9430344" y="-2558"/>
            <a:ext cx="2761656" cy="1501267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pic>
        <p:nvPicPr>
          <p:cNvPr id="6" name="gluth-logo_RZ_rgb.png" descr="gluth-logo_RZ_rgb.png">
            <a:extLst>
              <a:ext uri="{FF2B5EF4-FFF2-40B4-BE49-F238E27FC236}">
                <a16:creationId xmlns:a16="http://schemas.microsoft.com/office/drawing/2014/main" id="{09991ADD-9B75-7CDB-BE00-7F86E7AA4B0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14208" y="6169583"/>
            <a:ext cx="1853667" cy="555054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Projektbezeichnung | Titel">
            <a:extLst>
              <a:ext uri="{FF2B5EF4-FFF2-40B4-BE49-F238E27FC236}">
                <a16:creationId xmlns:a16="http://schemas.microsoft.com/office/drawing/2014/main" id="{6FBCAB55-7A36-744A-313E-F701D83C3678}"/>
              </a:ext>
            </a:extLst>
          </p:cNvPr>
          <p:cNvSpPr txBox="1"/>
          <p:nvPr userDrawn="1"/>
        </p:nvSpPr>
        <p:spPr>
          <a:xfrm>
            <a:off x="549566" y="161538"/>
            <a:ext cx="3209523" cy="20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6789" tIns="26789" rIns="26789" bIns="26789" anchor="ctr">
            <a:spAutoFit/>
          </a:bodyPr>
          <a:lstStyle/>
          <a:p>
            <a:pPr algn="l">
              <a:defRPr sz="15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de-DE" sz="1000" dirty="0">
                <a:solidFill>
                  <a:srgbClr val="2C3F48"/>
                </a:solidFill>
              </a:rPr>
              <a:t>A07616000_A</a:t>
            </a:r>
            <a:r>
              <a:rPr sz="1000" dirty="0">
                <a:solidFill>
                  <a:srgbClr val="2C3F48"/>
                </a:solidFill>
              </a:rPr>
              <a:t> | </a:t>
            </a:r>
            <a:fld id="{3C0A5C85-D6AC-4518-BE8C-D4372821F754}" type="datetime1">
              <a:rPr lang="de-DE" sz="1000" smtClean="0">
                <a:solidFill>
                  <a:srgbClr val="4DB8A0"/>
                </a:solidFill>
                <a:latin typeface="Gilroy ExtraBold"/>
                <a:ea typeface="Gilroy ExtraBold"/>
                <a:cs typeface="Gilroy ExtraBold"/>
                <a:sym typeface="Gilroy ExtraBold"/>
              </a:rPr>
              <a:t>14.04.2025</a:t>
            </a:fld>
            <a:endParaRPr sz="1000" dirty="0">
              <a:solidFill>
                <a:srgbClr val="4DB8A0"/>
              </a:solidFill>
              <a:latin typeface="Gilroy ExtraBold"/>
              <a:ea typeface="Gilroy ExtraBold"/>
              <a:cs typeface="Gilroy ExtraBold"/>
              <a:sym typeface="Gilroy ExtraBold"/>
            </a:endParaRPr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2F39248C-D8A6-F031-8798-D29183DFB5FF}"/>
              </a:ext>
            </a:extLst>
          </p:cNvPr>
          <p:cNvSpPr/>
          <p:nvPr userDrawn="1"/>
        </p:nvSpPr>
        <p:spPr>
          <a:xfrm>
            <a:off x="10695822" y="-2557"/>
            <a:ext cx="288000" cy="360000"/>
          </a:xfrm>
          <a:prstGeom prst="rect">
            <a:avLst/>
          </a:prstGeom>
          <a:solidFill>
            <a:srgbClr val="4DB8A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pPr algn="ctr"/>
            <a:endParaRPr sz="80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FE58063-0C68-1D89-C8D4-695FEC8E4558}"/>
              </a:ext>
            </a:extLst>
          </p:cNvPr>
          <p:cNvSpPr txBox="1"/>
          <p:nvPr userDrawn="1"/>
        </p:nvSpPr>
        <p:spPr>
          <a:xfrm>
            <a:off x="10709502" y="54332"/>
            <a:ext cx="731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92209CA-EFDE-4AB8-9222-590C7472CDAB}" type="slidenum">
              <a:rPr lang="de-DE" sz="1000" smtClean="0">
                <a:solidFill>
                  <a:schemeClr val="tx1"/>
                </a:solidFill>
                <a:latin typeface="Gilroy ExtraBold"/>
              </a:rPr>
              <a:t>‹Nr.›</a:t>
            </a:fld>
            <a:endParaRPr lang="de-DE" sz="1000">
              <a:solidFill>
                <a:schemeClr val="tx1"/>
              </a:solidFill>
              <a:latin typeface="Gilroy ExtraBold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B7EDDE7-1837-9DEF-31C0-8531113810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0524" y="161538"/>
            <a:ext cx="4656790" cy="265716"/>
          </a:xfrm>
          <a:prstGeom prst="rect">
            <a:avLst/>
          </a:prstGeom>
        </p:spPr>
        <p:txBody>
          <a:bodyPr anchor="t"/>
          <a:lstStyle>
            <a:lvl1pPr algn="ctr">
              <a:defRPr lang="de-DE" sz="1000" kern="1200" dirty="0">
                <a:solidFill>
                  <a:srgbClr val="2C3F48"/>
                </a:solidFill>
                <a:latin typeface="Gilroy Light"/>
                <a:ea typeface="Gilroy Light"/>
                <a:cs typeface="Gilroy Light"/>
              </a:defRPr>
            </a:lvl1pPr>
          </a:lstStyle>
          <a:p>
            <a:r>
              <a:rPr lang="de-DE" dirty="0"/>
              <a:t>Folientitel</a:t>
            </a:r>
          </a:p>
        </p:txBody>
      </p:sp>
    </p:spTree>
    <p:extLst>
      <p:ext uri="{BB962C8B-B14F-4D97-AF65-F5344CB8AC3E}">
        <p14:creationId xmlns:p14="http://schemas.microsoft.com/office/powerpoint/2010/main" val="1181577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nk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CF6A121-117E-2360-103B-99EDB01E80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8994"/>
            <a:ext cx="12192000" cy="682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485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1548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7" r:id="rId2"/>
    <p:sldLayoutId id="2147483656" r:id="rId3"/>
    <p:sldLayoutId id="2147483658" r:id="rId4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Renate.Schandl@draexlmaier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hyperlink" Target="mailto:Schano.Rudolf@gluth.eu" TargetMode="External"/><Relationship Id="rId4" Type="http://schemas.openxmlformats.org/officeDocument/2006/relationships/hyperlink" Target="mailto:Levente-istvan.juhasz@draexlmaier.com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zlich Willkommen…">
            <a:extLst>
              <a:ext uri="{FF2B5EF4-FFF2-40B4-BE49-F238E27FC236}">
                <a16:creationId xmlns:a16="http://schemas.microsoft.com/office/drawing/2014/main" id="{31991B22-ADE8-1F96-4A16-CC0F3362E09B}"/>
              </a:ext>
            </a:extLst>
          </p:cNvPr>
          <p:cNvSpPr txBox="1"/>
          <p:nvPr/>
        </p:nvSpPr>
        <p:spPr>
          <a:xfrm>
            <a:off x="1184707" y="448477"/>
            <a:ext cx="9246169" cy="1559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2400" dirty="0"/>
              <a:t>A07616000_A - Richtpreisangebot</a:t>
            </a:r>
          </a:p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3691" dirty="0"/>
              <a:t>„</a:t>
            </a:r>
            <a:r>
              <a:rPr lang="de-DE" sz="3691" dirty="0" err="1"/>
              <a:t>Automatic</a:t>
            </a:r>
            <a:r>
              <a:rPr lang="de-DE" sz="3691" dirty="0"/>
              <a:t> </a:t>
            </a:r>
            <a:r>
              <a:rPr lang="de-DE" sz="3691" dirty="0" err="1"/>
              <a:t>production</a:t>
            </a:r>
            <a:r>
              <a:rPr lang="de-DE" sz="3691" dirty="0"/>
              <a:t> </a:t>
            </a:r>
            <a:r>
              <a:rPr lang="de-DE" sz="3691" dirty="0" err="1"/>
              <a:t>line</a:t>
            </a:r>
            <a:r>
              <a:rPr lang="de-DE" sz="3691" dirty="0"/>
              <a:t> </a:t>
            </a:r>
            <a:r>
              <a:rPr lang="de-DE" sz="3691" dirty="0" err="1"/>
              <a:t>for</a:t>
            </a:r>
            <a:r>
              <a:rPr lang="de-DE" sz="3691" dirty="0"/>
              <a:t> </a:t>
            </a:r>
            <a:r>
              <a:rPr lang="de-DE" sz="3691" dirty="0" err="1"/>
              <a:t>wire</a:t>
            </a:r>
            <a:r>
              <a:rPr lang="de-DE" sz="3691" dirty="0"/>
              <a:t> </a:t>
            </a:r>
            <a:r>
              <a:rPr lang="de-DE" sz="3691" dirty="0" err="1"/>
              <a:t>processing</a:t>
            </a:r>
            <a:r>
              <a:rPr lang="de-DE" sz="3691" dirty="0"/>
              <a:t>“</a:t>
            </a:r>
            <a:endParaRPr sz="3691" dirty="0"/>
          </a:p>
          <a:p>
            <a:pPr algn="l">
              <a:defRPr sz="7000">
                <a:solidFill>
                  <a:srgbClr val="4DB8A0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3691" dirty="0"/>
              <a:t>DRÄXLMAIER</a:t>
            </a:r>
            <a:endParaRPr sz="3691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EDE69DE-B997-DB3A-3B0C-1CA79381F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362" y="2345553"/>
            <a:ext cx="2365808" cy="1002683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9D811D6E-647C-CB14-67B8-20E31FF5BF12}"/>
              </a:ext>
            </a:extLst>
          </p:cNvPr>
          <p:cNvSpPr txBox="1"/>
          <p:nvPr/>
        </p:nvSpPr>
        <p:spPr>
          <a:xfrm>
            <a:off x="1184706" y="3429000"/>
            <a:ext cx="5747769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582"/>
              </a:lnSpc>
            </a:pPr>
            <a:r>
              <a:rPr lang="de-DE" sz="1600" b="1" dirty="0">
                <a:solidFill>
                  <a:srgbClr val="FFFFFF"/>
                </a:solidFill>
                <a:latin typeface="Gilroy" pitchFamily="2" charset="77"/>
              </a:rPr>
              <a:t>DRÄXLMAIER Group</a:t>
            </a:r>
          </a:p>
          <a:p>
            <a:pPr algn="l">
              <a:lnSpc>
                <a:spcPts val="1582"/>
              </a:lnSpc>
            </a:pPr>
            <a:r>
              <a:rPr lang="de-DE" sz="1600" dirty="0">
                <a:solidFill>
                  <a:srgbClr val="FFFFFF"/>
                </a:solidFill>
                <a:latin typeface="Gilroy" pitchFamily="2" charset="77"/>
              </a:rPr>
              <a:t>DIS Dräxlmaier Industrial Solutions Group</a:t>
            </a:r>
          </a:p>
          <a:p>
            <a:pPr algn="l">
              <a:lnSpc>
                <a:spcPts val="1582"/>
              </a:lnSpc>
            </a:pPr>
            <a:r>
              <a:rPr lang="de-DE" sz="1600" dirty="0">
                <a:solidFill>
                  <a:srgbClr val="FFFFFF"/>
                </a:solidFill>
                <a:latin typeface="Gilroy" pitchFamily="2" charset="77"/>
              </a:rPr>
              <a:t>84137 Vilsbiburg</a:t>
            </a:r>
            <a:endParaRPr lang="de-DE" sz="1600" dirty="0">
              <a:solidFill>
                <a:srgbClr val="FFFFFF"/>
              </a:solidFill>
              <a:latin typeface="Gilroy Semi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03321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80009168-3F6D-52F3-D8FA-D4C4AE222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524" y="161538"/>
            <a:ext cx="4656790" cy="265716"/>
          </a:xfrm>
        </p:spPr>
        <p:txBody>
          <a:bodyPr/>
          <a:lstStyle/>
          <a:p>
            <a:r>
              <a:rPr lang="de-DE" sz="2000" b="1" dirty="0"/>
              <a:t>Ansprechpartner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E0EDEDA-CEAA-93B9-022A-2435B95725E8}"/>
              </a:ext>
            </a:extLst>
          </p:cNvPr>
          <p:cNvSpPr txBox="1"/>
          <p:nvPr/>
        </p:nvSpPr>
        <p:spPr>
          <a:xfrm>
            <a:off x="597159" y="1362269"/>
            <a:ext cx="3442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DRÄXLMAIER Group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89C27DA-5360-CB37-ABA7-43E87563DE65}"/>
              </a:ext>
            </a:extLst>
          </p:cNvPr>
          <p:cNvSpPr txBox="1"/>
          <p:nvPr/>
        </p:nvSpPr>
        <p:spPr>
          <a:xfrm>
            <a:off x="6326155" y="1362269"/>
            <a:ext cx="3442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Gluth Systemtechnik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C34AA5D-9E7B-AC44-DECD-8FF9412EA660}"/>
              </a:ext>
            </a:extLst>
          </p:cNvPr>
          <p:cNvSpPr txBox="1"/>
          <p:nvPr/>
        </p:nvSpPr>
        <p:spPr>
          <a:xfrm>
            <a:off x="727787" y="1978090"/>
            <a:ext cx="36669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Renate Schandl </a:t>
            </a:r>
          </a:p>
          <a:p>
            <a:r>
              <a:rPr lang="de-DE" dirty="0"/>
              <a:t>Einkauf</a:t>
            </a:r>
          </a:p>
          <a:p>
            <a:r>
              <a:rPr lang="de-DE" dirty="0"/>
              <a:t>+49 8741 47 – 3574</a:t>
            </a:r>
          </a:p>
          <a:p>
            <a:r>
              <a:rPr lang="de-DE" dirty="0"/>
              <a:t>+49 152 2800 4115</a:t>
            </a:r>
          </a:p>
          <a:p>
            <a:r>
              <a:rPr lang="de-DE" dirty="0">
                <a:hlinkClick r:id="rId3"/>
              </a:rPr>
              <a:t>Renate.Schandl@draexlmaier.com</a:t>
            </a:r>
            <a:r>
              <a:rPr lang="de-DE" dirty="0"/>
              <a:t> 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E3838E1-F39C-B187-AE83-247B096CA9D3}"/>
              </a:ext>
            </a:extLst>
          </p:cNvPr>
          <p:cNvSpPr txBox="1"/>
          <p:nvPr/>
        </p:nvSpPr>
        <p:spPr>
          <a:xfrm>
            <a:off x="727787" y="3528926"/>
            <a:ext cx="44227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Juhasz </a:t>
            </a:r>
            <a:r>
              <a:rPr lang="de-DE" b="1" dirty="0" err="1"/>
              <a:t>Levente</a:t>
            </a:r>
            <a:endParaRPr lang="de-DE" b="1" dirty="0"/>
          </a:p>
          <a:p>
            <a:r>
              <a:rPr lang="de-DE" dirty="0"/>
              <a:t>Technik </a:t>
            </a:r>
          </a:p>
          <a:p>
            <a:r>
              <a:rPr lang="de-DE" dirty="0"/>
              <a:t>+40 723 100 146</a:t>
            </a:r>
          </a:p>
          <a:p>
            <a:r>
              <a:rPr lang="de-DE" dirty="0">
                <a:hlinkClick r:id="rId4"/>
              </a:rPr>
              <a:t>Levente-istvan.juhasz@draexlmaier.com</a:t>
            </a:r>
            <a:r>
              <a:rPr lang="de-DE" dirty="0"/>
              <a:t> 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62616421-C61E-07A6-12BE-2A0B751691B1}"/>
              </a:ext>
            </a:extLst>
          </p:cNvPr>
          <p:cNvSpPr txBox="1"/>
          <p:nvPr/>
        </p:nvSpPr>
        <p:spPr>
          <a:xfrm>
            <a:off x="727786" y="4895566"/>
            <a:ext cx="44227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Roland </a:t>
            </a:r>
            <a:r>
              <a:rPr lang="de-DE" b="1" dirty="0" err="1"/>
              <a:t>Györi</a:t>
            </a:r>
            <a:endParaRPr lang="de-DE" b="1" dirty="0"/>
          </a:p>
          <a:p>
            <a:r>
              <a:rPr lang="de-DE" dirty="0"/>
              <a:t>Technik </a:t>
            </a:r>
          </a:p>
          <a:p>
            <a:r>
              <a:rPr lang="de-DE" dirty="0"/>
              <a:t>+40 732 723 879</a:t>
            </a:r>
          </a:p>
          <a:p>
            <a:r>
              <a:rPr lang="de-DE" dirty="0">
                <a:hlinkClick r:id="rId4"/>
              </a:rPr>
              <a:t>Levente-istvan.juhasz@draexlmaier.com</a:t>
            </a:r>
            <a:r>
              <a:rPr lang="de-DE" dirty="0"/>
              <a:t> 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96B7217-41FA-9413-60C9-4BEAAA5BEFBD}"/>
              </a:ext>
            </a:extLst>
          </p:cNvPr>
          <p:cNvSpPr txBox="1"/>
          <p:nvPr/>
        </p:nvSpPr>
        <p:spPr>
          <a:xfrm>
            <a:off x="6410130" y="1974998"/>
            <a:ext cx="36669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Rudolf Schano </a:t>
            </a:r>
          </a:p>
          <a:p>
            <a:r>
              <a:rPr lang="de-DE" dirty="0"/>
              <a:t>Technischer Vertrieb</a:t>
            </a:r>
          </a:p>
          <a:p>
            <a:r>
              <a:rPr lang="de-DE" dirty="0"/>
              <a:t>+49 9424 544 953</a:t>
            </a:r>
          </a:p>
          <a:p>
            <a:r>
              <a:rPr lang="de-DE" dirty="0"/>
              <a:t>+49 151 4026 3053</a:t>
            </a:r>
          </a:p>
          <a:p>
            <a:r>
              <a:rPr lang="de-DE" dirty="0">
                <a:hlinkClick r:id="rId5"/>
              </a:rPr>
              <a:t>Schano.Rudolf@gluth.eu</a:t>
            </a:r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88888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80009168-3F6D-52F3-D8FA-D4C4AE222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524" y="161538"/>
            <a:ext cx="4656790" cy="265716"/>
          </a:xfrm>
        </p:spPr>
        <p:txBody>
          <a:bodyPr/>
          <a:lstStyle/>
          <a:p>
            <a:r>
              <a:rPr lang="de-DE" sz="2000" b="1" dirty="0"/>
              <a:t>Grundlagen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4AC4C9F-1E10-78BF-F902-58730806B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749" y="796961"/>
            <a:ext cx="2480195" cy="3462218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7FF60227-D80A-9B1F-43AE-E2E9558579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7195" y="4628886"/>
            <a:ext cx="2811055" cy="2036044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9275E285-8896-1DDF-96A8-88A2E46775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485899"/>
            <a:ext cx="3425685" cy="2229235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04E36EB6-A9DE-8585-FA40-174E1D586A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1150" y="3925287"/>
            <a:ext cx="3425686" cy="20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267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68CBAC-E2D3-4553-7EFE-46E9E90F1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000" b="1" dirty="0"/>
              <a:t>Aufgabenbeschreibung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DB7975F-6210-C333-7239-147641C31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3975576"/>
            <a:ext cx="4146100" cy="201247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1C196DB-AFA2-C053-AEE9-8D37975DF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055774"/>
            <a:ext cx="4782843" cy="215285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6102427E-A1B8-12C0-094B-9F56A3E819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3771" y="973225"/>
            <a:ext cx="4107085" cy="2862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910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397652D8-7311-D91E-65FD-D9A02B50C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524" y="161538"/>
            <a:ext cx="4656790" cy="265716"/>
          </a:xfrm>
        </p:spPr>
        <p:txBody>
          <a:bodyPr/>
          <a:lstStyle/>
          <a:p>
            <a:r>
              <a:rPr lang="de-DE" sz="2000" b="1" dirty="0"/>
              <a:t>Aufgabenbeschreibung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DD63B7D-DFAB-6F14-F817-89C9BFBA1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744" y="895570"/>
            <a:ext cx="3892216" cy="1596177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7EBF4D46-57B8-1CC1-E89F-65921EA69E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5413"/>
          <a:stretch/>
        </p:blipFill>
        <p:spPr>
          <a:xfrm>
            <a:off x="1473993" y="2473701"/>
            <a:ext cx="3837950" cy="254346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7ED41CFF-4D89-E207-4E9F-40A7C78577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354" b="-9726"/>
          <a:stretch/>
        </p:blipFill>
        <p:spPr>
          <a:xfrm>
            <a:off x="5721746" y="1088857"/>
            <a:ext cx="3591033" cy="3489158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29B3EADC-9885-B49D-B935-FEE623F617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730" y="4068028"/>
            <a:ext cx="3609082" cy="242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4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656EAC3B-36D3-607F-2B2B-5A7CE5A76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524" y="161538"/>
            <a:ext cx="4656790" cy="265716"/>
          </a:xfrm>
        </p:spPr>
        <p:txBody>
          <a:bodyPr/>
          <a:lstStyle/>
          <a:p>
            <a:r>
              <a:rPr lang="de-DE" sz="2000" b="1" dirty="0"/>
              <a:t>Variante 1</a:t>
            </a:r>
            <a:br>
              <a:rPr lang="de-DE" sz="2000" b="1" dirty="0"/>
            </a:br>
            <a:endParaRPr lang="de-DE" sz="2000" b="1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AA07279-1571-F6D0-B58D-4093BC5C5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549" y="874403"/>
            <a:ext cx="8048481" cy="5349826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5FD4D366-51BC-C264-7B27-DA4094DEDCB3}"/>
              </a:ext>
            </a:extLst>
          </p:cNvPr>
          <p:cNvSpPr txBox="1"/>
          <p:nvPr/>
        </p:nvSpPr>
        <p:spPr>
          <a:xfrm>
            <a:off x="249382" y="754087"/>
            <a:ext cx="2745945" cy="1908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Variante 1:</a:t>
            </a:r>
          </a:p>
          <a:p>
            <a:r>
              <a:rPr lang="de-DE" b="1" dirty="0"/>
              <a:t>„Vollautomatisiert“</a:t>
            </a:r>
          </a:p>
          <a:p>
            <a:r>
              <a:rPr lang="de-DE" sz="1400" i="1" dirty="0"/>
              <a:t>Vorgaben laut Lastenheft</a:t>
            </a:r>
          </a:p>
          <a:p>
            <a:endParaRPr lang="de-DE" sz="1400" i="1" dirty="0"/>
          </a:p>
          <a:p>
            <a:r>
              <a:rPr lang="de-DE" b="1" dirty="0"/>
              <a:t>Eingabe Station 1: Manuell</a:t>
            </a:r>
          </a:p>
          <a:p>
            <a:endParaRPr lang="de-DE" b="1" dirty="0"/>
          </a:p>
          <a:p>
            <a:r>
              <a:rPr lang="de-DE" b="1" dirty="0"/>
              <a:t>Station 2 – 8: Automatisch</a:t>
            </a:r>
          </a:p>
        </p:txBody>
      </p:sp>
    </p:spTree>
    <p:extLst>
      <p:ext uri="{BB962C8B-B14F-4D97-AF65-F5344CB8AC3E}">
        <p14:creationId xmlns:p14="http://schemas.microsoft.com/office/powerpoint/2010/main" val="1684536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1" name="Gruppieren 460">
            <a:extLst>
              <a:ext uri="{FF2B5EF4-FFF2-40B4-BE49-F238E27FC236}">
                <a16:creationId xmlns:a16="http://schemas.microsoft.com/office/drawing/2014/main" id="{9D2BC07D-94FB-EF3D-DAB0-C9D28E0CB77A}"/>
              </a:ext>
            </a:extLst>
          </p:cNvPr>
          <p:cNvGrpSpPr/>
          <p:nvPr/>
        </p:nvGrpSpPr>
        <p:grpSpPr>
          <a:xfrm>
            <a:off x="905293" y="3155291"/>
            <a:ext cx="2880000" cy="914400"/>
            <a:chOff x="10477500" y="2019300"/>
            <a:chExt cx="2130552" cy="914400"/>
          </a:xfrm>
        </p:grpSpPr>
        <p:sp>
          <p:nvSpPr>
            <p:cNvPr id="459" name="Rechteck 458">
              <a:extLst>
                <a:ext uri="{FF2B5EF4-FFF2-40B4-BE49-F238E27FC236}">
                  <a16:creationId xmlns:a16="http://schemas.microsoft.com/office/drawing/2014/main" id="{A9239BFF-5C05-8C7C-25BD-705881200CF1}"/>
                </a:ext>
              </a:extLst>
            </p:cNvPr>
            <p:cNvSpPr/>
            <p:nvPr/>
          </p:nvSpPr>
          <p:spPr>
            <a:xfrm>
              <a:off x="10477500" y="2019300"/>
              <a:ext cx="914400" cy="9144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0" name="Gleichschenkliges Dreieck 459">
              <a:extLst>
                <a:ext uri="{FF2B5EF4-FFF2-40B4-BE49-F238E27FC236}">
                  <a16:creationId xmlns:a16="http://schemas.microsoft.com/office/drawing/2014/main" id="{09F30C0B-A8AA-1AAE-F46D-E8CFE7A4777B}"/>
                </a:ext>
              </a:extLst>
            </p:cNvPr>
            <p:cNvSpPr/>
            <p:nvPr/>
          </p:nvSpPr>
          <p:spPr>
            <a:xfrm rot="5400000">
              <a:off x="11542776" y="1868424"/>
              <a:ext cx="914400" cy="1216152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F6CDCACF-FA6D-63DB-9853-242F80D01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F74E03ED-0935-C6EA-29FC-5AD9B7F23AAF}"/>
              </a:ext>
            </a:extLst>
          </p:cNvPr>
          <p:cNvSpPr/>
          <p:nvPr/>
        </p:nvSpPr>
        <p:spPr>
          <a:xfrm>
            <a:off x="2774044" y="2162627"/>
            <a:ext cx="2880000" cy="2880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C1E3C6C0-7973-3C54-6275-68D0DF6B2082}"/>
              </a:ext>
            </a:extLst>
          </p:cNvPr>
          <p:cNvGrpSpPr/>
          <p:nvPr/>
        </p:nvGrpSpPr>
        <p:grpSpPr>
          <a:xfrm>
            <a:off x="6545548" y="2609207"/>
            <a:ext cx="305745" cy="779914"/>
            <a:chOff x="5307602" y="2341238"/>
            <a:chExt cx="305745" cy="779914"/>
          </a:xfrm>
        </p:grpSpPr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05F2FC26-3BA7-33CB-EC02-5C1806AE9724}"/>
                </a:ext>
              </a:extLst>
            </p:cNvPr>
            <p:cNvSpPr>
              <a:spLocks/>
            </p:cNvSpPr>
            <p:nvPr/>
          </p:nvSpPr>
          <p:spPr>
            <a:xfrm>
              <a:off x="5361432" y="2657856"/>
              <a:ext cx="188976" cy="463296"/>
            </a:xfrm>
            <a:prstGeom prst="rect">
              <a:avLst/>
            </a:prstGeom>
            <a:ln w="28575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4000" dirty="0"/>
            </a:p>
          </p:txBody>
        </p:sp>
        <p:grpSp>
          <p:nvGrpSpPr>
            <p:cNvPr id="8" name="Gruppieren 7">
              <a:extLst>
                <a:ext uri="{FF2B5EF4-FFF2-40B4-BE49-F238E27FC236}">
                  <a16:creationId xmlns:a16="http://schemas.microsoft.com/office/drawing/2014/main" id="{C9BF5201-73F6-FFDA-9165-DD2667677949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68111" y="3000272"/>
              <a:ext cx="45719" cy="45719"/>
              <a:chOff x="4108704" y="1731264"/>
              <a:chExt cx="1408176" cy="3072384"/>
            </a:xfrm>
          </p:grpSpPr>
          <p:sp>
            <p:nvSpPr>
              <p:cNvPr id="184" name="Freihandform: Form 183">
                <a:extLst>
                  <a:ext uri="{FF2B5EF4-FFF2-40B4-BE49-F238E27FC236}">
                    <a16:creationId xmlns:a16="http://schemas.microsoft.com/office/drawing/2014/main" id="{BD57FE37-BF2D-8AA5-9D1B-2423F8578BD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85" name="Ellipse 184">
                <a:extLst>
                  <a:ext uri="{FF2B5EF4-FFF2-40B4-BE49-F238E27FC236}">
                    <a16:creationId xmlns:a16="http://schemas.microsoft.com/office/drawing/2014/main" id="{16C402EA-2BDE-FA84-90C4-13264125E4B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8C165A95-928B-3FA1-67AF-7081C3170454}"/>
                </a:ext>
              </a:extLst>
            </p:cNvPr>
            <p:cNvGrpSpPr>
              <a:grpSpLocks/>
            </p:cNvGrpSpPr>
            <p:nvPr/>
          </p:nvGrpSpPr>
          <p:grpSpPr>
            <a:xfrm rot="5400000">
              <a:off x="5391912" y="2914270"/>
              <a:ext cx="45719" cy="45719"/>
              <a:chOff x="4108704" y="1731264"/>
              <a:chExt cx="1408176" cy="3072384"/>
            </a:xfrm>
          </p:grpSpPr>
          <p:sp>
            <p:nvSpPr>
              <p:cNvPr id="182" name="Freihandform: Form 181">
                <a:extLst>
                  <a:ext uri="{FF2B5EF4-FFF2-40B4-BE49-F238E27FC236}">
                    <a16:creationId xmlns:a16="http://schemas.microsoft.com/office/drawing/2014/main" id="{F9819827-FE43-B3EA-8198-E6C05A310D9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83" name="Ellipse 182">
                <a:extLst>
                  <a:ext uri="{FF2B5EF4-FFF2-40B4-BE49-F238E27FC236}">
                    <a16:creationId xmlns:a16="http://schemas.microsoft.com/office/drawing/2014/main" id="{81A543F6-7B30-5362-390B-CD27F857BDD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0" name="Gruppieren 9">
              <a:extLst>
                <a:ext uri="{FF2B5EF4-FFF2-40B4-BE49-F238E27FC236}">
                  <a16:creationId xmlns:a16="http://schemas.microsoft.com/office/drawing/2014/main" id="{85DB7B8E-1C19-9B64-3C10-D37AB2F9A0F5}"/>
                </a:ext>
              </a:extLst>
            </p:cNvPr>
            <p:cNvGrpSpPr>
              <a:grpSpLocks/>
            </p:cNvGrpSpPr>
            <p:nvPr/>
          </p:nvGrpSpPr>
          <p:grpSpPr>
            <a:xfrm>
              <a:off x="5387342" y="2806069"/>
              <a:ext cx="45719" cy="45719"/>
              <a:chOff x="4108704" y="1731264"/>
              <a:chExt cx="1408176" cy="3072384"/>
            </a:xfrm>
          </p:grpSpPr>
          <p:sp>
            <p:nvSpPr>
              <p:cNvPr id="180" name="Freihandform: Form 179">
                <a:extLst>
                  <a:ext uri="{FF2B5EF4-FFF2-40B4-BE49-F238E27FC236}">
                    <a16:creationId xmlns:a16="http://schemas.microsoft.com/office/drawing/2014/main" id="{BD7C5D3D-DE42-DB75-779B-BB47F2DCEE1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81" name="Ellipse 180">
                <a:extLst>
                  <a:ext uri="{FF2B5EF4-FFF2-40B4-BE49-F238E27FC236}">
                    <a16:creationId xmlns:a16="http://schemas.microsoft.com/office/drawing/2014/main" id="{22567D27-6F1A-50E6-198E-24C7542C0FF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A7307FBC-E387-5F61-FDC8-C0AFCDEA5FE5}"/>
                </a:ext>
              </a:extLst>
            </p:cNvPr>
            <p:cNvGrpSpPr>
              <a:grpSpLocks/>
            </p:cNvGrpSpPr>
            <p:nvPr/>
          </p:nvGrpSpPr>
          <p:grpSpPr>
            <a:xfrm rot="12898439">
              <a:off x="5478615" y="2860763"/>
              <a:ext cx="45719" cy="45719"/>
              <a:chOff x="4108704" y="1731264"/>
              <a:chExt cx="1408176" cy="3072384"/>
            </a:xfrm>
          </p:grpSpPr>
          <p:sp>
            <p:nvSpPr>
              <p:cNvPr id="178" name="Freihandform: Form 177">
                <a:extLst>
                  <a:ext uri="{FF2B5EF4-FFF2-40B4-BE49-F238E27FC236}">
                    <a16:creationId xmlns:a16="http://schemas.microsoft.com/office/drawing/2014/main" id="{1A34C28E-D106-C258-6205-90AFB62EBB2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79" name="Ellipse 178">
                <a:extLst>
                  <a:ext uri="{FF2B5EF4-FFF2-40B4-BE49-F238E27FC236}">
                    <a16:creationId xmlns:a16="http://schemas.microsoft.com/office/drawing/2014/main" id="{2DAA3AFC-9313-D26C-70A2-F55545D64E4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2" name="Gruppieren 11">
              <a:extLst>
                <a:ext uri="{FF2B5EF4-FFF2-40B4-BE49-F238E27FC236}">
                  <a16:creationId xmlns:a16="http://schemas.microsoft.com/office/drawing/2014/main" id="{659F56D9-B53E-3433-AD04-0BD392E81E55}"/>
                </a:ext>
              </a:extLst>
            </p:cNvPr>
            <p:cNvGrpSpPr>
              <a:grpSpLocks/>
            </p:cNvGrpSpPr>
            <p:nvPr/>
          </p:nvGrpSpPr>
          <p:grpSpPr>
            <a:xfrm rot="18150895">
              <a:off x="5403340" y="3036467"/>
              <a:ext cx="45719" cy="45719"/>
              <a:chOff x="4108704" y="1731264"/>
              <a:chExt cx="1408176" cy="3072384"/>
            </a:xfrm>
          </p:grpSpPr>
          <p:sp>
            <p:nvSpPr>
              <p:cNvPr id="176" name="Freihandform: Form 175">
                <a:extLst>
                  <a:ext uri="{FF2B5EF4-FFF2-40B4-BE49-F238E27FC236}">
                    <a16:creationId xmlns:a16="http://schemas.microsoft.com/office/drawing/2014/main" id="{5D4F8E5A-2630-7657-2B59-E57DEE88B98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77" name="Ellipse 176">
                <a:extLst>
                  <a:ext uri="{FF2B5EF4-FFF2-40B4-BE49-F238E27FC236}">
                    <a16:creationId xmlns:a16="http://schemas.microsoft.com/office/drawing/2014/main" id="{DDED678C-8412-35AC-07F7-8ED390BC9DA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sp>
          <p:nvSpPr>
            <p:cNvPr id="13" name="Rechteck: abgerundete Ecken 12">
              <a:extLst>
                <a:ext uri="{FF2B5EF4-FFF2-40B4-BE49-F238E27FC236}">
                  <a16:creationId xmlns:a16="http://schemas.microsoft.com/office/drawing/2014/main" id="{643C8994-0968-F92D-583C-A59FFE077854}"/>
                </a:ext>
              </a:extLst>
            </p:cNvPr>
            <p:cNvSpPr>
              <a:spLocks/>
            </p:cNvSpPr>
            <p:nvPr/>
          </p:nvSpPr>
          <p:spPr>
            <a:xfrm>
              <a:off x="5307602" y="2341238"/>
              <a:ext cx="305745" cy="31737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/>
            </a:p>
          </p:txBody>
        </p:sp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59C41DBB-11E4-2529-AD5F-293520147679}"/>
                </a:ext>
              </a:extLst>
            </p:cNvPr>
            <p:cNvGrpSpPr>
              <a:grpSpLocks/>
            </p:cNvGrpSpPr>
            <p:nvPr/>
          </p:nvGrpSpPr>
          <p:grpSpPr>
            <a:xfrm>
              <a:off x="5399349" y="2444874"/>
              <a:ext cx="45719" cy="45719"/>
              <a:chOff x="4108704" y="1731264"/>
              <a:chExt cx="1408176" cy="3072384"/>
            </a:xfrm>
          </p:grpSpPr>
          <p:sp>
            <p:nvSpPr>
              <p:cNvPr id="174" name="Freihandform: Form 173">
                <a:extLst>
                  <a:ext uri="{FF2B5EF4-FFF2-40B4-BE49-F238E27FC236}">
                    <a16:creationId xmlns:a16="http://schemas.microsoft.com/office/drawing/2014/main" id="{80360DE2-AFC4-510D-1B3D-F98B269EF57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75" name="Ellipse 174">
                <a:extLst>
                  <a:ext uri="{FF2B5EF4-FFF2-40B4-BE49-F238E27FC236}">
                    <a16:creationId xmlns:a16="http://schemas.microsoft.com/office/drawing/2014/main" id="{E95FE88C-F7C4-C387-CA2B-DED02EF5325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5" name="Gruppieren 14">
              <a:extLst>
                <a:ext uri="{FF2B5EF4-FFF2-40B4-BE49-F238E27FC236}">
                  <a16:creationId xmlns:a16="http://schemas.microsoft.com/office/drawing/2014/main" id="{F2651F32-633B-888B-64BC-D172DD7E52A0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37614" y="2430455"/>
              <a:ext cx="45719" cy="45719"/>
              <a:chOff x="4108704" y="1731264"/>
              <a:chExt cx="1408176" cy="3072384"/>
            </a:xfrm>
          </p:grpSpPr>
          <p:sp>
            <p:nvSpPr>
              <p:cNvPr id="172" name="Freihandform: Form 171">
                <a:extLst>
                  <a:ext uri="{FF2B5EF4-FFF2-40B4-BE49-F238E27FC236}">
                    <a16:creationId xmlns:a16="http://schemas.microsoft.com/office/drawing/2014/main" id="{E4A80BFF-2859-F655-3D83-EDDEFE5AA27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73" name="Ellipse 172">
                <a:extLst>
                  <a:ext uri="{FF2B5EF4-FFF2-40B4-BE49-F238E27FC236}">
                    <a16:creationId xmlns:a16="http://schemas.microsoft.com/office/drawing/2014/main" id="{24908B9D-5A9D-0D48-2A83-A55ECB6EABD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FBE3A7CF-A30F-E46C-08E3-F58075F60FC2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14754" y="2460911"/>
              <a:ext cx="45719" cy="45719"/>
              <a:chOff x="4108704" y="1731264"/>
              <a:chExt cx="1408176" cy="3072384"/>
            </a:xfrm>
          </p:grpSpPr>
          <p:sp>
            <p:nvSpPr>
              <p:cNvPr id="170" name="Freihandform: Form 169">
                <a:extLst>
                  <a:ext uri="{FF2B5EF4-FFF2-40B4-BE49-F238E27FC236}">
                    <a16:creationId xmlns:a16="http://schemas.microsoft.com/office/drawing/2014/main" id="{29C33270-D83F-E09C-6D46-1D04CC86320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71" name="Ellipse 170">
                <a:extLst>
                  <a:ext uri="{FF2B5EF4-FFF2-40B4-BE49-F238E27FC236}">
                    <a16:creationId xmlns:a16="http://schemas.microsoft.com/office/drawing/2014/main" id="{0D09C035-6B39-20DD-8E3C-516D1CBFD4D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7" name="Gruppieren 16">
              <a:extLst>
                <a:ext uri="{FF2B5EF4-FFF2-40B4-BE49-F238E27FC236}">
                  <a16:creationId xmlns:a16="http://schemas.microsoft.com/office/drawing/2014/main" id="{C5553641-57AA-8C66-D1FA-BB5A3D9285DB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37933" y="2494849"/>
              <a:ext cx="45719" cy="45719"/>
              <a:chOff x="4108704" y="1731264"/>
              <a:chExt cx="1408176" cy="3072384"/>
            </a:xfrm>
          </p:grpSpPr>
          <p:sp>
            <p:nvSpPr>
              <p:cNvPr id="168" name="Freihandform: Form 167">
                <a:extLst>
                  <a:ext uri="{FF2B5EF4-FFF2-40B4-BE49-F238E27FC236}">
                    <a16:creationId xmlns:a16="http://schemas.microsoft.com/office/drawing/2014/main" id="{DCA4ABED-360D-5EFD-4170-F259EA92450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69" name="Ellipse 168">
                <a:extLst>
                  <a:ext uri="{FF2B5EF4-FFF2-40B4-BE49-F238E27FC236}">
                    <a16:creationId xmlns:a16="http://schemas.microsoft.com/office/drawing/2014/main" id="{FAA96ACB-BFEE-6655-2917-E92146439F2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98405E48-0D8E-1598-E84A-06F2B1E0C563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48302" y="2460839"/>
              <a:ext cx="45719" cy="45719"/>
              <a:chOff x="4108704" y="1731264"/>
              <a:chExt cx="1408176" cy="3072384"/>
            </a:xfrm>
          </p:grpSpPr>
          <p:sp>
            <p:nvSpPr>
              <p:cNvPr id="166" name="Freihandform: Form 165">
                <a:extLst>
                  <a:ext uri="{FF2B5EF4-FFF2-40B4-BE49-F238E27FC236}">
                    <a16:creationId xmlns:a16="http://schemas.microsoft.com/office/drawing/2014/main" id="{471F1D5B-0457-47DD-496D-CC81E4E1BC9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67" name="Ellipse 166">
                <a:extLst>
                  <a:ext uri="{FF2B5EF4-FFF2-40B4-BE49-F238E27FC236}">
                    <a16:creationId xmlns:a16="http://schemas.microsoft.com/office/drawing/2014/main" id="{08FCED8A-1E73-7CF6-00F6-E8921464DDD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19" name="Gruppieren 18">
              <a:extLst>
                <a:ext uri="{FF2B5EF4-FFF2-40B4-BE49-F238E27FC236}">
                  <a16:creationId xmlns:a16="http://schemas.microsoft.com/office/drawing/2014/main" id="{85D5C35F-E2D5-C4E2-98CF-390103F24DBF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58760" y="2441430"/>
              <a:ext cx="45719" cy="45719"/>
              <a:chOff x="4108704" y="1731264"/>
              <a:chExt cx="1408176" cy="3072384"/>
            </a:xfrm>
          </p:grpSpPr>
          <p:sp>
            <p:nvSpPr>
              <p:cNvPr id="164" name="Freihandform: Form 163">
                <a:extLst>
                  <a:ext uri="{FF2B5EF4-FFF2-40B4-BE49-F238E27FC236}">
                    <a16:creationId xmlns:a16="http://schemas.microsoft.com/office/drawing/2014/main" id="{0970AFBD-DF1A-B2D7-DBAE-690ECA13FB0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65" name="Ellipse 164">
                <a:extLst>
                  <a:ext uri="{FF2B5EF4-FFF2-40B4-BE49-F238E27FC236}">
                    <a16:creationId xmlns:a16="http://schemas.microsoft.com/office/drawing/2014/main" id="{DBABDB3C-F642-4DC0-0134-6E1714426F7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20" name="Gruppieren 19">
              <a:extLst>
                <a:ext uri="{FF2B5EF4-FFF2-40B4-BE49-F238E27FC236}">
                  <a16:creationId xmlns:a16="http://schemas.microsoft.com/office/drawing/2014/main" id="{9EA46997-8909-AC10-9E71-B4CE796CE144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97025" y="2427011"/>
              <a:ext cx="45719" cy="45719"/>
              <a:chOff x="4108704" y="1731264"/>
              <a:chExt cx="1408176" cy="3072384"/>
            </a:xfrm>
          </p:grpSpPr>
          <p:sp>
            <p:nvSpPr>
              <p:cNvPr id="162" name="Freihandform: Form 161">
                <a:extLst>
                  <a:ext uri="{FF2B5EF4-FFF2-40B4-BE49-F238E27FC236}">
                    <a16:creationId xmlns:a16="http://schemas.microsoft.com/office/drawing/2014/main" id="{B01D0520-01EE-B833-6750-3F3C8C3CC64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63" name="Ellipse 162">
                <a:extLst>
                  <a:ext uri="{FF2B5EF4-FFF2-40B4-BE49-F238E27FC236}">
                    <a16:creationId xmlns:a16="http://schemas.microsoft.com/office/drawing/2014/main" id="{C2801431-00A0-F63C-2FF4-D71B4E73653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21" name="Gruppieren 20">
              <a:extLst>
                <a:ext uri="{FF2B5EF4-FFF2-40B4-BE49-F238E27FC236}">
                  <a16:creationId xmlns:a16="http://schemas.microsoft.com/office/drawing/2014/main" id="{A742ADF7-8F87-EA1B-5145-E6000D3E7A6C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74165" y="2457467"/>
              <a:ext cx="45719" cy="45719"/>
              <a:chOff x="4108704" y="1731264"/>
              <a:chExt cx="1408176" cy="3072384"/>
            </a:xfrm>
          </p:grpSpPr>
          <p:sp>
            <p:nvSpPr>
              <p:cNvPr id="160" name="Freihandform: Form 159">
                <a:extLst>
                  <a:ext uri="{FF2B5EF4-FFF2-40B4-BE49-F238E27FC236}">
                    <a16:creationId xmlns:a16="http://schemas.microsoft.com/office/drawing/2014/main" id="{24D289DA-2CD9-E6B4-063D-03E91367DD4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61" name="Ellipse 160">
                <a:extLst>
                  <a:ext uri="{FF2B5EF4-FFF2-40B4-BE49-F238E27FC236}">
                    <a16:creationId xmlns:a16="http://schemas.microsoft.com/office/drawing/2014/main" id="{C451AC13-F505-31C3-9FCB-07339372A63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22" name="Gruppieren 21">
              <a:extLst>
                <a:ext uri="{FF2B5EF4-FFF2-40B4-BE49-F238E27FC236}">
                  <a16:creationId xmlns:a16="http://schemas.microsoft.com/office/drawing/2014/main" id="{9A12E466-CF59-108C-190A-C06B9E147908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97344" y="2491405"/>
              <a:ext cx="45719" cy="45719"/>
              <a:chOff x="4108704" y="1731264"/>
              <a:chExt cx="1408176" cy="3072384"/>
            </a:xfrm>
          </p:grpSpPr>
          <p:sp>
            <p:nvSpPr>
              <p:cNvPr id="158" name="Freihandform: Form 157">
                <a:extLst>
                  <a:ext uri="{FF2B5EF4-FFF2-40B4-BE49-F238E27FC236}">
                    <a16:creationId xmlns:a16="http://schemas.microsoft.com/office/drawing/2014/main" id="{E0A79A22-DB4C-34D2-FEF9-FD56DAF0EAD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59" name="Ellipse 158">
                <a:extLst>
                  <a:ext uri="{FF2B5EF4-FFF2-40B4-BE49-F238E27FC236}">
                    <a16:creationId xmlns:a16="http://schemas.microsoft.com/office/drawing/2014/main" id="{04595034-5FAD-B9B4-99EF-DFB1743F6DE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71D80A76-504A-21D1-9B3F-5998E50D0E3C}"/>
                </a:ext>
              </a:extLst>
            </p:cNvPr>
            <p:cNvGrpSpPr>
              <a:grpSpLocks/>
            </p:cNvGrpSpPr>
            <p:nvPr/>
          </p:nvGrpSpPr>
          <p:grpSpPr>
            <a:xfrm>
              <a:off x="5507713" y="2457395"/>
              <a:ext cx="45719" cy="45719"/>
              <a:chOff x="4108704" y="1731264"/>
              <a:chExt cx="1408176" cy="3072384"/>
            </a:xfrm>
          </p:grpSpPr>
          <p:sp>
            <p:nvSpPr>
              <p:cNvPr id="156" name="Freihandform: Form 155">
                <a:extLst>
                  <a:ext uri="{FF2B5EF4-FFF2-40B4-BE49-F238E27FC236}">
                    <a16:creationId xmlns:a16="http://schemas.microsoft.com/office/drawing/2014/main" id="{024228A0-58F4-D9B0-C226-F0CFBBD443C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57" name="Ellipse 156">
                <a:extLst>
                  <a:ext uri="{FF2B5EF4-FFF2-40B4-BE49-F238E27FC236}">
                    <a16:creationId xmlns:a16="http://schemas.microsoft.com/office/drawing/2014/main" id="{E2105629-7AE8-01C2-DE29-CBC92DF11C4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24" name="Gruppieren 23">
              <a:extLst>
                <a:ext uri="{FF2B5EF4-FFF2-40B4-BE49-F238E27FC236}">
                  <a16:creationId xmlns:a16="http://schemas.microsoft.com/office/drawing/2014/main" id="{F8BD3E5B-7B10-15B0-875C-91EEE06F4319}"/>
                </a:ext>
              </a:extLst>
            </p:cNvPr>
            <p:cNvGrpSpPr>
              <a:grpSpLocks/>
            </p:cNvGrpSpPr>
            <p:nvPr/>
          </p:nvGrpSpPr>
          <p:grpSpPr>
            <a:xfrm rot="2644717">
              <a:off x="5368557" y="2470673"/>
              <a:ext cx="45719" cy="45719"/>
              <a:chOff x="4108704" y="1731264"/>
              <a:chExt cx="1408176" cy="3072384"/>
            </a:xfrm>
          </p:grpSpPr>
          <p:sp>
            <p:nvSpPr>
              <p:cNvPr id="154" name="Freihandform: Form 153">
                <a:extLst>
                  <a:ext uri="{FF2B5EF4-FFF2-40B4-BE49-F238E27FC236}">
                    <a16:creationId xmlns:a16="http://schemas.microsoft.com/office/drawing/2014/main" id="{CE8B0912-D641-B6BB-D060-AFD0BB4CFA1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55" name="Ellipse 154">
                <a:extLst>
                  <a:ext uri="{FF2B5EF4-FFF2-40B4-BE49-F238E27FC236}">
                    <a16:creationId xmlns:a16="http://schemas.microsoft.com/office/drawing/2014/main" id="{99947F07-6A53-D935-DE04-45D9C9FE44C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25" name="Gruppieren 24">
              <a:extLst>
                <a:ext uri="{FF2B5EF4-FFF2-40B4-BE49-F238E27FC236}">
                  <a16:creationId xmlns:a16="http://schemas.microsoft.com/office/drawing/2014/main" id="{A7EC3368-9483-F0F8-029A-D680C595C8D6}"/>
                </a:ext>
              </a:extLst>
            </p:cNvPr>
            <p:cNvGrpSpPr>
              <a:grpSpLocks/>
            </p:cNvGrpSpPr>
            <p:nvPr/>
          </p:nvGrpSpPr>
          <p:grpSpPr>
            <a:xfrm rot="2644717">
              <a:off x="5406822" y="2456254"/>
              <a:ext cx="45719" cy="45719"/>
              <a:chOff x="4108704" y="1731264"/>
              <a:chExt cx="1408176" cy="3072384"/>
            </a:xfrm>
          </p:grpSpPr>
          <p:sp>
            <p:nvSpPr>
              <p:cNvPr id="152" name="Freihandform: Form 151">
                <a:extLst>
                  <a:ext uri="{FF2B5EF4-FFF2-40B4-BE49-F238E27FC236}">
                    <a16:creationId xmlns:a16="http://schemas.microsoft.com/office/drawing/2014/main" id="{D2E067B4-ABFB-2830-46CA-51B94009130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53" name="Ellipse 152">
                <a:extLst>
                  <a:ext uri="{FF2B5EF4-FFF2-40B4-BE49-F238E27FC236}">
                    <a16:creationId xmlns:a16="http://schemas.microsoft.com/office/drawing/2014/main" id="{FA109458-3D2E-3C4A-BF67-4D5F41368DF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26" name="Gruppieren 25">
              <a:extLst>
                <a:ext uri="{FF2B5EF4-FFF2-40B4-BE49-F238E27FC236}">
                  <a16:creationId xmlns:a16="http://schemas.microsoft.com/office/drawing/2014/main" id="{0DF2AE19-2C12-D22F-7692-F48A2E63ED07}"/>
                </a:ext>
              </a:extLst>
            </p:cNvPr>
            <p:cNvGrpSpPr>
              <a:grpSpLocks/>
            </p:cNvGrpSpPr>
            <p:nvPr/>
          </p:nvGrpSpPr>
          <p:grpSpPr>
            <a:xfrm rot="2644717">
              <a:off x="5383962" y="2486710"/>
              <a:ext cx="45719" cy="45719"/>
              <a:chOff x="4108704" y="1731264"/>
              <a:chExt cx="1408176" cy="3072384"/>
            </a:xfrm>
          </p:grpSpPr>
          <p:sp>
            <p:nvSpPr>
              <p:cNvPr id="150" name="Freihandform: Form 149">
                <a:extLst>
                  <a:ext uri="{FF2B5EF4-FFF2-40B4-BE49-F238E27FC236}">
                    <a16:creationId xmlns:a16="http://schemas.microsoft.com/office/drawing/2014/main" id="{78BE3D0E-E8A0-05B4-4798-70065A9DE9D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51" name="Ellipse 150">
                <a:extLst>
                  <a:ext uri="{FF2B5EF4-FFF2-40B4-BE49-F238E27FC236}">
                    <a16:creationId xmlns:a16="http://schemas.microsoft.com/office/drawing/2014/main" id="{9642EE7C-4534-EABE-17C5-1F999FDB681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2171AD99-4619-11FA-CF37-44D5A564D8D3}"/>
                </a:ext>
              </a:extLst>
            </p:cNvPr>
            <p:cNvGrpSpPr>
              <a:grpSpLocks/>
            </p:cNvGrpSpPr>
            <p:nvPr/>
          </p:nvGrpSpPr>
          <p:grpSpPr>
            <a:xfrm rot="2644717">
              <a:off x="5407141" y="2520648"/>
              <a:ext cx="45719" cy="45719"/>
              <a:chOff x="4108704" y="1731264"/>
              <a:chExt cx="1408176" cy="3072384"/>
            </a:xfrm>
          </p:grpSpPr>
          <p:sp>
            <p:nvSpPr>
              <p:cNvPr id="148" name="Freihandform: Form 147">
                <a:extLst>
                  <a:ext uri="{FF2B5EF4-FFF2-40B4-BE49-F238E27FC236}">
                    <a16:creationId xmlns:a16="http://schemas.microsoft.com/office/drawing/2014/main" id="{D915F6E8-B55C-4C04-F543-B7F4462200B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49" name="Ellipse 148">
                <a:extLst>
                  <a:ext uri="{FF2B5EF4-FFF2-40B4-BE49-F238E27FC236}">
                    <a16:creationId xmlns:a16="http://schemas.microsoft.com/office/drawing/2014/main" id="{BBC42671-01EB-2CD2-EB2B-BC4126F6B33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3A8A34F9-5796-3732-7A14-A244C409B0A7}"/>
                </a:ext>
              </a:extLst>
            </p:cNvPr>
            <p:cNvGrpSpPr>
              <a:grpSpLocks/>
            </p:cNvGrpSpPr>
            <p:nvPr/>
          </p:nvGrpSpPr>
          <p:grpSpPr>
            <a:xfrm rot="2644717">
              <a:off x="5417510" y="2486638"/>
              <a:ext cx="45719" cy="45719"/>
              <a:chOff x="4108704" y="1731264"/>
              <a:chExt cx="1408176" cy="3072384"/>
            </a:xfrm>
          </p:grpSpPr>
          <p:sp>
            <p:nvSpPr>
              <p:cNvPr id="146" name="Freihandform: Form 145">
                <a:extLst>
                  <a:ext uri="{FF2B5EF4-FFF2-40B4-BE49-F238E27FC236}">
                    <a16:creationId xmlns:a16="http://schemas.microsoft.com/office/drawing/2014/main" id="{6EBA4B64-AB4A-3224-9AD2-F61EF15467E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47" name="Ellipse 146">
                <a:extLst>
                  <a:ext uri="{FF2B5EF4-FFF2-40B4-BE49-F238E27FC236}">
                    <a16:creationId xmlns:a16="http://schemas.microsoft.com/office/drawing/2014/main" id="{EF62CBA8-EED6-4128-B326-8AE9D6F8C50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29" name="Gruppieren 28">
              <a:extLst>
                <a:ext uri="{FF2B5EF4-FFF2-40B4-BE49-F238E27FC236}">
                  <a16:creationId xmlns:a16="http://schemas.microsoft.com/office/drawing/2014/main" id="{DF963822-5FFD-BA81-36A7-F28FD0941459}"/>
                </a:ext>
              </a:extLst>
            </p:cNvPr>
            <p:cNvGrpSpPr>
              <a:grpSpLocks/>
            </p:cNvGrpSpPr>
            <p:nvPr/>
          </p:nvGrpSpPr>
          <p:grpSpPr>
            <a:xfrm rot="18691575">
              <a:off x="5338354" y="2391441"/>
              <a:ext cx="45719" cy="45719"/>
              <a:chOff x="4108704" y="1731264"/>
              <a:chExt cx="1408176" cy="3072384"/>
            </a:xfrm>
          </p:grpSpPr>
          <p:sp>
            <p:nvSpPr>
              <p:cNvPr id="144" name="Freihandform: Form 143">
                <a:extLst>
                  <a:ext uri="{FF2B5EF4-FFF2-40B4-BE49-F238E27FC236}">
                    <a16:creationId xmlns:a16="http://schemas.microsoft.com/office/drawing/2014/main" id="{A4F21BAB-4728-9959-34A7-781AE376F36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45" name="Ellipse 144">
                <a:extLst>
                  <a:ext uri="{FF2B5EF4-FFF2-40B4-BE49-F238E27FC236}">
                    <a16:creationId xmlns:a16="http://schemas.microsoft.com/office/drawing/2014/main" id="{4B529B07-DC4B-C91C-B9BE-48271A560F1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30" name="Gruppieren 29">
              <a:extLst>
                <a:ext uri="{FF2B5EF4-FFF2-40B4-BE49-F238E27FC236}">
                  <a16:creationId xmlns:a16="http://schemas.microsoft.com/office/drawing/2014/main" id="{276710CA-D27B-C1F3-41C0-FED2914C327D}"/>
                </a:ext>
              </a:extLst>
            </p:cNvPr>
            <p:cNvGrpSpPr>
              <a:grpSpLocks/>
            </p:cNvGrpSpPr>
            <p:nvPr/>
          </p:nvGrpSpPr>
          <p:grpSpPr>
            <a:xfrm rot="18691575">
              <a:off x="5376619" y="2377022"/>
              <a:ext cx="45719" cy="45719"/>
              <a:chOff x="4108704" y="1731264"/>
              <a:chExt cx="1408176" cy="3072384"/>
            </a:xfrm>
          </p:grpSpPr>
          <p:sp>
            <p:nvSpPr>
              <p:cNvPr id="142" name="Freihandform: Form 141">
                <a:extLst>
                  <a:ext uri="{FF2B5EF4-FFF2-40B4-BE49-F238E27FC236}">
                    <a16:creationId xmlns:a16="http://schemas.microsoft.com/office/drawing/2014/main" id="{27D10611-6705-983B-47E3-F4682F6E043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43" name="Ellipse 142">
                <a:extLst>
                  <a:ext uri="{FF2B5EF4-FFF2-40B4-BE49-F238E27FC236}">
                    <a16:creationId xmlns:a16="http://schemas.microsoft.com/office/drawing/2014/main" id="{DDA0387C-F104-63E4-EEB3-2F26E754CF0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079D0512-858A-7D78-54F5-702F9FC5150E}"/>
                </a:ext>
              </a:extLst>
            </p:cNvPr>
            <p:cNvGrpSpPr>
              <a:grpSpLocks/>
            </p:cNvGrpSpPr>
            <p:nvPr/>
          </p:nvGrpSpPr>
          <p:grpSpPr>
            <a:xfrm rot="18691575">
              <a:off x="5353759" y="2407478"/>
              <a:ext cx="45719" cy="45719"/>
              <a:chOff x="4108704" y="1731264"/>
              <a:chExt cx="1408176" cy="3072384"/>
            </a:xfrm>
          </p:grpSpPr>
          <p:sp>
            <p:nvSpPr>
              <p:cNvPr id="140" name="Freihandform: Form 139">
                <a:extLst>
                  <a:ext uri="{FF2B5EF4-FFF2-40B4-BE49-F238E27FC236}">
                    <a16:creationId xmlns:a16="http://schemas.microsoft.com/office/drawing/2014/main" id="{8BE1C502-DAA8-6EB0-267A-EC7E7125516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41" name="Ellipse 140">
                <a:extLst>
                  <a:ext uri="{FF2B5EF4-FFF2-40B4-BE49-F238E27FC236}">
                    <a16:creationId xmlns:a16="http://schemas.microsoft.com/office/drawing/2014/main" id="{D280340C-DC16-16BB-C507-DEDC87CEE44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32" name="Gruppieren 31">
              <a:extLst>
                <a:ext uri="{FF2B5EF4-FFF2-40B4-BE49-F238E27FC236}">
                  <a16:creationId xmlns:a16="http://schemas.microsoft.com/office/drawing/2014/main" id="{62DCDA85-1EFD-0536-F066-3C366DDDD67B}"/>
                </a:ext>
              </a:extLst>
            </p:cNvPr>
            <p:cNvGrpSpPr>
              <a:grpSpLocks/>
            </p:cNvGrpSpPr>
            <p:nvPr/>
          </p:nvGrpSpPr>
          <p:grpSpPr>
            <a:xfrm rot="18691575">
              <a:off x="5376938" y="2441416"/>
              <a:ext cx="45719" cy="45719"/>
              <a:chOff x="4108704" y="1731264"/>
              <a:chExt cx="1408176" cy="3072384"/>
            </a:xfrm>
          </p:grpSpPr>
          <p:sp>
            <p:nvSpPr>
              <p:cNvPr id="138" name="Freihandform: Form 137">
                <a:extLst>
                  <a:ext uri="{FF2B5EF4-FFF2-40B4-BE49-F238E27FC236}">
                    <a16:creationId xmlns:a16="http://schemas.microsoft.com/office/drawing/2014/main" id="{7FCC88A5-F5D7-937C-4081-AD31BEC66DE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39" name="Ellipse 138">
                <a:extLst>
                  <a:ext uri="{FF2B5EF4-FFF2-40B4-BE49-F238E27FC236}">
                    <a16:creationId xmlns:a16="http://schemas.microsoft.com/office/drawing/2014/main" id="{13B12239-AF7E-769A-9768-BF01D02B6C6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33" name="Gruppieren 32">
              <a:extLst>
                <a:ext uri="{FF2B5EF4-FFF2-40B4-BE49-F238E27FC236}">
                  <a16:creationId xmlns:a16="http://schemas.microsoft.com/office/drawing/2014/main" id="{6FD7AB55-9AED-C4D2-836A-4C638A2581C5}"/>
                </a:ext>
              </a:extLst>
            </p:cNvPr>
            <p:cNvGrpSpPr>
              <a:grpSpLocks/>
            </p:cNvGrpSpPr>
            <p:nvPr/>
          </p:nvGrpSpPr>
          <p:grpSpPr>
            <a:xfrm rot="18691575">
              <a:off x="5387307" y="2407406"/>
              <a:ext cx="45719" cy="45719"/>
              <a:chOff x="4108704" y="1731264"/>
              <a:chExt cx="1408176" cy="3072384"/>
            </a:xfrm>
          </p:grpSpPr>
          <p:sp>
            <p:nvSpPr>
              <p:cNvPr id="136" name="Freihandform: Form 135">
                <a:extLst>
                  <a:ext uri="{FF2B5EF4-FFF2-40B4-BE49-F238E27FC236}">
                    <a16:creationId xmlns:a16="http://schemas.microsoft.com/office/drawing/2014/main" id="{3D8502FB-1443-8C69-0260-5CC75776EED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37" name="Ellipse 136">
                <a:extLst>
                  <a:ext uri="{FF2B5EF4-FFF2-40B4-BE49-F238E27FC236}">
                    <a16:creationId xmlns:a16="http://schemas.microsoft.com/office/drawing/2014/main" id="{B196C3AC-A4CD-E9C4-7687-EF6E034D871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34" name="Gruppieren 33">
              <a:extLst>
                <a:ext uri="{FF2B5EF4-FFF2-40B4-BE49-F238E27FC236}">
                  <a16:creationId xmlns:a16="http://schemas.microsoft.com/office/drawing/2014/main" id="{6442DD90-7467-5BF0-9986-08DCEB63191D}"/>
                </a:ext>
              </a:extLst>
            </p:cNvPr>
            <p:cNvGrpSpPr>
              <a:grpSpLocks/>
            </p:cNvGrpSpPr>
            <p:nvPr/>
          </p:nvGrpSpPr>
          <p:grpSpPr>
            <a:xfrm rot="1851578">
              <a:off x="5414088" y="2383419"/>
              <a:ext cx="45719" cy="45719"/>
              <a:chOff x="4108704" y="1731264"/>
              <a:chExt cx="1408176" cy="3072384"/>
            </a:xfrm>
          </p:grpSpPr>
          <p:sp>
            <p:nvSpPr>
              <p:cNvPr id="134" name="Freihandform: Form 133">
                <a:extLst>
                  <a:ext uri="{FF2B5EF4-FFF2-40B4-BE49-F238E27FC236}">
                    <a16:creationId xmlns:a16="http://schemas.microsoft.com/office/drawing/2014/main" id="{45D31833-23CB-A2DD-5399-7BFF5E8F026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35" name="Ellipse 134">
                <a:extLst>
                  <a:ext uri="{FF2B5EF4-FFF2-40B4-BE49-F238E27FC236}">
                    <a16:creationId xmlns:a16="http://schemas.microsoft.com/office/drawing/2014/main" id="{EF429827-E42D-E781-203E-AA1C3BB6881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35" name="Gruppieren 34">
              <a:extLst>
                <a:ext uri="{FF2B5EF4-FFF2-40B4-BE49-F238E27FC236}">
                  <a16:creationId xmlns:a16="http://schemas.microsoft.com/office/drawing/2014/main" id="{9CED30EB-3143-BCBD-7216-D7F9B10ACECE}"/>
                </a:ext>
              </a:extLst>
            </p:cNvPr>
            <p:cNvGrpSpPr>
              <a:grpSpLocks/>
            </p:cNvGrpSpPr>
            <p:nvPr/>
          </p:nvGrpSpPr>
          <p:grpSpPr>
            <a:xfrm rot="1851578">
              <a:off x="5452353" y="2369000"/>
              <a:ext cx="45719" cy="45719"/>
              <a:chOff x="4108704" y="1731264"/>
              <a:chExt cx="1408176" cy="3072384"/>
            </a:xfrm>
          </p:grpSpPr>
          <p:sp>
            <p:nvSpPr>
              <p:cNvPr id="132" name="Freihandform: Form 131">
                <a:extLst>
                  <a:ext uri="{FF2B5EF4-FFF2-40B4-BE49-F238E27FC236}">
                    <a16:creationId xmlns:a16="http://schemas.microsoft.com/office/drawing/2014/main" id="{1AA6D5FA-7CC1-F37A-4630-767B9F3EC52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33" name="Ellipse 132">
                <a:extLst>
                  <a:ext uri="{FF2B5EF4-FFF2-40B4-BE49-F238E27FC236}">
                    <a16:creationId xmlns:a16="http://schemas.microsoft.com/office/drawing/2014/main" id="{232F5B21-139B-140E-36F7-4B2D0DD4091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36" name="Gruppieren 35">
              <a:extLst>
                <a:ext uri="{FF2B5EF4-FFF2-40B4-BE49-F238E27FC236}">
                  <a16:creationId xmlns:a16="http://schemas.microsoft.com/office/drawing/2014/main" id="{239B81C2-A012-DF9A-17F0-787C9D8B15D1}"/>
                </a:ext>
              </a:extLst>
            </p:cNvPr>
            <p:cNvGrpSpPr>
              <a:grpSpLocks/>
            </p:cNvGrpSpPr>
            <p:nvPr/>
          </p:nvGrpSpPr>
          <p:grpSpPr>
            <a:xfrm rot="1851578">
              <a:off x="5429493" y="2399456"/>
              <a:ext cx="45719" cy="45719"/>
              <a:chOff x="4108704" y="1731264"/>
              <a:chExt cx="1408176" cy="3072384"/>
            </a:xfrm>
          </p:grpSpPr>
          <p:sp>
            <p:nvSpPr>
              <p:cNvPr id="130" name="Freihandform: Form 129">
                <a:extLst>
                  <a:ext uri="{FF2B5EF4-FFF2-40B4-BE49-F238E27FC236}">
                    <a16:creationId xmlns:a16="http://schemas.microsoft.com/office/drawing/2014/main" id="{6C853ABB-D17F-DAAA-78EE-F9982F9F194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31" name="Ellipse 130">
                <a:extLst>
                  <a:ext uri="{FF2B5EF4-FFF2-40B4-BE49-F238E27FC236}">
                    <a16:creationId xmlns:a16="http://schemas.microsoft.com/office/drawing/2014/main" id="{2171A59C-C9EA-FA28-F67C-CD0628726C4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37" name="Gruppieren 36">
              <a:extLst>
                <a:ext uri="{FF2B5EF4-FFF2-40B4-BE49-F238E27FC236}">
                  <a16:creationId xmlns:a16="http://schemas.microsoft.com/office/drawing/2014/main" id="{52DD5930-6AD0-EE64-9D28-D2975F90A12C}"/>
                </a:ext>
              </a:extLst>
            </p:cNvPr>
            <p:cNvGrpSpPr>
              <a:grpSpLocks/>
            </p:cNvGrpSpPr>
            <p:nvPr/>
          </p:nvGrpSpPr>
          <p:grpSpPr>
            <a:xfrm rot="1851578">
              <a:off x="5452672" y="2433394"/>
              <a:ext cx="45719" cy="45719"/>
              <a:chOff x="4108704" y="1731264"/>
              <a:chExt cx="1408176" cy="3072384"/>
            </a:xfrm>
          </p:grpSpPr>
          <p:sp>
            <p:nvSpPr>
              <p:cNvPr id="128" name="Freihandform: Form 127">
                <a:extLst>
                  <a:ext uri="{FF2B5EF4-FFF2-40B4-BE49-F238E27FC236}">
                    <a16:creationId xmlns:a16="http://schemas.microsoft.com/office/drawing/2014/main" id="{5C210ED1-C92C-8BBC-B674-1241E1E7213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29" name="Ellipse 128">
                <a:extLst>
                  <a:ext uri="{FF2B5EF4-FFF2-40B4-BE49-F238E27FC236}">
                    <a16:creationId xmlns:a16="http://schemas.microsoft.com/office/drawing/2014/main" id="{D5377DA5-BC9E-1E92-F3B7-4132197B10B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38" name="Gruppieren 37">
              <a:extLst>
                <a:ext uri="{FF2B5EF4-FFF2-40B4-BE49-F238E27FC236}">
                  <a16:creationId xmlns:a16="http://schemas.microsoft.com/office/drawing/2014/main" id="{6032DEC9-6A7C-9BCE-2D1B-FA5E13C1EEB5}"/>
                </a:ext>
              </a:extLst>
            </p:cNvPr>
            <p:cNvGrpSpPr>
              <a:grpSpLocks/>
            </p:cNvGrpSpPr>
            <p:nvPr/>
          </p:nvGrpSpPr>
          <p:grpSpPr>
            <a:xfrm rot="1851578">
              <a:off x="5463041" y="2399384"/>
              <a:ext cx="45719" cy="45719"/>
              <a:chOff x="4108704" y="1731264"/>
              <a:chExt cx="1408176" cy="3072384"/>
            </a:xfrm>
          </p:grpSpPr>
          <p:sp>
            <p:nvSpPr>
              <p:cNvPr id="126" name="Freihandform: Form 125">
                <a:extLst>
                  <a:ext uri="{FF2B5EF4-FFF2-40B4-BE49-F238E27FC236}">
                    <a16:creationId xmlns:a16="http://schemas.microsoft.com/office/drawing/2014/main" id="{F5CE69FA-BF5D-1535-116D-E7664837C27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27" name="Ellipse 126">
                <a:extLst>
                  <a:ext uri="{FF2B5EF4-FFF2-40B4-BE49-F238E27FC236}">
                    <a16:creationId xmlns:a16="http://schemas.microsoft.com/office/drawing/2014/main" id="{7ED54F5C-943E-5945-C3F1-E8FC40E170C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39" name="Gruppieren 38">
              <a:extLst>
                <a:ext uri="{FF2B5EF4-FFF2-40B4-BE49-F238E27FC236}">
                  <a16:creationId xmlns:a16="http://schemas.microsoft.com/office/drawing/2014/main" id="{70FDC9EA-DC97-3F67-1D72-E42F5ED9AF98}"/>
                </a:ext>
              </a:extLst>
            </p:cNvPr>
            <p:cNvGrpSpPr>
              <a:grpSpLocks/>
            </p:cNvGrpSpPr>
            <p:nvPr/>
          </p:nvGrpSpPr>
          <p:grpSpPr>
            <a:xfrm rot="18815724">
              <a:off x="5429553" y="2511893"/>
              <a:ext cx="45719" cy="45719"/>
              <a:chOff x="4108704" y="1731264"/>
              <a:chExt cx="1408176" cy="3072384"/>
            </a:xfrm>
          </p:grpSpPr>
          <p:sp>
            <p:nvSpPr>
              <p:cNvPr id="124" name="Freihandform: Form 123">
                <a:extLst>
                  <a:ext uri="{FF2B5EF4-FFF2-40B4-BE49-F238E27FC236}">
                    <a16:creationId xmlns:a16="http://schemas.microsoft.com/office/drawing/2014/main" id="{25E8F4EC-A2FB-D9AA-2177-EB4431FC136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25" name="Ellipse 124">
                <a:extLst>
                  <a:ext uri="{FF2B5EF4-FFF2-40B4-BE49-F238E27FC236}">
                    <a16:creationId xmlns:a16="http://schemas.microsoft.com/office/drawing/2014/main" id="{E911CC6D-C40D-ADFC-61A4-8565E4655D8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40" name="Gruppieren 39">
              <a:extLst>
                <a:ext uri="{FF2B5EF4-FFF2-40B4-BE49-F238E27FC236}">
                  <a16:creationId xmlns:a16="http://schemas.microsoft.com/office/drawing/2014/main" id="{073E78E4-2473-0A85-8E3C-278DC6CB30D6}"/>
                </a:ext>
              </a:extLst>
            </p:cNvPr>
            <p:cNvGrpSpPr>
              <a:grpSpLocks/>
            </p:cNvGrpSpPr>
            <p:nvPr/>
          </p:nvGrpSpPr>
          <p:grpSpPr>
            <a:xfrm rot="18815724">
              <a:off x="5467818" y="2497474"/>
              <a:ext cx="45719" cy="45719"/>
              <a:chOff x="4108704" y="1731264"/>
              <a:chExt cx="1408176" cy="3072384"/>
            </a:xfrm>
          </p:grpSpPr>
          <p:sp>
            <p:nvSpPr>
              <p:cNvPr id="122" name="Freihandform: Form 121">
                <a:extLst>
                  <a:ext uri="{FF2B5EF4-FFF2-40B4-BE49-F238E27FC236}">
                    <a16:creationId xmlns:a16="http://schemas.microsoft.com/office/drawing/2014/main" id="{FC2F8F8B-846D-90A9-D813-C0B50F8E8CA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23" name="Ellipse 122">
                <a:extLst>
                  <a:ext uri="{FF2B5EF4-FFF2-40B4-BE49-F238E27FC236}">
                    <a16:creationId xmlns:a16="http://schemas.microsoft.com/office/drawing/2014/main" id="{2557A6D5-E5DC-76F6-A37A-50F9A09B77F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41" name="Gruppieren 40">
              <a:extLst>
                <a:ext uri="{FF2B5EF4-FFF2-40B4-BE49-F238E27FC236}">
                  <a16:creationId xmlns:a16="http://schemas.microsoft.com/office/drawing/2014/main" id="{A27A0B46-4FFA-69A4-6302-9B83749540F4}"/>
                </a:ext>
              </a:extLst>
            </p:cNvPr>
            <p:cNvGrpSpPr>
              <a:grpSpLocks/>
            </p:cNvGrpSpPr>
            <p:nvPr/>
          </p:nvGrpSpPr>
          <p:grpSpPr>
            <a:xfrm rot="18815724">
              <a:off x="5444958" y="2527930"/>
              <a:ext cx="45719" cy="45719"/>
              <a:chOff x="4108704" y="1731264"/>
              <a:chExt cx="1408176" cy="3072384"/>
            </a:xfrm>
          </p:grpSpPr>
          <p:sp>
            <p:nvSpPr>
              <p:cNvPr id="120" name="Freihandform: Form 119">
                <a:extLst>
                  <a:ext uri="{FF2B5EF4-FFF2-40B4-BE49-F238E27FC236}">
                    <a16:creationId xmlns:a16="http://schemas.microsoft.com/office/drawing/2014/main" id="{E74C89DC-B2BC-1462-E915-6109C06806D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21" name="Ellipse 120">
                <a:extLst>
                  <a:ext uri="{FF2B5EF4-FFF2-40B4-BE49-F238E27FC236}">
                    <a16:creationId xmlns:a16="http://schemas.microsoft.com/office/drawing/2014/main" id="{9AC81452-9F07-D289-EC17-B07FAE21E74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42" name="Gruppieren 41">
              <a:extLst>
                <a:ext uri="{FF2B5EF4-FFF2-40B4-BE49-F238E27FC236}">
                  <a16:creationId xmlns:a16="http://schemas.microsoft.com/office/drawing/2014/main" id="{ACE0B338-E13A-28DE-8A64-EDC043995EDE}"/>
                </a:ext>
              </a:extLst>
            </p:cNvPr>
            <p:cNvGrpSpPr>
              <a:grpSpLocks/>
            </p:cNvGrpSpPr>
            <p:nvPr/>
          </p:nvGrpSpPr>
          <p:grpSpPr>
            <a:xfrm rot="18815724">
              <a:off x="5468137" y="2561868"/>
              <a:ext cx="45719" cy="45719"/>
              <a:chOff x="4108704" y="1731264"/>
              <a:chExt cx="1408176" cy="3072384"/>
            </a:xfrm>
          </p:grpSpPr>
          <p:sp>
            <p:nvSpPr>
              <p:cNvPr id="118" name="Freihandform: Form 117">
                <a:extLst>
                  <a:ext uri="{FF2B5EF4-FFF2-40B4-BE49-F238E27FC236}">
                    <a16:creationId xmlns:a16="http://schemas.microsoft.com/office/drawing/2014/main" id="{8DB24015-03B2-C9AC-8FC9-832312A9AC3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19" name="Ellipse 118">
                <a:extLst>
                  <a:ext uri="{FF2B5EF4-FFF2-40B4-BE49-F238E27FC236}">
                    <a16:creationId xmlns:a16="http://schemas.microsoft.com/office/drawing/2014/main" id="{73703BD0-DD30-D542-9113-465746F4FC7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43" name="Gruppieren 42">
              <a:extLst>
                <a:ext uri="{FF2B5EF4-FFF2-40B4-BE49-F238E27FC236}">
                  <a16:creationId xmlns:a16="http://schemas.microsoft.com/office/drawing/2014/main" id="{4F64C4C9-FB61-F93A-32D4-249B0D0352BE}"/>
                </a:ext>
              </a:extLst>
            </p:cNvPr>
            <p:cNvGrpSpPr>
              <a:grpSpLocks/>
            </p:cNvGrpSpPr>
            <p:nvPr/>
          </p:nvGrpSpPr>
          <p:grpSpPr>
            <a:xfrm rot="18815724">
              <a:off x="5478506" y="2527858"/>
              <a:ext cx="45719" cy="45719"/>
              <a:chOff x="4108704" y="1731264"/>
              <a:chExt cx="1408176" cy="3072384"/>
            </a:xfrm>
          </p:grpSpPr>
          <p:sp>
            <p:nvSpPr>
              <p:cNvPr id="116" name="Freihandform: Form 115">
                <a:extLst>
                  <a:ext uri="{FF2B5EF4-FFF2-40B4-BE49-F238E27FC236}">
                    <a16:creationId xmlns:a16="http://schemas.microsoft.com/office/drawing/2014/main" id="{3E95DCF4-2613-C162-BA0C-88ECB2EC2AD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17" name="Ellipse 116">
                <a:extLst>
                  <a:ext uri="{FF2B5EF4-FFF2-40B4-BE49-F238E27FC236}">
                    <a16:creationId xmlns:a16="http://schemas.microsoft.com/office/drawing/2014/main" id="{188C3066-B972-6CF1-4A86-3259C809968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44" name="Gruppieren 43">
              <a:extLst>
                <a:ext uri="{FF2B5EF4-FFF2-40B4-BE49-F238E27FC236}">
                  <a16:creationId xmlns:a16="http://schemas.microsoft.com/office/drawing/2014/main" id="{10F5FB80-9E1E-91F8-435C-020138CFD57D}"/>
                </a:ext>
              </a:extLst>
            </p:cNvPr>
            <p:cNvGrpSpPr>
              <a:grpSpLocks/>
            </p:cNvGrpSpPr>
            <p:nvPr/>
          </p:nvGrpSpPr>
          <p:grpSpPr>
            <a:xfrm rot="18815724">
              <a:off x="5488964" y="2508449"/>
              <a:ext cx="45719" cy="45719"/>
              <a:chOff x="4108704" y="1731264"/>
              <a:chExt cx="1408176" cy="3072384"/>
            </a:xfrm>
          </p:grpSpPr>
          <p:sp>
            <p:nvSpPr>
              <p:cNvPr id="114" name="Freihandform: Form 113">
                <a:extLst>
                  <a:ext uri="{FF2B5EF4-FFF2-40B4-BE49-F238E27FC236}">
                    <a16:creationId xmlns:a16="http://schemas.microsoft.com/office/drawing/2014/main" id="{57AFD4C0-598D-B41F-B129-BA320762EF1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15" name="Ellipse 114">
                <a:extLst>
                  <a:ext uri="{FF2B5EF4-FFF2-40B4-BE49-F238E27FC236}">
                    <a16:creationId xmlns:a16="http://schemas.microsoft.com/office/drawing/2014/main" id="{E495D5A3-5BB2-272A-F830-0220CE31F16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45" name="Gruppieren 44">
              <a:extLst>
                <a:ext uri="{FF2B5EF4-FFF2-40B4-BE49-F238E27FC236}">
                  <a16:creationId xmlns:a16="http://schemas.microsoft.com/office/drawing/2014/main" id="{A589BAFA-6A2B-AE97-DB83-2D1CA3E58747}"/>
                </a:ext>
              </a:extLst>
            </p:cNvPr>
            <p:cNvGrpSpPr>
              <a:grpSpLocks/>
            </p:cNvGrpSpPr>
            <p:nvPr/>
          </p:nvGrpSpPr>
          <p:grpSpPr>
            <a:xfrm rot="18815724">
              <a:off x="5527229" y="2494030"/>
              <a:ext cx="45719" cy="45719"/>
              <a:chOff x="4108704" y="1731264"/>
              <a:chExt cx="1408176" cy="3072384"/>
            </a:xfrm>
          </p:grpSpPr>
          <p:sp>
            <p:nvSpPr>
              <p:cNvPr id="112" name="Freihandform: Form 111">
                <a:extLst>
                  <a:ext uri="{FF2B5EF4-FFF2-40B4-BE49-F238E27FC236}">
                    <a16:creationId xmlns:a16="http://schemas.microsoft.com/office/drawing/2014/main" id="{F74F6673-325A-C8B7-ED11-DF75342CD57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13" name="Ellipse 112">
                <a:extLst>
                  <a:ext uri="{FF2B5EF4-FFF2-40B4-BE49-F238E27FC236}">
                    <a16:creationId xmlns:a16="http://schemas.microsoft.com/office/drawing/2014/main" id="{E75B350B-7473-E87B-69E9-079182B4E94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46" name="Gruppieren 45">
              <a:extLst>
                <a:ext uri="{FF2B5EF4-FFF2-40B4-BE49-F238E27FC236}">
                  <a16:creationId xmlns:a16="http://schemas.microsoft.com/office/drawing/2014/main" id="{12EEA512-848D-A0B5-45EC-7D8F656D3AE1}"/>
                </a:ext>
              </a:extLst>
            </p:cNvPr>
            <p:cNvGrpSpPr>
              <a:grpSpLocks/>
            </p:cNvGrpSpPr>
            <p:nvPr/>
          </p:nvGrpSpPr>
          <p:grpSpPr>
            <a:xfrm rot="18815724">
              <a:off x="5504369" y="2524486"/>
              <a:ext cx="45719" cy="45719"/>
              <a:chOff x="4108704" y="1731264"/>
              <a:chExt cx="1408176" cy="3072384"/>
            </a:xfrm>
          </p:grpSpPr>
          <p:sp>
            <p:nvSpPr>
              <p:cNvPr id="110" name="Freihandform: Form 109">
                <a:extLst>
                  <a:ext uri="{FF2B5EF4-FFF2-40B4-BE49-F238E27FC236}">
                    <a16:creationId xmlns:a16="http://schemas.microsoft.com/office/drawing/2014/main" id="{EC222847-48C3-70BF-F271-0B59F73E997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11" name="Ellipse 110">
                <a:extLst>
                  <a:ext uri="{FF2B5EF4-FFF2-40B4-BE49-F238E27FC236}">
                    <a16:creationId xmlns:a16="http://schemas.microsoft.com/office/drawing/2014/main" id="{43F29D51-4D53-3B17-9AD2-72030AE2061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47" name="Gruppieren 46">
              <a:extLst>
                <a:ext uri="{FF2B5EF4-FFF2-40B4-BE49-F238E27FC236}">
                  <a16:creationId xmlns:a16="http://schemas.microsoft.com/office/drawing/2014/main" id="{861DB891-10AB-F656-1962-FB3CCB5BD4E9}"/>
                </a:ext>
              </a:extLst>
            </p:cNvPr>
            <p:cNvGrpSpPr>
              <a:grpSpLocks/>
            </p:cNvGrpSpPr>
            <p:nvPr/>
          </p:nvGrpSpPr>
          <p:grpSpPr>
            <a:xfrm rot="18815724">
              <a:off x="5527548" y="2558424"/>
              <a:ext cx="45719" cy="45719"/>
              <a:chOff x="4108704" y="1731264"/>
              <a:chExt cx="1408176" cy="3072384"/>
            </a:xfrm>
          </p:grpSpPr>
          <p:sp>
            <p:nvSpPr>
              <p:cNvPr id="108" name="Freihandform: Form 107">
                <a:extLst>
                  <a:ext uri="{FF2B5EF4-FFF2-40B4-BE49-F238E27FC236}">
                    <a16:creationId xmlns:a16="http://schemas.microsoft.com/office/drawing/2014/main" id="{AFFD90FD-2E63-EDCD-F7AB-0566CBCB602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09" name="Ellipse 108">
                <a:extLst>
                  <a:ext uri="{FF2B5EF4-FFF2-40B4-BE49-F238E27FC236}">
                    <a16:creationId xmlns:a16="http://schemas.microsoft.com/office/drawing/2014/main" id="{60586D8C-8E52-AAD6-ACDF-4BA455B53A5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48" name="Gruppieren 47">
              <a:extLst>
                <a:ext uri="{FF2B5EF4-FFF2-40B4-BE49-F238E27FC236}">
                  <a16:creationId xmlns:a16="http://schemas.microsoft.com/office/drawing/2014/main" id="{934AFCA3-FCE0-DFF2-B76F-BC3F5321E2C2}"/>
                </a:ext>
              </a:extLst>
            </p:cNvPr>
            <p:cNvGrpSpPr>
              <a:grpSpLocks/>
            </p:cNvGrpSpPr>
            <p:nvPr/>
          </p:nvGrpSpPr>
          <p:grpSpPr>
            <a:xfrm rot="18815724">
              <a:off x="5537917" y="2524414"/>
              <a:ext cx="45719" cy="45719"/>
              <a:chOff x="4108704" y="1731264"/>
              <a:chExt cx="1408176" cy="3072384"/>
            </a:xfrm>
          </p:grpSpPr>
          <p:sp>
            <p:nvSpPr>
              <p:cNvPr id="106" name="Freihandform: Form 105">
                <a:extLst>
                  <a:ext uri="{FF2B5EF4-FFF2-40B4-BE49-F238E27FC236}">
                    <a16:creationId xmlns:a16="http://schemas.microsoft.com/office/drawing/2014/main" id="{744BF971-37DB-2CC1-8EDD-9A6C3EAE937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07" name="Ellipse 106">
                <a:extLst>
                  <a:ext uri="{FF2B5EF4-FFF2-40B4-BE49-F238E27FC236}">
                    <a16:creationId xmlns:a16="http://schemas.microsoft.com/office/drawing/2014/main" id="{F1D12A2D-63EF-58CB-0EE0-EFED5B2BE43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49" name="Gruppieren 48">
              <a:extLst>
                <a:ext uri="{FF2B5EF4-FFF2-40B4-BE49-F238E27FC236}">
                  <a16:creationId xmlns:a16="http://schemas.microsoft.com/office/drawing/2014/main" id="{9307CDEC-F14F-CEB2-FC66-9A5878BB2071}"/>
                </a:ext>
              </a:extLst>
            </p:cNvPr>
            <p:cNvGrpSpPr>
              <a:grpSpLocks/>
            </p:cNvGrpSpPr>
            <p:nvPr/>
          </p:nvGrpSpPr>
          <p:grpSpPr>
            <a:xfrm rot="21460441">
              <a:off x="5398761" y="2537692"/>
              <a:ext cx="45719" cy="45719"/>
              <a:chOff x="4108704" y="1731264"/>
              <a:chExt cx="1408176" cy="3072384"/>
            </a:xfrm>
          </p:grpSpPr>
          <p:sp>
            <p:nvSpPr>
              <p:cNvPr id="104" name="Freihandform: Form 103">
                <a:extLst>
                  <a:ext uri="{FF2B5EF4-FFF2-40B4-BE49-F238E27FC236}">
                    <a16:creationId xmlns:a16="http://schemas.microsoft.com/office/drawing/2014/main" id="{0B8AC6B5-0C76-8D23-82EB-886E3B490B4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05" name="Ellipse 104">
                <a:extLst>
                  <a:ext uri="{FF2B5EF4-FFF2-40B4-BE49-F238E27FC236}">
                    <a16:creationId xmlns:a16="http://schemas.microsoft.com/office/drawing/2014/main" id="{A2AD18F7-A3DD-D9D8-A043-6DE47E1D6EE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50" name="Gruppieren 49">
              <a:extLst>
                <a:ext uri="{FF2B5EF4-FFF2-40B4-BE49-F238E27FC236}">
                  <a16:creationId xmlns:a16="http://schemas.microsoft.com/office/drawing/2014/main" id="{ED62DE76-FA98-DF55-C4FA-D1197E2307FA}"/>
                </a:ext>
              </a:extLst>
            </p:cNvPr>
            <p:cNvGrpSpPr>
              <a:grpSpLocks/>
            </p:cNvGrpSpPr>
            <p:nvPr/>
          </p:nvGrpSpPr>
          <p:grpSpPr>
            <a:xfrm rot="21460441">
              <a:off x="5437026" y="2523273"/>
              <a:ext cx="45719" cy="45719"/>
              <a:chOff x="4108704" y="1731264"/>
              <a:chExt cx="1408176" cy="3072384"/>
            </a:xfrm>
          </p:grpSpPr>
          <p:sp>
            <p:nvSpPr>
              <p:cNvPr id="102" name="Freihandform: Form 101">
                <a:extLst>
                  <a:ext uri="{FF2B5EF4-FFF2-40B4-BE49-F238E27FC236}">
                    <a16:creationId xmlns:a16="http://schemas.microsoft.com/office/drawing/2014/main" id="{A0805DE5-CF19-2ABD-58D8-269CED439E3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03" name="Ellipse 102">
                <a:extLst>
                  <a:ext uri="{FF2B5EF4-FFF2-40B4-BE49-F238E27FC236}">
                    <a16:creationId xmlns:a16="http://schemas.microsoft.com/office/drawing/2014/main" id="{9F080C4C-0345-EEE0-D173-52143904036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51" name="Gruppieren 50">
              <a:extLst>
                <a:ext uri="{FF2B5EF4-FFF2-40B4-BE49-F238E27FC236}">
                  <a16:creationId xmlns:a16="http://schemas.microsoft.com/office/drawing/2014/main" id="{A640CE3E-534D-956F-82A7-6686DB8BE8FF}"/>
                </a:ext>
              </a:extLst>
            </p:cNvPr>
            <p:cNvGrpSpPr>
              <a:grpSpLocks/>
            </p:cNvGrpSpPr>
            <p:nvPr/>
          </p:nvGrpSpPr>
          <p:grpSpPr>
            <a:xfrm rot="21460441">
              <a:off x="5414166" y="2553729"/>
              <a:ext cx="45719" cy="45719"/>
              <a:chOff x="4108704" y="1731264"/>
              <a:chExt cx="1408176" cy="3072384"/>
            </a:xfrm>
          </p:grpSpPr>
          <p:sp>
            <p:nvSpPr>
              <p:cNvPr id="100" name="Freihandform: Form 99">
                <a:extLst>
                  <a:ext uri="{FF2B5EF4-FFF2-40B4-BE49-F238E27FC236}">
                    <a16:creationId xmlns:a16="http://schemas.microsoft.com/office/drawing/2014/main" id="{CBE0361F-8BEB-A4F6-DB73-D49716F9693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101" name="Ellipse 100">
                <a:extLst>
                  <a:ext uri="{FF2B5EF4-FFF2-40B4-BE49-F238E27FC236}">
                    <a16:creationId xmlns:a16="http://schemas.microsoft.com/office/drawing/2014/main" id="{8637A7FC-26A5-47D5-0FE3-E2E70025778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52" name="Gruppieren 51">
              <a:extLst>
                <a:ext uri="{FF2B5EF4-FFF2-40B4-BE49-F238E27FC236}">
                  <a16:creationId xmlns:a16="http://schemas.microsoft.com/office/drawing/2014/main" id="{7AA45FE5-41D3-02C1-23E7-BBC230A8A53E}"/>
                </a:ext>
              </a:extLst>
            </p:cNvPr>
            <p:cNvGrpSpPr>
              <a:grpSpLocks/>
            </p:cNvGrpSpPr>
            <p:nvPr/>
          </p:nvGrpSpPr>
          <p:grpSpPr>
            <a:xfrm rot="21460441">
              <a:off x="5437345" y="2587667"/>
              <a:ext cx="45719" cy="45719"/>
              <a:chOff x="4108704" y="1731264"/>
              <a:chExt cx="1408176" cy="3072384"/>
            </a:xfrm>
          </p:grpSpPr>
          <p:sp>
            <p:nvSpPr>
              <p:cNvPr id="98" name="Freihandform: Form 97">
                <a:extLst>
                  <a:ext uri="{FF2B5EF4-FFF2-40B4-BE49-F238E27FC236}">
                    <a16:creationId xmlns:a16="http://schemas.microsoft.com/office/drawing/2014/main" id="{4EC1ED15-D690-6179-74FC-E903B76FEEA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99" name="Ellipse 98">
                <a:extLst>
                  <a:ext uri="{FF2B5EF4-FFF2-40B4-BE49-F238E27FC236}">
                    <a16:creationId xmlns:a16="http://schemas.microsoft.com/office/drawing/2014/main" id="{5914F0EF-C88B-6DDD-DCAD-E96833B39AD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53" name="Gruppieren 52">
              <a:extLst>
                <a:ext uri="{FF2B5EF4-FFF2-40B4-BE49-F238E27FC236}">
                  <a16:creationId xmlns:a16="http://schemas.microsoft.com/office/drawing/2014/main" id="{EB81B256-062D-47E1-4FC6-B7FA3146A012}"/>
                </a:ext>
              </a:extLst>
            </p:cNvPr>
            <p:cNvGrpSpPr>
              <a:grpSpLocks/>
            </p:cNvGrpSpPr>
            <p:nvPr/>
          </p:nvGrpSpPr>
          <p:grpSpPr>
            <a:xfrm rot="21460441">
              <a:off x="5447714" y="2553657"/>
              <a:ext cx="45719" cy="45719"/>
              <a:chOff x="4108704" y="1731264"/>
              <a:chExt cx="1408176" cy="3072384"/>
            </a:xfrm>
          </p:grpSpPr>
          <p:sp>
            <p:nvSpPr>
              <p:cNvPr id="96" name="Freihandform: Form 95">
                <a:extLst>
                  <a:ext uri="{FF2B5EF4-FFF2-40B4-BE49-F238E27FC236}">
                    <a16:creationId xmlns:a16="http://schemas.microsoft.com/office/drawing/2014/main" id="{8FDCF418-5BFA-F0E7-158D-B0A264856BF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97" name="Ellipse 96">
                <a:extLst>
                  <a:ext uri="{FF2B5EF4-FFF2-40B4-BE49-F238E27FC236}">
                    <a16:creationId xmlns:a16="http://schemas.microsoft.com/office/drawing/2014/main" id="{B132D0D8-644F-8D36-EDFC-8E39DF11530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54" name="Gruppieren 53">
              <a:extLst>
                <a:ext uri="{FF2B5EF4-FFF2-40B4-BE49-F238E27FC236}">
                  <a16:creationId xmlns:a16="http://schemas.microsoft.com/office/drawing/2014/main" id="{CA2FFAE9-238D-5414-AB1A-D1031DDEE94F}"/>
                </a:ext>
              </a:extLst>
            </p:cNvPr>
            <p:cNvGrpSpPr>
              <a:grpSpLocks/>
            </p:cNvGrpSpPr>
            <p:nvPr/>
          </p:nvGrpSpPr>
          <p:grpSpPr>
            <a:xfrm rot="15907299">
              <a:off x="5368558" y="2458460"/>
              <a:ext cx="45719" cy="45719"/>
              <a:chOff x="4108704" y="1731264"/>
              <a:chExt cx="1408176" cy="3072384"/>
            </a:xfrm>
          </p:grpSpPr>
          <p:sp>
            <p:nvSpPr>
              <p:cNvPr id="94" name="Freihandform: Form 93">
                <a:extLst>
                  <a:ext uri="{FF2B5EF4-FFF2-40B4-BE49-F238E27FC236}">
                    <a16:creationId xmlns:a16="http://schemas.microsoft.com/office/drawing/2014/main" id="{291D50E7-2C2C-AD3D-2EEC-538C51D7584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95" name="Ellipse 94">
                <a:extLst>
                  <a:ext uri="{FF2B5EF4-FFF2-40B4-BE49-F238E27FC236}">
                    <a16:creationId xmlns:a16="http://schemas.microsoft.com/office/drawing/2014/main" id="{6C268888-2AD3-34C4-E83F-03D4EE6A6FF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55" name="Gruppieren 54">
              <a:extLst>
                <a:ext uri="{FF2B5EF4-FFF2-40B4-BE49-F238E27FC236}">
                  <a16:creationId xmlns:a16="http://schemas.microsoft.com/office/drawing/2014/main" id="{B4AFFD8D-D886-4F1C-F991-7AE37116BA03}"/>
                </a:ext>
              </a:extLst>
            </p:cNvPr>
            <p:cNvGrpSpPr>
              <a:grpSpLocks/>
            </p:cNvGrpSpPr>
            <p:nvPr/>
          </p:nvGrpSpPr>
          <p:grpSpPr>
            <a:xfrm rot="15907299">
              <a:off x="5406823" y="2444041"/>
              <a:ext cx="45719" cy="45719"/>
              <a:chOff x="4108704" y="1731264"/>
              <a:chExt cx="1408176" cy="3072384"/>
            </a:xfrm>
          </p:grpSpPr>
          <p:sp>
            <p:nvSpPr>
              <p:cNvPr id="92" name="Freihandform: Form 91">
                <a:extLst>
                  <a:ext uri="{FF2B5EF4-FFF2-40B4-BE49-F238E27FC236}">
                    <a16:creationId xmlns:a16="http://schemas.microsoft.com/office/drawing/2014/main" id="{2D438799-EE9F-78CB-F04C-3321B6EED27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93" name="Ellipse 92">
                <a:extLst>
                  <a:ext uri="{FF2B5EF4-FFF2-40B4-BE49-F238E27FC236}">
                    <a16:creationId xmlns:a16="http://schemas.microsoft.com/office/drawing/2014/main" id="{BE618817-94F5-76B9-8304-04699D079F8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56" name="Gruppieren 55">
              <a:extLst>
                <a:ext uri="{FF2B5EF4-FFF2-40B4-BE49-F238E27FC236}">
                  <a16:creationId xmlns:a16="http://schemas.microsoft.com/office/drawing/2014/main" id="{038C6131-8AD2-EC5C-6FEB-8A781A795C08}"/>
                </a:ext>
              </a:extLst>
            </p:cNvPr>
            <p:cNvGrpSpPr>
              <a:grpSpLocks/>
            </p:cNvGrpSpPr>
            <p:nvPr/>
          </p:nvGrpSpPr>
          <p:grpSpPr>
            <a:xfrm rot="15907299">
              <a:off x="5383963" y="2474497"/>
              <a:ext cx="45719" cy="45719"/>
              <a:chOff x="4108704" y="1731264"/>
              <a:chExt cx="1408176" cy="3072384"/>
            </a:xfrm>
          </p:grpSpPr>
          <p:sp>
            <p:nvSpPr>
              <p:cNvPr id="90" name="Freihandform: Form 89">
                <a:extLst>
                  <a:ext uri="{FF2B5EF4-FFF2-40B4-BE49-F238E27FC236}">
                    <a16:creationId xmlns:a16="http://schemas.microsoft.com/office/drawing/2014/main" id="{1488EFB0-AEE9-9C57-81EB-B06D9CCBA78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91" name="Ellipse 90">
                <a:extLst>
                  <a:ext uri="{FF2B5EF4-FFF2-40B4-BE49-F238E27FC236}">
                    <a16:creationId xmlns:a16="http://schemas.microsoft.com/office/drawing/2014/main" id="{612A4CD0-CA42-1B8F-EDD4-68EEA654FCD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57" name="Gruppieren 56">
              <a:extLst>
                <a:ext uri="{FF2B5EF4-FFF2-40B4-BE49-F238E27FC236}">
                  <a16:creationId xmlns:a16="http://schemas.microsoft.com/office/drawing/2014/main" id="{74D67C88-12EA-59FE-6067-AE49E64C6849}"/>
                </a:ext>
              </a:extLst>
            </p:cNvPr>
            <p:cNvGrpSpPr>
              <a:grpSpLocks/>
            </p:cNvGrpSpPr>
            <p:nvPr/>
          </p:nvGrpSpPr>
          <p:grpSpPr>
            <a:xfrm rot="15907299">
              <a:off x="5407142" y="2508435"/>
              <a:ext cx="45719" cy="45719"/>
              <a:chOff x="4108704" y="1731264"/>
              <a:chExt cx="1408176" cy="3072384"/>
            </a:xfrm>
          </p:grpSpPr>
          <p:sp>
            <p:nvSpPr>
              <p:cNvPr id="88" name="Freihandform: Form 87">
                <a:extLst>
                  <a:ext uri="{FF2B5EF4-FFF2-40B4-BE49-F238E27FC236}">
                    <a16:creationId xmlns:a16="http://schemas.microsoft.com/office/drawing/2014/main" id="{486058B4-1906-00AB-9966-29865327437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89" name="Ellipse 88">
                <a:extLst>
                  <a:ext uri="{FF2B5EF4-FFF2-40B4-BE49-F238E27FC236}">
                    <a16:creationId xmlns:a16="http://schemas.microsoft.com/office/drawing/2014/main" id="{FCECE83B-9F14-85A2-53DE-51677E14D23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58" name="Gruppieren 57">
              <a:extLst>
                <a:ext uri="{FF2B5EF4-FFF2-40B4-BE49-F238E27FC236}">
                  <a16:creationId xmlns:a16="http://schemas.microsoft.com/office/drawing/2014/main" id="{2CE086A9-7ECD-4AE9-812F-1EDCDB7F20CD}"/>
                </a:ext>
              </a:extLst>
            </p:cNvPr>
            <p:cNvGrpSpPr>
              <a:grpSpLocks/>
            </p:cNvGrpSpPr>
            <p:nvPr/>
          </p:nvGrpSpPr>
          <p:grpSpPr>
            <a:xfrm rot="15907299">
              <a:off x="5417511" y="2474425"/>
              <a:ext cx="45719" cy="45719"/>
              <a:chOff x="4108704" y="1731264"/>
              <a:chExt cx="1408176" cy="3072384"/>
            </a:xfrm>
          </p:grpSpPr>
          <p:sp>
            <p:nvSpPr>
              <p:cNvPr id="86" name="Freihandform: Form 85">
                <a:extLst>
                  <a:ext uri="{FF2B5EF4-FFF2-40B4-BE49-F238E27FC236}">
                    <a16:creationId xmlns:a16="http://schemas.microsoft.com/office/drawing/2014/main" id="{7AC7D4D0-C591-728D-2DA3-AD3A0B9D773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87" name="Ellipse 86">
                <a:extLst>
                  <a:ext uri="{FF2B5EF4-FFF2-40B4-BE49-F238E27FC236}">
                    <a16:creationId xmlns:a16="http://schemas.microsoft.com/office/drawing/2014/main" id="{82CD889A-6206-45D4-5ED0-95E6EBE1329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59" name="Gruppieren 58">
              <a:extLst>
                <a:ext uri="{FF2B5EF4-FFF2-40B4-BE49-F238E27FC236}">
                  <a16:creationId xmlns:a16="http://schemas.microsoft.com/office/drawing/2014/main" id="{097B9F9E-9D7E-25BF-6962-91E06951B3E4}"/>
                </a:ext>
              </a:extLst>
            </p:cNvPr>
            <p:cNvGrpSpPr>
              <a:grpSpLocks/>
            </p:cNvGrpSpPr>
            <p:nvPr/>
          </p:nvGrpSpPr>
          <p:grpSpPr>
            <a:xfrm rot="20667302">
              <a:off x="5444292" y="2450438"/>
              <a:ext cx="45719" cy="45719"/>
              <a:chOff x="4108704" y="1731264"/>
              <a:chExt cx="1408176" cy="3072384"/>
            </a:xfrm>
          </p:grpSpPr>
          <p:sp>
            <p:nvSpPr>
              <p:cNvPr id="84" name="Freihandform: Form 83">
                <a:extLst>
                  <a:ext uri="{FF2B5EF4-FFF2-40B4-BE49-F238E27FC236}">
                    <a16:creationId xmlns:a16="http://schemas.microsoft.com/office/drawing/2014/main" id="{663BBFB1-0F2C-7B29-8E7C-879633715B7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85" name="Ellipse 84">
                <a:extLst>
                  <a:ext uri="{FF2B5EF4-FFF2-40B4-BE49-F238E27FC236}">
                    <a16:creationId xmlns:a16="http://schemas.microsoft.com/office/drawing/2014/main" id="{856515D3-0DCC-A79A-9A56-69A5C484C69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60" name="Gruppieren 59">
              <a:extLst>
                <a:ext uri="{FF2B5EF4-FFF2-40B4-BE49-F238E27FC236}">
                  <a16:creationId xmlns:a16="http://schemas.microsoft.com/office/drawing/2014/main" id="{B2E2829F-20DD-9086-95A3-C86E343D628B}"/>
                </a:ext>
              </a:extLst>
            </p:cNvPr>
            <p:cNvGrpSpPr>
              <a:grpSpLocks/>
            </p:cNvGrpSpPr>
            <p:nvPr/>
          </p:nvGrpSpPr>
          <p:grpSpPr>
            <a:xfrm rot="20667302">
              <a:off x="5482557" y="2436019"/>
              <a:ext cx="45719" cy="45719"/>
              <a:chOff x="4108704" y="1731264"/>
              <a:chExt cx="1408176" cy="3072384"/>
            </a:xfrm>
          </p:grpSpPr>
          <p:sp>
            <p:nvSpPr>
              <p:cNvPr id="82" name="Freihandform: Form 81">
                <a:extLst>
                  <a:ext uri="{FF2B5EF4-FFF2-40B4-BE49-F238E27FC236}">
                    <a16:creationId xmlns:a16="http://schemas.microsoft.com/office/drawing/2014/main" id="{A9BC4760-8ADA-B06B-6BF4-62C20A9FCDE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83" name="Ellipse 82">
                <a:extLst>
                  <a:ext uri="{FF2B5EF4-FFF2-40B4-BE49-F238E27FC236}">
                    <a16:creationId xmlns:a16="http://schemas.microsoft.com/office/drawing/2014/main" id="{E9B53E00-A0DD-B985-58DB-D802DAB8F38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61" name="Gruppieren 60">
              <a:extLst>
                <a:ext uri="{FF2B5EF4-FFF2-40B4-BE49-F238E27FC236}">
                  <a16:creationId xmlns:a16="http://schemas.microsoft.com/office/drawing/2014/main" id="{DC1B4F83-3D14-54FC-CC91-9406D92C32AA}"/>
                </a:ext>
              </a:extLst>
            </p:cNvPr>
            <p:cNvGrpSpPr>
              <a:grpSpLocks/>
            </p:cNvGrpSpPr>
            <p:nvPr/>
          </p:nvGrpSpPr>
          <p:grpSpPr>
            <a:xfrm rot="20667302">
              <a:off x="5459697" y="2466475"/>
              <a:ext cx="45719" cy="45719"/>
              <a:chOff x="4108704" y="1731264"/>
              <a:chExt cx="1408176" cy="3072384"/>
            </a:xfrm>
          </p:grpSpPr>
          <p:sp>
            <p:nvSpPr>
              <p:cNvPr id="80" name="Freihandform: Form 79">
                <a:extLst>
                  <a:ext uri="{FF2B5EF4-FFF2-40B4-BE49-F238E27FC236}">
                    <a16:creationId xmlns:a16="http://schemas.microsoft.com/office/drawing/2014/main" id="{B9BBFC73-FAFE-6262-E4F3-BF8C8FF9E95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81" name="Ellipse 80">
                <a:extLst>
                  <a:ext uri="{FF2B5EF4-FFF2-40B4-BE49-F238E27FC236}">
                    <a16:creationId xmlns:a16="http://schemas.microsoft.com/office/drawing/2014/main" id="{55135FCC-1E11-2BCB-945A-6CBCD32C825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62" name="Gruppieren 61">
              <a:extLst>
                <a:ext uri="{FF2B5EF4-FFF2-40B4-BE49-F238E27FC236}">
                  <a16:creationId xmlns:a16="http://schemas.microsoft.com/office/drawing/2014/main" id="{E059BF19-5117-8561-79D6-3E17790DD862}"/>
                </a:ext>
              </a:extLst>
            </p:cNvPr>
            <p:cNvGrpSpPr>
              <a:grpSpLocks/>
            </p:cNvGrpSpPr>
            <p:nvPr/>
          </p:nvGrpSpPr>
          <p:grpSpPr>
            <a:xfrm rot="20667302">
              <a:off x="5482876" y="2500413"/>
              <a:ext cx="45719" cy="45719"/>
              <a:chOff x="4108704" y="1731264"/>
              <a:chExt cx="1408176" cy="3072384"/>
            </a:xfrm>
          </p:grpSpPr>
          <p:sp>
            <p:nvSpPr>
              <p:cNvPr id="78" name="Freihandform: Form 77">
                <a:extLst>
                  <a:ext uri="{FF2B5EF4-FFF2-40B4-BE49-F238E27FC236}">
                    <a16:creationId xmlns:a16="http://schemas.microsoft.com/office/drawing/2014/main" id="{ECD02A99-E773-AA4F-A753-E238052D1BB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79" name="Ellipse 78">
                <a:extLst>
                  <a:ext uri="{FF2B5EF4-FFF2-40B4-BE49-F238E27FC236}">
                    <a16:creationId xmlns:a16="http://schemas.microsoft.com/office/drawing/2014/main" id="{475C5281-801F-CBF3-63AA-B1620F63FB9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63" name="Gruppieren 62">
              <a:extLst>
                <a:ext uri="{FF2B5EF4-FFF2-40B4-BE49-F238E27FC236}">
                  <a16:creationId xmlns:a16="http://schemas.microsoft.com/office/drawing/2014/main" id="{7686C452-9EA6-15AF-3C0E-408FA7DCC85D}"/>
                </a:ext>
              </a:extLst>
            </p:cNvPr>
            <p:cNvGrpSpPr>
              <a:grpSpLocks/>
            </p:cNvGrpSpPr>
            <p:nvPr/>
          </p:nvGrpSpPr>
          <p:grpSpPr>
            <a:xfrm rot="20667302">
              <a:off x="5493245" y="2466403"/>
              <a:ext cx="45719" cy="45719"/>
              <a:chOff x="4108704" y="1731264"/>
              <a:chExt cx="1408176" cy="3072384"/>
            </a:xfrm>
          </p:grpSpPr>
          <p:sp>
            <p:nvSpPr>
              <p:cNvPr id="76" name="Freihandform: Form 75">
                <a:extLst>
                  <a:ext uri="{FF2B5EF4-FFF2-40B4-BE49-F238E27FC236}">
                    <a16:creationId xmlns:a16="http://schemas.microsoft.com/office/drawing/2014/main" id="{23B6FC70-410E-A8E3-F5A2-AB056633A0C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77" name="Ellipse 76">
                <a:extLst>
                  <a:ext uri="{FF2B5EF4-FFF2-40B4-BE49-F238E27FC236}">
                    <a16:creationId xmlns:a16="http://schemas.microsoft.com/office/drawing/2014/main" id="{7D108D8E-6FAD-430F-7A8F-E72F28110B6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64" name="Gruppieren 63">
              <a:extLst>
                <a:ext uri="{FF2B5EF4-FFF2-40B4-BE49-F238E27FC236}">
                  <a16:creationId xmlns:a16="http://schemas.microsoft.com/office/drawing/2014/main" id="{AF09FFFC-1E8E-D9DD-BE17-EB518BD4B57F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71494" y="2699766"/>
              <a:ext cx="45719" cy="45719"/>
              <a:chOff x="4108704" y="1731264"/>
              <a:chExt cx="1408176" cy="3072384"/>
            </a:xfrm>
          </p:grpSpPr>
          <p:sp>
            <p:nvSpPr>
              <p:cNvPr id="74" name="Freihandform: Form 73">
                <a:extLst>
                  <a:ext uri="{FF2B5EF4-FFF2-40B4-BE49-F238E27FC236}">
                    <a16:creationId xmlns:a16="http://schemas.microsoft.com/office/drawing/2014/main" id="{3014DC32-9B8D-1B17-340F-C46CA516BB2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75" name="Ellipse 74">
                <a:extLst>
                  <a:ext uri="{FF2B5EF4-FFF2-40B4-BE49-F238E27FC236}">
                    <a16:creationId xmlns:a16="http://schemas.microsoft.com/office/drawing/2014/main" id="{3DA44738-41E1-F8E9-F699-E9AC7002CF1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65" name="Gruppieren 64">
              <a:extLst>
                <a:ext uri="{FF2B5EF4-FFF2-40B4-BE49-F238E27FC236}">
                  <a16:creationId xmlns:a16="http://schemas.microsoft.com/office/drawing/2014/main" id="{AB8D2B31-66E3-0405-1049-E347BBDDA4FB}"/>
                </a:ext>
              </a:extLst>
            </p:cNvPr>
            <p:cNvGrpSpPr>
              <a:grpSpLocks/>
            </p:cNvGrpSpPr>
            <p:nvPr/>
          </p:nvGrpSpPr>
          <p:grpSpPr>
            <a:xfrm rot="5400000">
              <a:off x="5395295" y="2613764"/>
              <a:ext cx="45719" cy="45719"/>
              <a:chOff x="4108704" y="1731264"/>
              <a:chExt cx="1408176" cy="3072384"/>
            </a:xfrm>
          </p:grpSpPr>
          <p:sp>
            <p:nvSpPr>
              <p:cNvPr id="72" name="Freihandform: Form 71">
                <a:extLst>
                  <a:ext uri="{FF2B5EF4-FFF2-40B4-BE49-F238E27FC236}">
                    <a16:creationId xmlns:a16="http://schemas.microsoft.com/office/drawing/2014/main" id="{6BB7AE49-0873-5CD0-6034-708ED49B8B7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73" name="Ellipse 72">
                <a:extLst>
                  <a:ext uri="{FF2B5EF4-FFF2-40B4-BE49-F238E27FC236}">
                    <a16:creationId xmlns:a16="http://schemas.microsoft.com/office/drawing/2014/main" id="{BCDEB8E0-199D-844B-5B5B-53A8B8E9D50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66" name="Gruppieren 65">
              <a:extLst>
                <a:ext uri="{FF2B5EF4-FFF2-40B4-BE49-F238E27FC236}">
                  <a16:creationId xmlns:a16="http://schemas.microsoft.com/office/drawing/2014/main" id="{B788B7DE-1D27-7255-EEF3-8BDCA71DD8A0}"/>
                </a:ext>
              </a:extLst>
            </p:cNvPr>
            <p:cNvGrpSpPr>
              <a:grpSpLocks/>
            </p:cNvGrpSpPr>
            <p:nvPr/>
          </p:nvGrpSpPr>
          <p:grpSpPr>
            <a:xfrm rot="12898439">
              <a:off x="5481998" y="2560257"/>
              <a:ext cx="45719" cy="45719"/>
              <a:chOff x="4108704" y="1731264"/>
              <a:chExt cx="1408176" cy="3072384"/>
            </a:xfrm>
          </p:grpSpPr>
          <p:sp>
            <p:nvSpPr>
              <p:cNvPr id="70" name="Freihandform: Form 69">
                <a:extLst>
                  <a:ext uri="{FF2B5EF4-FFF2-40B4-BE49-F238E27FC236}">
                    <a16:creationId xmlns:a16="http://schemas.microsoft.com/office/drawing/2014/main" id="{0475491B-AA9B-365C-CA6A-60F91F4C026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71" name="Ellipse 70">
                <a:extLst>
                  <a:ext uri="{FF2B5EF4-FFF2-40B4-BE49-F238E27FC236}">
                    <a16:creationId xmlns:a16="http://schemas.microsoft.com/office/drawing/2014/main" id="{CD39D7D1-60D9-C148-AD3B-030D717CBD4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  <p:grpSp>
          <p:nvGrpSpPr>
            <p:cNvPr id="67" name="Gruppieren 66">
              <a:extLst>
                <a:ext uri="{FF2B5EF4-FFF2-40B4-BE49-F238E27FC236}">
                  <a16:creationId xmlns:a16="http://schemas.microsoft.com/office/drawing/2014/main" id="{65A486D8-F092-A090-2A86-3E7C11C2134A}"/>
                </a:ext>
              </a:extLst>
            </p:cNvPr>
            <p:cNvGrpSpPr>
              <a:grpSpLocks/>
            </p:cNvGrpSpPr>
            <p:nvPr/>
          </p:nvGrpSpPr>
          <p:grpSpPr>
            <a:xfrm rot="18150895">
              <a:off x="5406723" y="2735961"/>
              <a:ext cx="45719" cy="45719"/>
              <a:chOff x="4108704" y="1731264"/>
              <a:chExt cx="1408176" cy="3072384"/>
            </a:xfrm>
          </p:grpSpPr>
          <p:sp>
            <p:nvSpPr>
              <p:cNvPr id="68" name="Freihandform: Form 67">
                <a:extLst>
                  <a:ext uri="{FF2B5EF4-FFF2-40B4-BE49-F238E27FC236}">
                    <a16:creationId xmlns:a16="http://schemas.microsoft.com/office/drawing/2014/main" id="{A2F943B7-C6F4-6620-C3E5-E1C403EE097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8704" y="1731264"/>
                <a:ext cx="1408176" cy="3072384"/>
              </a:xfrm>
              <a:custGeom>
                <a:avLst/>
                <a:gdLst>
                  <a:gd name="connsiteX0" fmla="*/ 286512 w 1408176"/>
                  <a:gd name="connsiteY0" fmla="*/ 3072384 h 3072384"/>
                  <a:gd name="connsiteX1" fmla="*/ 268224 w 1408176"/>
                  <a:gd name="connsiteY1" fmla="*/ 1755648 h 3072384"/>
                  <a:gd name="connsiteX2" fmla="*/ 475488 w 1408176"/>
                  <a:gd name="connsiteY2" fmla="*/ 1505712 h 3072384"/>
                  <a:gd name="connsiteX3" fmla="*/ 481584 w 1408176"/>
                  <a:gd name="connsiteY3" fmla="*/ 1085088 h 3072384"/>
                  <a:gd name="connsiteX4" fmla="*/ 457200 w 1408176"/>
                  <a:gd name="connsiteY4" fmla="*/ 1054608 h 3072384"/>
                  <a:gd name="connsiteX5" fmla="*/ 304800 w 1408176"/>
                  <a:gd name="connsiteY5" fmla="*/ 987552 h 3072384"/>
                  <a:gd name="connsiteX6" fmla="*/ 164592 w 1408176"/>
                  <a:gd name="connsiteY6" fmla="*/ 932688 h 3072384"/>
                  <a:gd name="connsiteX7" fmla="*/ 115824 w 1408176"/>
                  <a:gd name="connsiteY7" fmla="*/ 908304 h 3072384"/>
                  <a:gd name="connsiteX8" fmla="*/ 73152 w 1408176"/>
                  <a:gd name="connsiteY8" fmla="*/ 871728 h 3072384"/>
                  <a:gd name="connsiteX9" fmla="*/ 54864 w 1408176"/>
                  <a:gd name="connsiteY9" fmla="*/ 859536 h 3072384"/>
                  <a:gd name="connsiteX10" fmla="*/ 18288 w 1408176"/>
                  <a:gd name="connsiteY10" fmla="*/ 792480 h 3072384"/>
                  <a:gd name="connsiteX11" fmla="*/ 12192 w 1408176"/>
                  <a:gd name="connsiteY11" fmla="*/ 743712 h 3072384"/>
                  <a:gd name="connsiteX12" fmla="*/ 6096 w 1408176"/>
                  <a:gd name="connsiteY12" fmla="*/ 707136 h 3072384"/>
                  <a:gd name="connsiteX13" fmla="*/ 0 w 1408176"/>
                  <a:gd name="connsiteY13" fmla="*/ 664464 h 3072384"/>
                  <a:gd name="connsiteX14" fmla="*/ 12192 w 1408176"/>
                  <a:gd name="connsiteY14" fmla="*/ 438912 h 3072384"/>
                  <a:gd name="connsiteX15" fmla="*/ 24384 w 1408176"/>
                  <a:gd name="connsiteY15" fmla="*/ 390144 h 3072384"/>
                  <a:gd name="connsiteX16" fmla="*/ 128016 w 1408176"/>
                  <a:gd name="connsiteY16" fmla="*/ 195072 h 3072384"/>
                  <a:gd name="connsiteX17" fmla="*/ 152400 w 1408176"/>
                  <a:gd name="connsiteY17" fmla="*/ 158496 h 3072384"/>
                  <a:gd name="connsiteX18" fmla="*/ 182880 w 1408176"/>
                  <a:gd name="connsiteY18" fmla="*/ 128016 h 3072384"/>
                  <a:gd name="connsiteX19" fmla="*/ 207264 w 1408176"/>
                  <a:gd name="connsiteY19" fmla="*/ 97536 h 3072384"/>
                  <a:gd name="connsiteX20" fmla="*/ 231648 w 1408176"/>
                  <a:gd name="connsiteY20" fmla="*/ 85344 h 3072384"/>
                  <a:gd name="connsiteX21" fmla="*/ 274320 w 1408176"/>
                  <a:gd name="connsiteY21" fmla="*/ 48768 h 3072384"/>
                  <a:gd name="connsiteX22" fmla="*/ 298704 w 1408176"/>
                  <a:gd name="connsiteY22" fmla="*/ 36576 h 3072384"/>
                  <a:gd name="connsiteX23" fmla="*/ 359664 w 1408176"/>
                  <a:gd name="connsiteY23" fmla="*/ 12192 h 3072384"/>
                  <a:gd name="connsiteX24" fmla="*/ 426720 w 1408176"/>
                  <a:gd name="connsiteY24" fmla="*/ 0 h 3072384"/>
                  <a:gd name="connsiteX25" fmla="*/ 829056 w 1408176"/>
                  <a:gd name="connsiteY25" fmla="*/ 6096 h 3072384"/>
                  <a:gd name="connsiteX26" fmla="*/ 975360 w 1408176"/>
                  <a:gd name="connsiteY26" fmla="*/ 24384 h 3072384"/>
                  <a:gd name="connsiteX27" fmla="*/ 1018032 w 1408176"/>
                  <a:gd name="connsiteY27" fmla="*/ 36576 h 3072384"/>
                  <a:gd name="connsiteX28" fmla="*/ 1042416 w 1408176"/>
                  <a:gd name="connsiteY28" fmla="*/ 42672 h 3072384"/>
                  <a:gd name="connsiteX29" fmla="*/ 1164336 w 1408176"/>
                  <a:gd name="connsiteY29" fmla="*/ 103632 h 3072384"/>
                  <a:gd name="connsiteX30" fmla="*/ 1200912 w 1408176"/>
                  <a:gd name="connsiteY30" fmla="*/ 134112 h 3072384"/>
                  <a:gd name="connsiteX31" fmla="*/ 1292352 w 1408176"/>
                  <a:gd name="connsiteY31" fmla="*/ 201168 h 3072384"/>
                  <a:gd name="connsiteX32" fmla="*/ 1359408 w 1408176"/>
                  <a:gd name="connsiteY32" fmla="*/ 280416 h 3072384"/>
                  <a:gd name="connsiteX33" fmla="*/ 1371600 w 1408176"/>
                  <a:gd name="connsiteY33" fmla="*/ 310896 h 3072384"/>
                  <a:gd name="connsiteX34" fmla="*/ 1389888 w 1408176"/>
                  <a:gd name="connsiteY34" fmla="*/ 347472 h 3072384"/>
                  <a:gd name="connsiteX35" fmla="*/ 1408176 w 1408176"/>
                  <a:gd name="connsiteY35" fmla="*/ 432816 h 3072384"/>
                  <a:gd name="connsiteX36" fmla="*/ 1395984 w 1408176"/>
                  <a:gd name="connsiteY36" fmla="*/ 627888 h 3072384"/>
                  <a:gd name="connsiteX37" fmla="*/ 1377696 w 1408176"/>
                  <a:gd name="connsiteY37" fmla="*/ 682752 h 3072384"/>
                  <a:gd name="connsiteX38" fmla="*/ 1359408 w 1408176"/>
                  <a:gd name="connsiteY38" fmla="*/ 713232 h 3072384"/>
                  <a:gd name="connsiteX39" fmla="*/ 1347216 w 1408176"/>
                  <a:gd name="connsiteY39" fmla="*/ 737616 h 3072384"/>
                  <a:gd name="connsiteX40" fmla="*/ 1304544 w 1408176"/>
                  <a:gd name="connsiteY40" fmla="*/ 786384 h 3072384"/>
                  <a:gd name="connsiteX41" fmla="*/ 1219200 w 1408176"/>
                  <a:gd name="connsiteY41" fmla="*/ 841248 h 3072384"/>
                  <a:gd name="connsiteX42" fmla="*/ 1103376 w 1408176"/>
                  <a:gd name="connsiteY42" fmla="*/ 896112 h 3072384"/>
                  <a:gd name="connsiteX43" fmla="*/ 1072896 w 1408176"/>
                  <a:gd name="connsiteY43" fmla="*/ 902208 h 3072384"/>
                  <a:gd name="connsiteX44" fmla="*/ 1024128 w 1408176"/>
                  <a:gd name="connsiteY44" fmla="*/ 926592 h 3072384"/>
                  <a:gd name="connsiteX45" fmla="*/ 999744 w 1408176"/>
                  <a:gd name="connsiteY45" fmla="*/ 938784 h 3072384"/>
                  <a:gd name="connsiteX46" fmla="*/ 969264 w 1408176"/>
                  <a:gd name="connsiteY46" fmla="*/ 957072 h 3072384"/>
                  <a:gd name="connsiteX47" fmla="*/ 920496 w 1408176"/>
                  <a:gd name="connsiteY47" fmla="*/ 969264 h 3072384"/>
                  <a:gd name="connsiteX48" fmla="*/ 920496 w 1408176"/>
                  <a:gd name="connsiteY48" fmla="*/ 1402080 h 3072384"/>
                  <a:gd name="connsiteX49" fmla="*/ 1176528 w 1408176"/>
                  <a:gd name="connsiteY49" fmla="*/ 1645920 h 3072384"/>
                  <a:gd name="connsiteX50" fmla="*/ 1219200 w 1408176"/>
                  <a:gd name="connsiteY50" fmla="*/ 3023616 h 3072384"/>
                  <a:gd name="connsiteX51" fmla="*/ 286512 w 1408176"/>
                  <a:gd name="connsiteY51" fmla="*/ 3072384 h 307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408176" h="3072384">
                    <a:moveTo>
                      <a:pt x="286512" y="3072384"/>
                    </a:moveTo>
                    <a:lnTo>
                      <a:pt x="268224" y="1755648"/>
                    </a:lnTo>
                    <a:lnTo>
                      <a:pt x="475488" y="1505712"/>
                    </a:lnTo>
                    <a:lnTo>
                      <a:pt x="481584" y="1085088"/>
                    </a:lnTo>
                    <a:lnTo>
                      <a:pt x="457200" y="1054608"/>
                    </a:lnTo>
                    <a:cubicBezTo>
                      <a:pt x="406400" y="1032256"/>
                      <a:pt x="357067" y="1006219"/>
                      <a:pt x="304800" y="987552"/>
                    </a:cubicBezTo>
                    <a:cubicBezTo>
                      <a:pt x="229296" y="960586"/>
                      <a:pt x="228055" y="962553"/>
                      <a:pt x="164592" y="932688"/>
                    </a:cubicBezTo>
                    <a:cubicBezTo>
                      <a:pt x="148147" y="924949"/>
                      <a:pt x="131523" y="917462"/>
                      <a:pt x="115824" y="908304"/>
                    </a:cubicBezTo>
                    <a:cubicBezTo>
                      <a:pt x="85384" y="890547"/>
                      <a:pt x="97911" y="892360"/>
                      <a:pt x="73152" y="871728"/>
                    </a:cubicBezTo>
                    <a:cubicBezTo>
                      <a:pt x="67524" y="867038"/>
                      <a:pt x="60960" y="863600"/>
                      <a:pt x="54864" y="859536"/>
                    </a:cubicBezTo>
                    <a:cubicBezTo>
                      <a:pt x="46337" y="845325"/>
                      <a:pt x="22577" y="807490"/>
                      <a:pt x="18288" y="792480"/>
                    </a:cubicBezTo>
                    <a:cubicBezTo>
                      <a:pt x="13787" y="776728"/>
                      <a:pt x="14509" y="759930"/>
                      <a:pt x="12192" y="743712"/>
                    </a:cubicBezTo>
                    <a:cubicBezTo>
                      <a:pt x="10444" y="731476"/>
                      <a:pt x="7975" y="719352"/>
                      <a:pt x="6096" y="707136"/>
                    </a:cubicBezTo>
                    <a:cubicBezTo>
                      <a:pt x="3911" y="692935"/>
                      <a:pt x="2032" y="678688"/>
                      <a:pt x="0" y="664464"/>
                    </a:cubicBezTo>
                    <a:cubicBezTo>
                      <a:pt x="2246" y="594850"/>
                      <a:pt x="-3432" y="511824"/>
                      <a:pt x="12192" y="438912"/>
                    </a:cubicBezTo>
                    <a:cubicBezTo>
                      <a:pt x="15703" y="422528"/>
                      <a:pt x="18369" y="405783"/>
                      <a:pt x="24384" y="390144"/>
                    </a:cubicBezTo>
                    <a:cubicBezTo>
                      <a:pt x="64821" y="285007"/>
                      <a:pt x="70152" y="284093"/>
                      <a:pt x="128016" y="195072"/>
                    </a:cubicBezTo>
                    <a:cubicBezTo>
                      <a:pt x="136002" y="182786"/>
                      <a:pt x="142039" y="168857"/>
                      <a:pt x="152400" y="158496"/>
                    </a:cubicBezTo>
                    <a:cubicBezTo>
                      <a:pt x="162560" y="148336"/>
                      <a:pt x="173268" y="138696"/>
                      <a:pt x="182880" y="128016"/>
                    </a:cubicBezTo>
                    <a:cubicBezTo>
                      <a:pt x="191584" y="118345"/>
                      <a:pt x="197472" y="106104"/>
                      <a:pt x="207264" y="97536"/>
                    </a:cubicBezTo>
                    <a:cubicBezTo>
                      <a:pt x="214103" y="91552"/>
                      <a:pt x="224299" y="90689"/>
                      <a:pt x="231648" y="85344"/>
                    </a:cubicBezTo>
                    <a:cubicBezTo>
                      <a:pt x="246799" y="74325"/>
                      <a:pt x="259169" y="59787"/>
                      <a:pt x="274320" y="48768"/>
                    </a:cubicBezTo>
                    <a:cubicBezTo>
                      <a:pt x="281669" y="43423"/>
                      <a:pt x="290351" y="40156"/>
                      <a:pt x="298704" y="36576"/>
                    </a:cubicBezTo>
                    <a:cubicBezTo>
                      <a:pt x="318820" y="27955"/>
                      <a:pt x="338204" y="16484"/>
                      <a:pt x="359664" y="12192"/>
                    </a:cubicBezTo>
                    <a:cubicBezTo>
                      <a:pt x="402264" y="3672"/>
                      <a:pt x="379924" y="7799"/>
                      <a:pt x="426720" y="0"/>
                    </a:cubicBezTo>
                    <a:cubicBezTo>
                      <a:pt x="560832" y="2032"/>
                      <a:pt x="695014" y="1309"/>
                      <a:pt x="829056" y="6096"/>
                    </a:cubicBezTo>
                    <a:cubicBezTo>
                      <a:pt x="832597" y="6222"/>
                      <a:pt x="942274" y="16749"/>
                      <a:pt x="975360" y="24384"/>
                    </a:cubicBezTo>
                    <a:cubicBezTo>
                      <a:pt x="989774" y="27710"/>
                      <a:pt x="1003760" y="32684"/>
                      <a:pt x="1018032" y="36576"/>
                    </a:cubicBezTo>
                    <a:cubicBezTo>
                      <a:pt x="1026115" y="38780"/>
                      <a:pt x="1034637" y="39560"/>
                      <a:pt x="1042416" y="42672"/>
                    </a:cubicBezTo>
                    <a:cubicBezTo>
                      <a:pt x="1116202" y="72186"/>
                      <a:pt x="1121027" y="68984"/>
                      <a:pt x="1164336" y="103632"/>
                    </a:cubicBezTo>
                    <a:cubicBezTo>
                      <a:pt x="1176729" y="113546"/>
                      <a:pt x="1188288" y="124494"/>
                      <a:pt x="1200912" y="134112"/>
                    </a:cubicBezTo>
                    <a:cubicBezTo>
                      <a:pt x="1230977" y="157019"/>
                      <a:pt x="1267937" y="172314"/>
                      <a:pt x="1292352" y="201168"/>
                    </a:cubicBezTo>
                    <a:lnTo>
                      <a:pt x="1359408" y="280416"/>
                    </a:lnTo>
                    <a:cubicBezTo>
                      <a:pt x="1363472" y="290576"/>
                      <a:pt x="1367072" y="300934"/>
                      <a:pt x="1371600" y="310896"/>
                    </a:cubicBezTo>
                    <a:cubicBezTo>
                      <a:pt x="1377241" y="323305"/>
                      <a:pt x="1384995" y="334750"/>
                      <a:pt x="1389888" y="347472"/>
                    </a:cubicBezTo>
                    <a:cubicBezTo>
                      <a:pt x="1402726" y="380851"/>
                      <a:pt x="1403194" y="397945"/>
                      <a:pt x="1408176" y="432816"/>
                    </a:cubicBezTo>
                    <a:cubicBezTo>
                      <a:pt x="1405619" y="491630"/>
                      <a:pt x="1405540" y="565776"/>
                      <a:pt x="1395984" y="627888"/>
                    </a:cubicBezTo>
                    <a:cubicBezTo>
                      <a:pt x="1393397" y="644703"/>
                      <a:pt x="1384950" y="668244"/>
                      <a:pt x="1377696" y="682752"/>
                    </a:cubicBezTo>
                    <a:cubicBezTo>
                      <a:pt x="1372397" y="693350"/>
                      <a:pt x="1365162" y="702875"/>
                      <a:pt x="1359408" y="713232"/>
                    </a:cubicBezTo>
                    <a:cubicBezTo>
                      <a:pt x="1354995" y="721176"/>
                      <a:pt x="1351725" y="729726"/>
                      <a:pt x="1347216" y="737616"/>
                    </a:cubicBezTo>
                    <a:cubicBezTo>
                      <a:pt x="1335505" y="758111"/>
                      <a:pt x="1323631" y="769842"/>
                      <a:pt x="1304544" y="786384"/>
                    </a:cubicBezTo>
                    <a:cubicBezTo>
                      <a:pt x="1244339" y="838561"/>
                      <a:pt x="1266480" y="829428"/>
                      <a:pt x="1219200" y="841248"/>
                    </a:cubicBezTo>
                    <a:cubicBezTo>
                      <a:pt x="1188428" y="858343"/>
                      <a:pt x="1138544" y="889078"/>
                      <a:pt x="1103376" y="896112"/>
                    </a:cubicBezTo>
                    <a:lnTo>
                      <a:pt x="1072896" y="902208"/>
                    </a:lnTo>
                    <a:lnTo>
                      <a:pt x="1024128" y="926592"/>
                    </a:lnTo>
                    <a:cubicBezTo>
                      <a:pt x="1016000" y="930656"/>
                      <a:pt x="1007536" y="934109"/>
                      <a:pt x="999744" y="938784"/>
                    </a:cubicBezTo>
                    <a:cubicBezTo>
                      <a:pt x="989584" y="944880"/>
                      <a:pt x="980323" y="952819"/>
                      <a:pt x="969264" y="957072"/>
                    </a:cubicBezTo>
                    <a:cubicBezTo>
                      <a:pt x="953625" y="963087"/>
                      <a:pt x="920496" y="969264"/>
                      <a:pt x="920496" y="969264"/>
                    </a:cubicBezTo>
                    <a:lnTo>
                      <a:pt x="920496" y="1402080"/>
                    </a:lnTo>
                    <a:lnTo>
                      <a:pt x="1176528" y="1645920"/>
                    </a:lnTo>
                    <a:lnTo>
                      <a:pt x="1219200" y="3023616"/>
                    </a:lnTo>
                    <a:lnTo>
                      <a:pt x="286512" y="30723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  <p:sp>
            <p:nvSpPr>
              <p:cNvPr id="69" name="Ellipse 68">
                <a:extLst>
                  <a:ext uri="{FF2B5EF4-FFF2-40B4-BE49-F238E27FC236}">
                    <a16:creationId xmlns:a16="http://schemas.microsoft.com/office/drawing/2014/main" id="{30BE0FF4-5850-183E-EA25-8C9231D56E1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83608" y="1969008"/>
                <a:ext cx="658368" cy="5608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4000" dirty="0"/>
              </a:p>
            </p:txBody>
          </p:sp>
        </p:grpSp>
      </p:grpSp>
      <p:pic>
        <p:nvPicPr>
          <p:cNvPr id="186" name="Grafik 185" descr="Roboterhand mit einfarbiger Füllung">
            <a:extLst>
              <a:ext uri="{FF2B5EF4-FFF2-40B4-BE49-F238E27FC236}">
                <a16:creationId xmlns:a16="http://schemas.microsoft.com/office/drawing/2014/main" id="{D6B9FEBC-7493-51DD-B823-1BF8BF918A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6881744" y="2697603"/>
            <a:ext cx="600454" cy="600454"/>
          </a:xfrm>
          <a:prstGeom prst="rect">
            <a:avLst/>
          </a:prstGeom>
        </p:spPr>
      </p:pic>
      <p:sp>
        <p:nvSpPr>
          <p:cNvPr id="264" name="Rechteck 263">
            <a:extLst>
              <a:ext uri="{FF2B5EF4-FFF2-40B4-BE49-F238E27FC236}">
                <a16:creationId xmlns:a16="http://schemas.microsoft.com/office/drawing/2014/main" id="{483E51AD-C531-2F5B-60B5-085DE9C5B288}"/>
              </a:ext>
            </a:extLst>
          </p:cNvPr>
          <p:cNvSpPr/>
          <p:nvPr/>
        </p:nvSpPr>
        <p:spPr>
          <a:xfrm>
            <a:off x="640782" y="3263296"/>
            <a:ext cx="1277310" cy="4767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5" name="Bogen 264">
            <a:extLst>
              <a:ext uri="{FF2B5EF4-FFF2-40B4-BE49-F238E27FC236}">
                <a16:creationId xmlns:a16="http://schemas.microsoft.com/office/drawing/2014/main" id="{3BC29438-DD62-07B2-9978-329DC3E98454}"/>
              </a:ext>
            </a:extLst>
          </p:cNvPr>
          <p:cNvSpPr/>
          <p:nvPr/>
        </p:nvSpPr>
        <p:spPr>
          <a:xfrm rot="10800000">
            <a:off x="-50576" y="3429000"/>
            <a:ext cx="1936583" cy="185880"/>
          </a:xfrm>
          <a:prstGeom prst="arc">
            <a:avLst>
              <a:gd name="adj1" fmla="val 5076651"/>
              <a:gd name="adj2" fmla="val 16703222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52" name="Gruppieren 251">
            <a:extLst>
              <a:ext uri="{FF2B5EF4-FFF2-40B4-BE49-F238E27FC236}">
                <a16:creationId xmlns:a16="http://schemas.microsoft.com/office/drawing/2014/main" id="{3F09B4BE-711C-1AF5-5E54-E8F6F93E61D4}"/>
              </a:ext>
            </a:extLst>
          </p:cNvPr>
          <p:cNvGrpSpPr/>
          <p:nvPr/>
        </p:nvGrpSpPr>
        <p:grpSpPr>
          <a:xfrm>
            <a:off x="4036152" y="1989892"/>
            <a:ext cx="355784" cy="283224"/>
            <a:chOff x="4119560" y="2325983"/>
            <a:chExt cx="355784" cy="283224"/>
          </a:xfrm>
        </p:grpSpPr>
        <p:sp>
          <p:nvSpPr>
            <p:cNvPr id="195" name="Rechteck 194">
              <a:extLst>
                <a:ext uri="{FF2B5EF4-FFF2-40B4-BE49-F238E27FC236}">
                  <a16:creationId xmlns:a16="http://schemas.microsoft.com/office/drawing/2014/main" id="{2FA0BA58-2093-AF08-8AF9-BBF9F8DF93AC}"/>
                </a:ext>
              </a:extLst>
            </p:cNvPr>
            <p:cNvSpPr/>
            <p:nvPr/>
          </p:nvSpPr>
          <p:spPr>
            <a:xfrm>
              <a:off x="4254179" y="2366122"/>
              <a:ext cx="87607" cy="31227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7" name="Rechteck 186">
              <a:extLst>
                <a:ext uri="{FF2B5EF4-FFF2-40B4-BE49-F238E27FC236}">
                  <a16:creationId xmlns:a16="http://schemas.microsoft.com/office/drawing/2014/main" id="{A9EB28A5-4DEE-3BB8-9FDF-0FAD71E404D1}"/>
                </a:ext>
              </a:extLst>
            </p:cNvPr>
            <p:cNvSpPr/>
            <p:nvPr/>
          </p:nvSpPr>
          <p:spPr>
            <a:xfrm>
              <a:off x="4136227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8" name="Rechteck 187">
              <a:extLst>
                <a:ext uri="{FF2B5EF4-FFF2-40B4-BE49-F238E27FC236}">
                  <a16:creationId xmlns:a16="http://schemas.microsoft.com/office/drawing/2014/main" id="{38478C76-035B-FBFF-3DD5-8AC5AB96CE41}"/>
                </a:ext>
              </a:extLst>
            </p:cNvPr>
            <p:cNvSpPr/>
            <p:nvPr/>
          </p:nvSpPr>
          <p:spPr>
            <a:xfrm>
              <a:off x="4211888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CBFDC62B-4306-E710-187B-E5D836D949B3}"/>
                </a:ext>
              </a:extLst>
            </p:cNvPr>
            <p:cNvSpPr/>
            <p:nvPr/>
          </p:nvSpPr>
          <p:spPr>
            <a:xfrm>
              <a:off x="4176093" y="2361513"/>
              <a:ext cx="41334" cy="37785"/>
            </a:xfrm>
            <a:prstGeom prst="ellipse">
              <a:avLst/>
            </a:prstGeom>
            <a:gradFill>
              <a:gsLst>
                <a:gs pos="0">
                  <a:schemeClr val="accent6">
                    <a:lumMod val="7500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9" name="Rechteck 188">
              <a:extLst>
                <a:ext uri="{FF2B5EF4-FFF2-40B4-BE49-F238E27FC236}">
                  <a16:creationId xmlns:a16="http://schemas.microsoft.com/office/drawing/2014/main" id="{E33505D6-AC82-72B8-B64F-1F2F537F325C}"/>
                </a:ext>
              </a:extLst>
            </p:cNvPr>
            <p:cNvSpPr/>
            <p:nvPr/>
          </p:nvSpPr>
          <p:spPr>
            <a:xfrm>
              <a:off x="4119560" y="2509339"/>
              <a:ext cx="156842" cy="99868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0" name="Rechteck 189">
              <a:extLst>
                <a:ext uri="{FF2B5EF4-FFF2-40B4-BE49-F238E27FC236}">
                  <a16:creationId xmlns:a16="http://schemas.microsoft.com/office/drawing/2014/main" id="{0090B5D8-B491-DB70-4E31-286F305BD2FB}"/>
                </a:ext>
              </a:extLst>
            </p:cNvPr>
            <p:cNvSpPr/>
            <p:nvPr/>
          </p:nvSpPr>
          <p:spPr>
            <a:xfrm>
              <a:off x="4337550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1" name="Rechteck 190">
              <a:extLst>
                <a:ext uri="{FF2B5EF4-FFF2-40B4-BE49-F238E27FC236}">
                  <a16:creationId xmlns:a16="http://schemas.microsoft.com/office/drawing/2014/main" id="{842048F2-307F-A154-15A9-AA9D355083F4}"/>
                </a:ext>
              </a:extLst>
            </p:cNvPr>
            <p:cNvSpPr/>
            <p:nvPr/>
          </p:nvSpPr>
          <p:spPr>
            <a:xfrm>
              <a:off x="4410829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2" name="Rechteck 191">
              <a:extLst>
                <a:ext uri="{FF2B5EF4-FFF2-40B4-BE49-F238E27FC236}">
                  <a16:creationId xmlns:a16="http://schemas.microsoft.com/office/drawing/2014/main" id="{B482F212-68E9-C295-196F-D1DE66EB98B1}"/>
                </a:ext>
              </a:extLst>
            </p:cNvPr>
            <p:cNvSpPr/>
            <p:nvPr/>
          </p:nvSpPr>
          <p:spPr>
            <a:xfrm>
              <a:off x="4318502" y="2509338"/>
              <a:ext cx="156842" cy="99869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9D0BDFFB-BA7B-1B59-743B-5E196D6749CF}"/>
                </a:ext>
              </a:extLst>
            </p:cNvPr>
            <p:cNvSpPr/>
            <p:nvPr/>
          </p:nvSpPr>
          <p:spPr>
            <a:xfrm>
              <a:off x="4376711" y="2361511"/>
              <a:ext cx="41563" cy="37785"/>
            </a:xfrm>
            <a:prstGeom prst="ellipse">
              <a:avLst/>
            </a:prstGeom>
            <a:gradFill>
              <a:gsLst>
                <a:gs pos="0">
                  <a:schemeClr val="accent6">
                    <a:lumMod val="7500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267" name="Gerader Verbinder 266">
            <a:extLst>
              <a:ext uri="{FF2B5EF4-FFF2-40B4-BE49-F238E27FC236}">
                <a16:creationId xmlns:a16="http://schemas.microsoft.com/office/drawing/2014/main" id="{D94E4D36-FC1D-836A-A37F-E69213DE6B41}"/>
              </a:ext>
            </a:extLst>
          </p:cNvPr>
          <p:cNvCxnSpPr>
            <a:cxnSpLocks/>
            <a:stCxn id="3" idx="0"/>
            <a:endCxn id="3" idx="4"/>
          </p:cNvCxnSpPr>
          <p:nvPr/>
        </p:nvCxnSpPr>
        <p:spPr>
          <a:xfrm>
            <a:off x="4214044" y="2162627"/>
            <a:ext cx="0" cy="2880000"/>
          </a:xfrm>
          <a:prstGeom prst="line">
            <a:avLst/>
          </a:prstGeom>
          <a:ln w="6350">
            <a:solidFill>
              <a:schemeClr val="tx1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Gerader Verbinder 268">
            <a:extLst>
              <a:ext uri="{FF2B5EF4-FFF2-40B4-BE49-F238E27FC236}">
                <a16:creationId xmlns:a16="http://schemas.microsoft.com/office/drawing/2014/main" id="{DCCF0998-487B-4959-D2C6-3DC8E6608790}"/>
              </a:ext>
            </a:extLst>
          </p:cNvPr>
          <p:cNvCxnSpPr>
            <a:cxnSpLocks/>
            <a:stCxn id="3" idx="6"/>
            <a:endCxn id="3" idx="2"/>
          </p:cNvCxnSpPr>
          <p:nvPr/>
        </p:nvCxnSpPr>
        <p:spPr>
          <a:xfrm flipH="1">
            <a:off x="2774044" y="3602627"/>
            <a:ext cx="2880000" cy="0"/>
          </a:xfrm>
          <a:prstGeom prst="line">
            <a:avLst/>
          </a:prstGeom>
          <a:ln w="6350">
            <a:solidFill>
              <a:schemeClr val="tx1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Gerader Verbinder 271">
            <a:extLst>
              <a:ext uri="{FF2B5EF4-FFF2-40B4-BE49-F238E27FC236}">
                <a16:creationId xmlns:a16="http://schemas.microsoft.com/office/drawing/2014/main" id="{C43E9A0F-977F-6F6F-295B-990CFBC5531C}"/>
              </a:ext>
            </a:extLst>
          </p:cNvPr>
          <p:cNvCxnSpPr>
            <a:cxnSpLocks/>
            <a:stCxn id="3" idx="7"/>
            <a:endCxn id="3" idx="3"/>
          </p:cNvCxnSpPr>
          <p:nvPr/>
        </p:nvCxnSpPr>
        <p:spPr>
          <a:xfrm flipH="1">
            <a:off x="3195810" y="2584393"/>
            <a:ext cx="2036468" cy="2036468"/>
          </a:xfrm>
          <a:prstGeom prst="line">
            <a:avLst/>
          </a:prstGeom>
          <a:ln w="6350">
            <a:solidFill>
              <a:schemeClr val="tx1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Gerader Verbinder 274">
            <a:extLst>
              <a:ext uri="{FF2B5EF4-FFF2-40B4-BE49-F238E27FC236}">
                <a16:creationId xmlns:a16="http://schemas.microsoft.com/office/drawing/2014/main" id="{01254021-65F0-3444-5787-EA9B2AFBD3F5}"/>
              </a:ext>
            </a:extLst>
          </p:cNvPr>
          <p:cNvCxnSpPr>
            <a:cxnSpLocks/>
            <a:stCxn id="3" idx="1"/>
            <a:endCxn id="3" idx="5"/>
          </p:cNvCxnSpPr>
          <p:nvPr/>
        </p:nvCxnSpPr>
        <p:spPr>
          <a:xfrm>
            <a:off x="3195810" y="2584393"/>
            <a:ext cx="2036468" cy="2036468"/>
          </a:xfrm>
          <a:prstGeom prst="line">
            <a:avLst/>
          </a:prstGeom>
          <a:ln w="6350">
            <a:solidFill>
              <a:schemeClr val="tx1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8" name="Gruppieren 277">
            <a:extLst>
              <a:ext uri="{FF2B5EF4-FFF2-40B4-BE49-F238E27FC236}">
                <a16:creationId xmlns:a16="http://schemas.microsoft.com/office/drawing/2014/main" id="{6005206A-5621-47CF-E788-A4C85157A0B6}"/>
              </a:ext>
            </a:extLst>
          </p:cNvPr>
          <p:cNvGrpSpPr/>
          <p:nvPr/>
        </p:nvGrpSpPr>
        <p:grpSpPr>
          <a:xfrm rot="10800000">
            <a:off x="4040992" y="4926382"/>
            <a:ext cx="355784" cy="283224"/>
            <a:chOff x="4119560" y="2325983"/>
            <a:chExt cx="355784" cy="283224"/>
          </a:xfrm>
        </p:grpSpPr>
        <p:sp>
          <p:nvSpPr>
            <p:cNvPr id="279" name="Rechteck 278">
              <a:extLst>
                <a:ext uri="{FF2B5EF4-FFF2-40B4-BE49-F238E27FC236}">
                  <a16:creationId xmlns:a16="http://schemas.microsoft.com/office/drawing/2014/main" id="{B9AF9CAF-A4D6-8E86-29D9-CD60CAFAFEC3}"/>
                </a:ext>
              </a:extLst>
            </p:cNvPr>
            <p:cNvSpPr/>
            <p:nvPr/>
          </p:nvSpPr>
          <p:spPr>
            <a:xfrm>
              <a:off x="4254179" y="2366122"/>
              <a:ext cx="87607" cy="31227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0" name="Rechteck 279">
              <a:extLst>
                <a:ext uri="{FF2B5EF4-FFF2-40B4-BE49-F238E27FC236}">
                  <a16:creationId xmlns:a16="http://schemas.microsoft.com/office/drawing/2014/main" id="{794FEEA8-FCC9-0E93-D100-0A78124970A3}"/>
                </a:ext>
              </a:extLst>
            </p:cNvPr>
            <p:cNvSpPr/>
            <p:nvPr/>
          </p:nvSpPr>
          <p:spPr>
            <a:xfrm>
              <a:off x="4136227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1" name="Rechteck 280">
              <a:extLst>
                <a:ext uri="{FF2B5EF4-FFF2-40B4-BE49-F238E27FC236}">
                  <a16:creationId xmlns:a16="http://schemas.microsoft.com/office/drawing/2014/main" id="{4C567C7D-FD8F-713D-5144-5AC72DE74115}"/>
                </a:ext>
              </a:extLst>
            </p:cNvPr>
            <p:cNvSpPr/>
            <p:nvPr/>
          </p:nvSpPr>
          <p:spPr>
            <a:xfrm>
              <a:off x="4211888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2" name="Ellipse 281">
              <a:extLst>
                <a:ext uri="{FF2B5EF4-FFF2-40B4-BE49-F238E27FC236}">
                  <a16:creationId xmlns:a16="http://schemas.microsoft.com/office/drawing/2014/main" id="{780A7780-7AEB-0C63-5B2F-20BB66E4A352}"/>
                </a:ext>
              </a:extLst>
            </p:cNvPr>
            <p:cNvSpPr/>
            <p:nvPr/>
          </p:nvSpPr>
          <p:spPr>
            <a:xfrm>
              <a:off x="4176093" y="2361513"/>
              <a:ext cx="41334" cy="37785"/>
            </a:xfrm>
            <a:prstGeom prst="ellipse">
              <a:avLst/>
            </a:prstGeom>
            <a:gradFill>
              <a:gsLst>
                <a:gs pos="0">
                  <a:schemeClr val="accent6">
                    <a:lumMod val="7500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3" name="Rechteck 282">
              <a:extLst>
                <a:ext uri="{FF2B5EF4-FFF2-40B4-BE49-F238E27FC236}">
                  <a16:creationId xmlns:a16="http://schemas.microsoft.com/office/drawing/2014/main" id="{7507C474-9C3D-578D-89CD-8D7776CE4D94}"/>
                </a:ext>
              </a:extLst>
            </p:cNvPr>
            <p:cNvSpPr/>
            <p:nvPr/>
          </p:nvSpPr>
          <p:spPr>
            <a:xfrm>
              <a:off x="4119560" y="2509339"/>
              <a:ext cx="156842" cy="99868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4" name="Rechteck 283">
              <a:extLst>
                <a:ext uri="{FF2B5EF4-FFF2-40B4-BE49-F238E27FC236}">
                  <a16:creationId xmlns:a16="http://schemas.microsoft.com/office/drawing/2014/main" id="{A339C435-D6EC-F5B1-37CB-F90EDFCDC90D}"/>
                </a:ext>
              </a:extLst>
            </p:cNvPr>
            <p:cNvSpPr/>
            <p:nvPr/>
          </p:nvSpPr>
          <p:spPr>
            <a:xfrm>
              <a:off x="4337550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5" name="Rechteck 284">
              <a:extLst>
                <a:ext uri="{FF2B5EF4-FFF2-40B4-BE49-F238E27FC236}">
                  <a16:creationId xmlns:a16="http://schemas.microsoft.com/office/drawing/2014/main" id="{E27231B7-1AAF-0A87-F9C1-E01F8D42BFCF}"/>
                </a:ext>
              </a:extLst>
            </p:cNvPr>
            <p:cNvSpPr/>
            <p:nvPr/>
          </p:nvSpPr>
          <p:spPr>
            <a:xfrm>
              <a:off x="4410829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6" name="Rechteck 285">
              <a:extLst>
                <a:ext uri="{FF2B5EF4-FFF2-40B4-BE49-F238E27FC236}">
                  <a16:creationId xmlns:a16="http://schemas.microsoft.com/office/drawing/2014/main" id="{288DCEEC-8F8C-7CB7-8BEA-D9DFE4A90092}"/>
                </a:ext>
              </a:extLst>
            </p:cNvPr>
            <p:cNvSpPr/>
            <p:nvPr/>
          </p:nvSpPr>
          <p:spPr>
            <a:xfrm>
              <a:off x="4318502" y="2509338"/>
              <a:ext cx="156842" cy="99869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7" name="Ellipse 286">
              <a:extLst>
                <a:ext uri="{FF2B5EF4-FFF2-40B4-BE49-F238E27FC236}">
                  <a16:creationId xmlns:a16="http://schemas.microsoft.com/office/drawing/2014/main" id="{643BA93F-B457-05B9-C7F4-3145909ADCEA}"/>
                </a:ext>
              </a:extLst>
            </p:cNvPr>
            <p:cNvSpPr/>
            <p:nvPr/>
          </p:nvSpPr>
          <p:spPr>
            <a:xfrm>
              <a:off x="4376711" y="2361511"/>
              <a:ext cx="41563" cy="37785"/>
            </a:xfrm>
            <a:prstGeom prst="ellipse">
              <a:avLst/>
            </a:prstGeom>
            <a:gradFill>
              <a:gsLst>
                <a:gs pos="0">
                  <a:schemeClr val="accent6">
                    <a:lumMod val="7500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88" name="Gruppieren 287">
            <a:extLst>
              <a:ext uri="{FF2B5EF4-FFF2-40B4-BE49-F238E27FC236}">
                <a16:creationId xmlns:a16="http://schemas.microsoft.com/office/drawing/2014/main" id="{EF3FD299-6C2F-4171-7B5F-BCF98A1ADFA4}"/>
              </a:ext>
            </a:extLst>
          </p:cNvPr>
          <p:cNvGrpSpPr/>
          <p:nvPr/>
        </p:nvGrpSpPr>
        <p:grpSpPr>
          <a:xfrm rot="5400000">
            <a:off x="5493289" y="3466240"/>
            <a:ext cx="355784" cy="283224"/>
            <a:chOff x="4119560" y="2325983"/>
            <a:chExt cx="355784" cy="283224"/>
          </a:xfrm>
        </p:grpSpPr>
        <p:sp>
          <p:nvSpPr>
            <p:cNvPr id="289" name="Rechteck 288">
              <a:extLst>
                <a:ext uri="{FF2B5EF4-FFF2-40B4-BE49-F238E27FC236}">
                  <a16:creationId xmlns:a16="http://schemas.microsoft.com/office/drawing/2014/main" id="{B5B70BFA-A492-8B29-67DE-9605EF0BE3F7}"/>
                </a:ext>
              </a:extLst>
            </p:cNvPr>
            <p:cNvSpPr/>
            <p:nvPr/>
          </p:nvSpPr>
          <p:spPr>
            <a:xfrm>
              <a:off x="4254179" y="2366122"/>
              <a:ext cx="87607" cy="31227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0" name="Rechteck 289">
              <a:extLst>
                <a:ext uri="{FF2B5EF4-FFF2-40B4-BE49-F238E27FC236}">
                  <a16:creationId xmlns:a16="http://schemas.microsoft.com/office/drawing/2014/main" id="{AACFEBBD-0EB7-BDD8-FAD0-8CF3969AB72A}"/>
                </a:ext>
              </a:extLst>
            </p:cNvPr>
            <p:cNvSpPr/>
            <p:nvPr/>
          </p:nvSpPr>
          <p:spPr>
            <a:xfrm>
              <a:off x="4136227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1" name="Rechteck 290">
              <a:extLst>
                <a:ext uri="{FF2B5EF4-FFF2-40B4-BE49-F238E27FC236}">
                  <a16:creationId xmlns:a16="http://schemas.microsoft.com/office/drawing/2014/main" id="{54C5915E-2894-284B-7D5A-CA8A1C757FEC}"/>
                </a:ext>
              </a:extLst>
            </p:cNvPr>
            <p:cNvSpPr/>
            <p:nvPr/>
          </p:nvSpPr>
          <p:spPr>
            <a:xfrm>
              <a:off x="4211888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2" name="Ellipse 291">
              <a:extLst>
                <a:ext uri="{FF2B5EF4-FFF2-40B4-BE49-F238E27FC236}">
                  <a16:creationId xmlns:a16="http://schemas.microsoft.com/office/drawing/2014/main" id="{A3DAC7A1-DD1D-B143-3620-03A16F82AB09}"/>
                </a:ext>
              </a:extLst>
            </p:cNvPr>
            <p:cNvSpPr/>
            <p:nvPr/>
          </p:nvSpPr>
          <p:spPr>
            <a:xfrm>
              <a:off x="4176093" y="2361513"/>
              <a:ext cx="41334" cy="37785"/>
            </a:xfrm>
            <a:prstGeom prst="ellipse">
              <a:avLst/>
            </a:prstGeom>
            <a:gradFill>
              <a:gsLst>
                <a:gs pos="0">
                  <a:schemeClr val="accent6">
                    <a:lumMod val="7500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3" name="Rechteck 292">
              <a:extLst>
                <a:ext uri="{FF2B5EF4-FFF2-40B4-BE49-F238E27FC236}">
                  <a16:creationId xmlns:a16="http://schemas.microsoft.com/office/drawing/2014/main" id="{E5189616-59CF-853D-F871-AD0BDCEF5440}"/>
                </a:ext>
              </a:extLst>
            </p:cNvPr>
            <p:cNvSpPr/>
            <p:nvPr/>
          </p:nvSpPr>
          <p:spPr>
            <a:xfrm>
              <a:off x="4119560" y="2509339"/>
              <a:ext cx="156842" cy="99868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4" name="Rechteck 293">
              <a:extLst>
                <a:ext uri="{FF2B5EF4-FFF2-40B4-BE49-F238E27FC236}">
                  <a16:creationId xmlns:a16="http://schemas.microsoft.com/office/drawing/2014/main" id="{76545B67-944B-0E77-BB25-8D6E6DAE2057}"/>
                </a:ext>
              </a:extLst>
            </p:cNvPr>
            <p:cNvSpPr/>
            <p:nvPr/>
          </p:nvSpPr>
          <p:spPr>
            <a:xfrm>
              <a:off x="4337550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5" name="Rechteck 294">
              <a:extLst>
                <a:ext uri="{FF2B5EF4-FFF2-40B4-BE49-F238E27FC236}">
                  <a16:creationId xmlns:a16="http://schemas.microsoft.com/office/drawing/2014/main" id="{1D351088-E0EB-74D7-F281-BD6E68BA9D23}"/>
                </a:ext>
              </a:extLst>
            </p:cNvPr>
            <p:cNvSpPr/>
            <p:nvPr/>
          </p:nvSpPr>
          <p:spPr>
            <a:xfrm>
              <a:off x="4410829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6" name="Rechteck 295">
              <a:extLst>
                <a:ext uri="{FF2B5EF4-FFF2-40B4-BE49-F238E27FC236}">
                  <a16:creationId xmlns:a16="http://schemas.microsoft.com/office/drawing/2014/main" id="{3FC2A406-3DF5-904F-BC97-748A68071F68}"/>
                </a:ext>
              </a:extLst>
            </p:cNvPr>
            <p:cNvSpPr/>
            <p:nvPr/>
          </p:nvSpPr>
          <p:spPr>
            <a:xfrm>
              <a:off x="4318502" y="2509338"/>
              <a:ext cx="156842" cy="99869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7" name="Ellipse 296">
              <a:extLst>
                <a:ext uri="{FF2B5EF4-FFF2-40B4-BE49-F238E27FC236}">
                  <a16:creationId xmlns:a16="http://schemas.microsoft.com/office/drawing/2014/main" id="{77937236-68F6-D939-80FF-B94AEF8549DA}"/>
                </a:ext>
              </a:extLst>
            </p:cNvPr>
            <p:cNvSpPr/>
            <p:nvPr/>
          </p:nvSpPr>
          <p:spPr>
            <a:xfrm>
              <a:off x="4376711" y="2361511"/>
              <a:ext cx="41563" cy="37785"/>
            </a:xfrm>
            <a:prstGeom prst="ellipse">
              <a:avLst/>
            </a:prstGeom>
            <a:gradFill>
              <a:gsLst>
                <a:gs pos="0">
                  <a:schemeClr val="accent6">
                    <a:lumMod val="7500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98" name="Gruppieren 297">
            <a:extLst>
              <a:ext uri="{FF2B5EF4-FFF2-40B4-BE49-F238E27FC236}">
                <a16:creationId xmlns:a16="http://schemas.microsoft.com/office/drawing/2014/main" id="{0096A44B-E7E6-7DA0-58EB-EB11DDB9B3B2}"/>
              </a:ext>
            </a:extLst>
          </p:cNvPr>
          <p:cNvGrpSpPr/>
          <p:nvPr/>
        </p:nvGrpSpPr>
        <p:grpSpPr>
          <a:xfrm rot="16200000">
            <a:off x="2559667" y="3452696"/>
            <a:ext cx="355784" cy="283224"/>
            <a:chOff x="4119560" y="2325983"/>
            <a:chExt cx="355784" cy="283224"/>
          </a:xfrm>
        </p:grpSpPr>
        <p:sp>
          <p:nvSpPr>
            <p:cNvPr id="299" name="Rechteck 298">
              <a:extLst>
                <a:ext uri="{FF2B5EF4-FFF2-40B4-BE49-F238E27FC236}">
                  <a16:creationId xmlns:a16="http://schemas.microsoft.com/office/drawing/2014/main" id="{2E226A23-D3F7-A780-2D70-975225CB768D}"/>
                </a:ext>
              </a:extLst>
            </p:cNvPr>
            <p:cNvSpPr/>
            <p:nvPr/>
          </p:nvSpPr>
          <p:spPr>
            <a:xfrm>
              <a:off x="4254179" y="2366122"/>
              <a:ext cx="87607" cy="31227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0" name="Rechteck 299">
              <a:extLst>
                <a:ext uri="{FF2B5EF4-FFF2-40B4-BE49-F238E27FC236}">
                  <a16:creationId xmlns:a16="http://schemas.microsoft.com/office/drawing/2014/main" id="{0F163EFC-35CB-30E0-760F-76DDEAB201A7}"/>
                </a:ext>
              </a:extLst>
            </p:cNvPr>
            <p:cNvSpPr/>
            <p:nvPr/>
          </p:nvSpPr>
          <p:spPr>
            <a:xfrm>
              <a:off x="4136227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1" name="Rechteck 300">
              <a:extLst>
                <a:ext uri="{FF2B5EF4-FFF2-40B4-BE49-F238E27FC236}">
                  <a16:creationId xmlns:a16="http://schemas.microsoft.com/office/drawing/2014/main" id="{2A31A579-A411-16BC-6C26-DF12DC8426D7}"/>
                </a:ext>
              </a:extLst>
            </p:cNvPr>
            <p:cNvSpPr/>
            <p:nvPr/>
          </p:nvSpPr>
          <p:spPr>
            <a:xfrm>
              <a:off x="4211888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2" name="Ellipse 301">
              <a:extLst>
                <a:ext uri="{FF2B5EF4-FFF2-40B4-BE49-F238E27FC236}">
                  <a16:creationId xmlns:a16="http://schemas.microsoft.com/office/drawing/2014/main" id="{38D1702B-4B2A-6ADF-C127-856A8BE5E354}"/>
                </a:ext>
              </a:extLst>
            </p:cNvPr>
            <p:cNvSpPr/>
            <p:nvPr/>
          </p:nvSpPr>
          <p:spPr>
            <a:xfrm>
              <a:off x="4176093" y="2361513"/>
              <a:ext cx="41334" cy="37785"/>
            </a:xfrm>
            <a:prstGeom prst="ellipse">
              <a:avLst/>
            </a:prstGeom>
            <a:gradFill>
              <a:gsLst>
                <a:gs pos="0">
                  <a:schemeClr val="accent6">
                    <a:lumMod val="7500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3" name="Rechteck 302">
              <a:extLst>
                <a:ext uri="{FF2B5EF4-FFF2-40B4-BE49-F238E27FC236}">
                  <a16:creationId xmlns:a16="http://schemas.microsoft.com/office/drawing/2014/main" id="{7475C299-566F-6FE1-D15F-BA1B9BD94C37}"/>
                </a:ext>
              </a:extLst>
            </p:cNvPr>
            <p:cNvSpPr/>
            <p:nvPr/>
          </p:nvSpPr>
          <p:spPr>
            <a:xfrm>
              <a:off x="4119560" y="2509339"/>
              <a:ext cx="156842" cy="99868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4" name="Rechteck 303">
              <a:extLst>
                <a:ext uri="{FF2B5EF4-FFF2-40B4-BE49-F238E27FC236}">
                  <a16:creationId xmlns:a16="http://schemas.microsoft.com/office/drawing/2014/main" id="{6563FB07-024A-5898-2E92-EE19F021BECF}"/>
                </a:ext>
              </a:extLst>
            </p:cNvPr>
            <p:cNvSpPr/>
            <p:nvPr/>
          </p:nvSpPr>
          <p:spPr>
            <a:xfrm>
              <a:off x="4337550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5" name="Rechteck 304">
              <a:extLst>
                <a:ext uri="{FF2B5EF4-FFF2-40B4-BE49-F238E27FC236}">
                  <a16:creationId xmlns:a16="http://schemas.microsoft.com/office/drawing/2014/main" id="{93246CA3-62E7-1457-C0F9-11265B145827}"/>
                </a:ext>
              </a:extLst>
            </p:cNvPr>
            <p:cNvSpPr/>
            <p:nvPr/>
          </p:nvSpPr>
          <p:spPr>
            <a:xfrm>
              <a:off x="4410829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6" name="Rechteck 305">
              <a:extLst>
                <a:ext uri="{FF2B5EF4-FFF2-40B4-BE49-F238E27FC236}">
                  <a16:creationId xmlns:a16="http://schemas.microsoft.com/office/drawing/2014/main" id="{1FA253CC-B06A-697D-7CAF-8013FC38E70D}"/>
                </a:ext>
              </a:extLst>
            </p:cNvPr>
            <p:cNvSpPr/>
            <p:nvPr/>
          </p:nvSpPr>
          <p:spPr>
            <a:xfrm>
              <a:off x="4318502" y="2509338"/>
              <a:ext cx="156842" cy="99869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7" name="Ellipse 306">
              <a:extLst>
                <a:ext uri="{FF2B5EF4-FFF2-40B4-BE49-F238E27FC236}">
                  <a16:creationId xmlns:a16="http://schemas.microsoft.com/office/drawing/2014/main" id="{149D6DF1-257D-DDD8-D403-2EF85F6EAD56}"/>
                </a:ext>
              </a:extLst>
            </p:cNvPr>
            <p:cNvSpPr/>
            <p:nvPr/>
          </p:nvSpPr>
          <p:spPr>
            <a:xfrm>
              <a:off x="4376711" y="2361511"/>
              <a:ext cx="41563" cy="37785"/>
            </a:xfrm>
            <a:prstGeom prst="ellipse">
              <a:avLst/>
            </a:prstGeom>
            <a:gradFill>
              <a:gsLst>
                <a:gs pos="0">
                  <a:schemeClr val="accent6">
                    <a:lumMod val="7500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08" name="Gruppieren 307">
            <a:extLst>
              <a:ext uri="{FF2B5EF4-FFF2-40B4-BE49-F238E27FC236}">
                <a16:creationId xmlns:a16="http://schemas.microsoft.com/office/drawing/2014/main" id="{1D615AA6-8D71-C4EF-ECD1-E41E50097195}"/>
              </a:ext>
            </a:extLst>
          </p:cNvPr>
          <p:cNvGrpSpPr/>
          <p:nvPr/>
        </p:nvGrpSpPr>
        <p:grpSpPr>
          <a:xfrm rot="1931020">
            <a:off x="4743492" y="2187873"/>
            <a:ext cx="355784" cy="283224"/>
            <a:chOff x="4119560" y="2325983"/>
            <a:chExt cx="355784" cy="283224"/>
          </a:xfrm>
        </p:grpSpPr>
        <p:sp>
          <p:nvSpPr>
            <p:cNvPr id="309" name="Rechteck 308">
              <a:extLst>
                <a:ext uri="{FF2B5EF4-FFF2-40B4-BE49-F238E27FC236}">
                  <a16:creationId xmlns:a16="http://schemas.microsoft.com/office/drawing/2014/main" id="{F1672E57-C2FD-1766-0891-63EA705AB9AE}"/>
                </a:ext>
              </a:extLst>
            </p:cNvPr>
            <p:cNvSpPr/>
            <p:nvPr/>
          </p:nvSpPr>
          <p:spPr>
            <a:xfrm>
              <a:off x="4254179" y="2366122"/>
              <a:ext cx="87607" cy="31227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0" name="Rechteck 309">
              <a:extLst>
                <a:ext uri="{FF2B5EF4-FFF2-40B4-BE49-F238E27FC236}">
                  <a16:creationId xmlns:a16="http://schemas.microsoft.com/office/drawing/2014/main" id="{DEC890B3-561B-4C6D-61BA-D7E97787F773}"/>
                </a:ext>
              </a:extLst>
            </p:cNvPr>
            <p:cNvSpPr/>
            <p:nvPr/>
          </p:nvSpPr>
          <p:spPr>
            <a:xfrm>
              <a:off x="4136227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1" name="Rechteck 310">
              <a:extLst>
                <a:ext uri="{FF2B5EF4-FFF2-40B4-BE49-F238E27FC236}">
                  <a16:creationId xmlns:a16="http://schemas.microsoft.com/office/drawing/2014/main" id="{9144AFD4-7108-CAEB-AFBC-A02643A6FC9F}"/>
                </a:ext>
              </a:extLst>
            </p:cNvPr>
            <p:cNvSpPr/>
            <p:nvPr/>
          </p:nvSpPr>
          <p:spPr>
            <a:xfrm>
              <a:off x="4211888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2" name="Ellipse 311">
              <a:extLst>
                <a:ext uri="{FF2B5EF4-FFF2-40B4-BE49-F238E27FC236}">
                  <a16:creationId xmlns:a16="http://schemas.microsoft.com/office/drawing/2014/main" id="{3B377EC5-E7F6-4480-0994-A93B300E1BE0}"/>
                </a:ext>
              </a:extLst>
            </p:cNvPr>
            <p:cNvSpPr/>
            <p:nvPr/>
          </p:nvSpPr>
          <p:spPr>
            <a:xfrm>
              <a:off x="4176093" y="2361513"/>
              <a:ext cx="41334" cy="37785"/>
            </a:xfrm>
            <a:prstGeom prst="ellipse">
              <a:avLst/>
            </a:prstGeom>
            <a:gradFill>
              <a:gsLst>
                <a:gs pos="0">
                  <a:schemeClr val="accent6">
                    <a:lumMod val="7500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3" name="Rechteck 312">
              <a:extLst>
                <a:ext uri="{FF2B5EF4-FFF2-40B4-BE49-F238E27FC236}">
                  <a16:creationId xmlns:a16="http://schemas.microsoft.com/office/drawing/2014/main" id="{26D3B163-2ACF-089C-AC7B-719B805017D7}"/>
                </a:ext>
              </a:extLst>
            </p:cNvPr>
            <p:cNvSpPr/>
            <p:nvPr/>
          </p:nvSpPr>
          <p:spPr>
            <a:xfrm>
              <a:off x="4119560" y="2509339"/>
              <a:ext cx="156842" cy="99868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4" name="Rechteck 313">
              <a:extLst>
                <a:ext uri="{FF2B5EF4-FFF2-40B4-BE49-F238E27FC236}">
                  <a16:creationId xmlns:a16="http://schemas.microsoft.com/office/drawing/2014/main" id="{2F4474D9-7BB5-7427-FAE1-46CEE40C60A2}"/>
                </a:ext>
              </a:extLst>
            </p:cNvPr>
            <p:cNvSpPr/>
            <p:nvPr/>
          </p:nvSpPr>
          <p:spPr>
            <a:xfrm>
              <a:off x="4337550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5" name="Rechteck 314">
              <a:extLst>
                <a:ext uri="{FF2B5EF4-FFF2-40B4-BE49-F238E27FC236}">
                  <a16:creationId xmlns:a16="http://schemas.microsoft.com/office/drawing/2014/main" id="{325601B9-F326-8C9A-87A0-84B4B18FC2C7}"/>
                </a:ext>
              </a:extLst>
            </p:cNvPr>
            <p:cNvSpPr/>
            <p:nvPr/>
          </p:nvSpPr>
          <p:spPr>
            <a:xfrm>
              <a:off x="4410829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6" name="Rechteck 315">
              <a:extLst>
                <a:ext uri="{FF2B5EF4-FFF2-40B4-BE49-F238E27FC236}">
                  <a16:creationId xmlns:a16="http://schemas.microsoft.com/office/drawing/2014/main" id="{48352D77-3A88-F05C-EEAA-66EC0600433A}"/>
                </a:ext>
              </a:extLst>
            </p:cNvPr>
            <p:cNvSpPr/>
            <p:nvPr/>
          </p:nvSpPr>
          <p:spPr>
            <a:xfrm>
              <a:off x="4318502" y="2509338"/>
              <a:ext cx="156842" cy="99869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7" name="Ellipse 316">
              <a:extLst>
                <a:ext uri="{FF2B5EF4-FFF2-40B4-BE49-F238E27FC236}">
                  <a16:creationId xmlns:a16="http://schemas.microsoft.com/office/drawing/2014/main" id="{D219C58C-C168-81C9-4603-3DD2D8395E54}"/>
                </a:ext>
              </a:extLst>
            </p:cNvPr>
            <p:cNvSpPr/>
            <p:nvPr/>
          </p:nvSpPr>
          <p:spPr>
            <a:xfrm>
              <a:off x="4376711" y="2361511"/>
              <a:ext cx="41563" cy="37785"/>
            </a:xfrm>
            <a:prstGeom prst="ellipse">
              <a:avLst/>
            </a:prstGeom>
            <a:gradFill>
              <a:gsLst>
                <a:gs pos="0">
                  <a:schemeClr val="accent6">
                    <a:lumMod val="7500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18" name="Gruppieren 317">
            <a:extLst>
              <a:ext uri="{FF2B5EF4-FFF2-40B4-BE49-F238E27FC236}">
                <a16:creationId xmlns:a16="http://schemas.microsoft.com/office/drawing/2014/main" id="{FEC635EB-669B-F441-5DBB-40BBB18F8E9B}"/>
              </a:ext>
            </a:extLst>
          </p:cNvPr>
          <p:cNvGrpSpPr/>
          <p:nvPr/>
        </p:nvGrpSpPr>
        <p:grpSpPr>
          <a:xfrm rot="3708001">
            <a:off x="5338218" y="2793841"/>
            <a:ext cx="355784" cy="283224"/>
            <a:chOff x="4119560" y="2325983"/>
            <a:chExt cx="355784" cy="283224"/>
          </a:xfrm>
        </p:grpSpPr>
        <p:sp>
          <p:nvSpPr>
            <p:cNvPr id="319" name="Rechteck 318">
              <a:extLst>
                <a:ext uri="{FF2B5EF4-FFF2-40B4-BE49-F238E27FC236}">
                  <a16:creationId xmlns:a16="http://schemas.microsoft.com/office/drawing/2014/main" id="{1CF73F47-F3FC-8A6B-97AA-935911274676}"/>
                </a:ext>
              </a:extLst>
            </p:cNvPr>
            <p:cNvSpPr/>
            <p:nvPr/>
          </p:nvSpPr>
          <p:spPr>
            <a:xfrm>
              <a:off x="4254179" y="2366122"/>
              <a:ext cx="87607" cy="31227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0" name="Rechteck 319">
              <a:extLst>
                <a:ext uri="{FF2B5EF4-FFF2-40B4-BE49-F238E27FC236}">
                  <a16:creationId xmlns:a16="http://schemas.microsoft.com/office/drawing/2014/main" id="{8E9005BD-8451-2766-5178-D365C109B5FD}"/>
                </a:ext>
              </a:extLst>
            </p:cNvPr>
            <p:cNvSpPr/>
            <p:nvPr/>
          </p:nvSpPr>
          <p:spPr>
            <a:xfrm>
              <a:off x="4136227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1" name="Rechteck 320">
              <a:extLst>
                <a:ext uri="{FF2B5EF4-FFF2-40B4-BE49-F238E27FC236}">
                  <a16:creationId xmlns:a16="http://schemas.microsoft.com/office/drawing/2014/main" id="{EC0FF617-1996-DC63-B0DF-51915F0F9657}"/>
                </a:ext>
              </a:extLst>
            </p:cNvPr>
            <p:cNvSpPr/>
            <p:nvPr/>
          </p:nvSpPr>
          <p:spPr>
            <a:xfrm>
              <a:off x="4211888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2" name="Ellipse 321">
              <a:extLst>
                <a:ext uri="{FF2B5EF4-FFF2-40B4-BE49-F238E27FC236}">
                  <a16:creationId xmlns:a16="http://schemas.microsoft.com/office/drawing/2014/main" id="{BF2E9D54-7772-21A7-91CE-79D629C0E86E}"/>
                </a:ext>
              </a:extLst>
            </p:cNvPr>
            <p:cNvSpPr/>
            <p:nvPr/>
          </p:nvSpPr>
          <p:spPr>
            <a:xfrm>
              <a:off x="4176093" y="2361513"/>
              <a:ext cx="41334" cy="37785"/>
            </a:xfrm>
            <a:prstGeom prst="ellipse">
              <a:avLst/>
            </a:prstGeom>
            <a:gradFill>
              <a:gsLst>
                <a:gs pos="0">
                  <a:schemeClr val="accent6">
                    <a:lumMod val="7500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3" name="Rechteck 322">
              <a:extLst>
                <a:ext uri="{FF2B5EF4-FFF2-40B4-BE49-F238E27FC236}">
                  <a16:creationId xmlns:a16="http://schemas.microsoft.com/office/drawing/2014/main" id="{A4ADC23A-9212-F130-F4CF-ABFC95F3AA68}"/>
                </a:ext>
              </a:extLst>
            </p:cNvPr>
            <p:cNvSpPr/>
            <p:nvPr/>
          </p:nvSpPr>
          <p:spPr>
            <a:xfrm>
              <a:off x="4119560" y="2509339"/>
              <a:ext cx="156842" cy="99868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4" name="Rechteck 323">
              <a:extLst>
                <a:ext uri="{FF2B5EF4-FFF2-40B4-BE49-F238E27FC236}">
                  <a16:creationId xmlns:a16="http://schemas.microsoft.com/office/drawing/2014/main" id="{0E6248CF-629B-10C7-98CC-D1ED07FFFA3D}"/>
                </a:ext>
              </a:extLst>
            </p:cNvPr>
            <p:cNvSpPr/>
            <p:nvPr/>
          </p:nvSpPr>
          <p:spPr>
            <a:xfrm>
              <a:off x="4337550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5" name="Rechteck 324">
              <a:extLst>
                <a:ext uri="{FF2B5EF4-FFF2-40B4-BE49-F238E27FC236}">
                  <a16:creationId xmlns:a16="http://schemas.microsoft.com/office/drawing/2014/main" id="{06AFE751-EC62-F692-312A-F09022BF92B2}"/>
                </a:ext>
              </a:extLst>
            </p:cNvPr>
            <p:cNvSpPr/>
            <p:nvPr/>
          </p:nvSpPr>
          <p:spPr>
            <a:xfrm>
              <a:off x="4410829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6" name="Rechteck 325">
              <a:extLst>
                <a:ext uri="{FF2B5EF4-FFF2-40B4-BE49-F238E27FC236}">
                  <a16:creationId xmlns:a16="http://schemas.microsoft.com/office/drawing/2014/main" id="{31336054-4C3F-C415-4F81-9696766898F7}"/>
                </a:ext>
              </a:extLst>
            </p:cNvPr>
            <p:cNvSpPr/>
            <p:nvPr/>
          </p:nvSpPr>
          <p:spPr>
            <a:xfrm>
              <a:off x="4318502" y="2509338"/>
              <a:ext cx="156842" cy="99869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7" name="Ellipse 326">
              <a:extLst>
                <a:ext uri="{FF2B5EF4-FFF2-40B4-BE49-F238E27FC236}">
                  <a16:creationId xmlns:a16="http://schemas.microsoft.com/office/drawing/2014/main" id="{D4CC7DB8-F657-88CB-6A0E-5A176BEA3004}"/>
                </a:ext>
              </a:extLst>
            </p:cNvPr>
            <p:cNvSpPr/>
            <p:nvPr/>
          </p:nvSpPr>
          <p:spPr>
            <a:xfrm>
              <a:off x="4376711" y="2361511"/>
              <a:ext cx="41563" cy="37785"/>
            </a:xfrm>
            <a:prstGeom prst="ellipse">
              <a:avLst/>
            </a:prstGeom>
            <a:gradFill>
              <a:gsLst>
                <a:gs pos="0">
                  <a:schemeClr val="accent6">
                    <a:lumMod val="7500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328" name="Ellipse 327">
            <a:extLst>
              <a:ext uri="{FF2B5EF4-FFF2-40B4-BE49-F238E27FC236}">
                <a16:creationId xmlns:a16="http://schemas.microsoft.com/office/drawing/2014/main" id="{2EA2079F-087B-D2BC-61D2-33AB4DD257FF}"/>
              </a:ext>
            </a:extLst>
          </p:cNvPr>
          <p:cNvSpPr/>
          <p:nvPr/>
        </p:nvSpPr>
        <p:spPr>
          <a:xfrm>
            <a:off x="3228621" y="2622491"/>
            <a:ext cx="1980000" cy="1980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grpSp>
        <p:nvGrpSpPr>
          <p:cNvPr id="329" name="Gruppieren 328">
            <a:extLst>
              <a:ext uri="{FF2B5EF4-FFF2-40B4-BE49-F238E27FC236}">
                <a16:creationId xmlns:a16="http://schemas.microsoft.com/office/drawing/2014/main" id="{D3481E0E-CFC0-5F4F-B460-6CC2F5E5E594}"/>
              </a:ext>
            </a:extLst>
          </p:cNvPr>
          <p:cNvGrpSpPr/>
          <p:nvPr/>
        </p:nvGrpSpPr>
        <p:grpSpPr>
          <a:xfrm rot="12627849">
            <a:off x="3351067" y="4761670"/>
            <a:ext cx="355784" cy="283224"/>
            <a:chOff x="4119560" y="2325983"/>
            <a:chExt cx="355784" cy="283224"/>
          </a:xfrm>
        </p:grpSpPr>
        <p:sp>
          <p:nvSpPr>
            <p:cNvPr id="330" name="Rechteck 329">
              <a:extLst>
                <a:ext uri="{FF2B5EF4-FFF2-40B4-BE49-F238E27FC236}">
                  <a16:creationId xmlns:a16="http://schemas.microsoft.com/office/drawing/2014/main" id="{A1F1DADE-D21E-79D7-1815-8DBB6E48833E}"/>
                </a:ext>
              </a:extLst>
            </p:cNvPr>
            <p:cNvSpPr/>
            <p:nvPr/>
          </p:nvSpPr>
          <p:spPr>
            <a:xfrm>
              <a:off x="4254179" y="2366122"/>
              <a:ext cx="87607" cy="31227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1" name="Rechteck 330">
              <a:extLst>
                <a:ext uri="{FF2B5EF4-FFF2-40B4-BE49-F238E27FC236}">
                  <a16:creationId xmlns:a16="http://schemas.microsoft.com/office/drawing/2014/main" id="{848321A9-A978-9387-B282-9091EAFC3F69}"/>
                </a:ext>
              </a:extLst>
            </p:cNvPr>
            <p:cNvSpPr/>
            <p:nvPr/>
          </p:nvSpPr>
          <p:spPr>
            <a:xfrm>
              <a:off x="4136227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2" name="Rechteck 331">
              <a:extLst>
                <a:ext uri="{FF2B5EF4-FFF2-40B4-BE49-F238E27FC236}">
                  <a16:creationId xmlns:a16="http://schemas.microsoft.com/office/drawing/2014/main" id="{F82DADA1-0367-D188-2B79-DAD0DBAEC02E}"/>
                </a:ext>
              </a:extLst>
            </p:cNvPr>
            <p:cNvSpPr/>
            <p:nvPr/>
          </p:nvSpPr>
          <p:spPr>
            <a:xfrm>
              <a:off x="4211888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3" name="Ellipse 332">
              <a:extLst>
                <a:ext uri="{FF2B5EF4-FFF2-40B4-BE49-F238E27FC236}">
                  <a16:creationId xmlns:a16="http://schemas.microsoft.com/office/drawing/2014/main" id="{87016914-BA7C-EAB8-5202-3AE0E9F288E4}"/>
                </a:ext>
              </a:extLst>
            </p:cNvPr>
            <p:cNvSpPr/>
            <p:nvPr/>
          </p:nvSpPr>
          <p:spPr>
            <a:xfrm>
              <a:off x="4176093" y="2361513"/>
              <a:ext cx="41334" cy="37785"/>
            </a:xfrm>
            <a:prstGeom prst="ellipse">
              <a:avLst/>
            </a:prstGeom>
            <a:gradFill>
              <a:gsLst>
                <a:gs pos="0">
                  <a:schemeClr val="accent6">
                    <a:lumMod val="7500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4" name="Rechteck 333">
              <a:extLst>
                <a:ext uri="{FF2B5EF4-FFF2-40B4-BE49-F238E27FC236}">
                  <a16:creationId xmlns:a16="http://schemas.microsoft.com/office/drawing/2014/main" id="{AC254F23-D533-EB3D-5C13-36527EA0B3D6}"/>
                </a:ext>
              </a:extLst>
            </p:cNvPr>
            <p:cNvSpPr/>
            <p:nvPr/>
          </p:nvSpPr>
          <p:spPr>
            <a:xfrm>
              <a:off x="4119560" y="2509339"/>
              <a:ext cx="156842" cy="99868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5" name="Rechteck 334">
              <a:extLst>
                <a:ext uri="{FF2B5EF4-FFF2-40B4-BE49-F238E27FC236}">
                  <a16:creationId xmlns:a16="http://schemas.microsoft.com/office/drawing/2014/main" id="{68C5C69D-93FC-82F2-7084-7F7066AB4A46}"/>
                </a:ext>
              </a:extLst>
            </p:cNvPr>
            <p:cNvSpPr/>
            <p:nvPr/>
          </p:nvSpPr>
          <p:spPr>
            <a:xfrm>
              <a:off x="4337550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6" name="Rechteck 335">
              <a:extLst>
                <a:ext uri="{FF2B5EF4-FFF2-40B4-BE49-F238E27FC236}">
                  <a16:creationId xmlns:a16="http://schemas.microsoft.com/office/drawing/2014/main" id="{35BF837C-3B3A-882D-9EFE-6EB3BF2A5BC7}"/>
                </a:ext>
              </a:extLst>
            </p:cNvPr>
            <p:cNvSpPr/>
            <p:nvPr/>
          </p:nvSpPr>
          <p:spPr>
            <a:xfrm>
              <a:off x="4410829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7" name="Rechteck 336">
              <a:extLst>
                <a:ext uri="{FF2B5EF4-FFF2-40B4-BE49-F238E27FC236}">
                  <a16:creationId xmlns:a16="http://schemas.microsoft.com/office/drawing/2014/main" id="{B366EACB-E632-DD95-30E9-EA5003620DEC}"/>
                </a:ext>
              </a:extLst>
            </p:cNvPr>
            <p:cNvSpPr/>
            <p:nvPr/>
          </p:nvSpPr>
          <p:spPr>
            <a:xfrm>
              <a:off x="4318502" y="2509338"/>
              <a:ext cx="156842" cy="99869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8" name="Ellipse 337">
              <a:extLst>
                <a:ext uri="{FF2B5EF4-FFF2-40B4-BE49-F238E27FC236}">
                  <a16:creationId xmlns:a16="http://schemas.microsoft.com/office/drawing/2014/main" id="{FE0DAC40-2429-2801-8E66-BB125020201D}"/>
                </a:ext>
              </a:extLst>
            </p:cNvPr>
            <p:cNvSpPr/>
            <p:nvPr/>
          </p:nvSpPr>
          <p:spPr>
            <a:xfrm>
              <a:off x="4376711" y="2361511"/>
              <a:ext cx="41563" cy="37785"/>
            </a:xfrm>
            <a:prstGeom prst="ellipse">
              <a:avLst/>
            </a:prstGeom>
            <a:gradFill>
              <a:gsLst>
                <a:gs pos="0">
                  <a:schemeClr val="accent6">
                    <a:lumMod val="7500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39" name="Gruppieren 338">
            <a:extLst>
              <a:ext uri="{FF2B5EF4-FFF2-40B4-BE49-F238E27FC236}">
                <a16:creationId xmlns:a16="http://schemas.microsoft.com/office/drawing/2014/main" id="{6AD7B29D-782B-CB7A-9F90-AAB4D8576AF1}"/>
              </a:ext>
            </a:extLst>
          </p:cNvPr>
          <p:cNvGrpSpPr/>
          <p:nvPr/>
        </p:nvGrpSpPr>
        <p:grpSpPr>
          <a:xfrm rot="14490658">
            <a:off x="2747089" y="4153589"/>
            <a:ext cx="355784" cy="283224"/>
            <a:chOff x="4119560" y="2325983"/>
            <a:chExt cx="355784" cy="283224"/>
          </a:xfrm>
        </p:grpSpPr>
        <p:sp>
          <p:nvSpPr>
            <p:cNvPr id="340" name="Rechteck 339">
              <a:extLst>
                <a:ext uri="{FF2B5EF4-FFF2-40B4-BE49-F238E27FC236}">
                  <a16:creationId xmlns:a16="http://schemas.microsoft.com/office/drawing/2014/main" id="{DBBC27D9-2DA5-EB4A-2AAB-43F182A9E387}"/>
                </a:ext>
              </a:extLst>
            </p:cNvPr>
            <p:cNvSpPr/>
            <p:nvPr/>
          </p:nvSpPr>
          <p:spPr>
            <a:xfrm>
              <a:off x="4254179" y="2366122"/>
              <a:ext cx="87607" cy="31227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1" name="Rechteck 340">
              <a:extLst>
                <a:ext uri="{FF2B5EF4-FFF2-40B4-BE49-F238E27FC236}">
                  <a16:creationId xmlns:a16="http://schemas.microsoft.com/office/drawing/2014/main" id="{2FBCA7AF-A32F-98BA-D985-B28CFD093B8C}"/>
                </a:ext>
              </a:extLst>
            </p:cNvPr>
            <p:cNvSpPr/>
            <p:nvPr/>
          </p:nvSpPr>
          <p:spPr>
            <a:xfrm>
              <a:off x="4136227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2" name="Rechteck 341">
              <a:extLst>
                <a:ext uri="{FF2B5EF4-FFF2-40B4-BE49-F238E27FC236}">
                  <a16:creationId xmlns:a16="http://schemas.microsoft.com/office/drawing/2014/main" id="{57380F10-B2FE-6D3B-762D-9899E8819657}"/>
                </a:ext>
              </a:extLst>
            </p:cNvPr>
            <p:cNvSpPr/>
            <p:nvPr/>
          </p:nvSpPr>
          <p:spPr>
            <a:xfrm>
              <a:off x="4211888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3" name="Ellipse 342">
              <a:extLst>
                <a:ext uri="{FF2B5EF4-FFF2-40B4-BE49-F238E27FC236}">
                  <a16:creationId xmlns:a16="http://schemas.microsoft.com/office/drawing/2014/main" id="{F234D963-3A96-C908-D881-C483F44F8B76}"/>
                </a:ext>
              </a:extLst>
            </p:cNvPr>
            <p:cNvSpPr/>
            <p:nvPr/>
          </p:nvSpPr>
          <p:spPr>
            <a:xfrm>
              <a:off x="4176093" y="2361513"/>
              <a:ext cx="41334" cy="37785"/>
            </a:xfrm>
            <a:prstGeom prst="ellipse">
              <a:avLst/>
            </a:prstGeom>
            <a:gradFill>
              <a:gsLst>
                <a:gs pos="0">
                  <a:schemeClr val="accent6">
                    <a:lumMod val="7500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4" name="Rechteck 343">
              <a:extLst>
                <a:ext uri="{FF2B5EF4-FFF2-40B4-BE49-F238E27FC236}">
                  <a16:creationId xmlns:a16="http://schemas.microsoft.com/office/drawing/2014/main" id="{E97B738B-9F4A-F0B9-640B-D4A6E5E66EA6}"/>
                </a:ext>
              </a:extLst>
            </p:cNvPr>
            <p:cNvSpPr/>
            <p:nvPr/>
          </p:nvSpPr>
          <p:spPr>
            <a:xfrm>
              <a:off x="4119560" y="2509339"/>
              <a:ext cx="156842" cy="99868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5" name="Rechteck 344">
              <a:extLst>
                <a:ext uri="{FF2B5EF4-FFF2-40B4-BE49-F238E27FC236}">
                  <a16:creationId xmlns:a16="http://schemas.microsoft.com/office/drawing/2014/main" id="{5EA16622-96F9-E449-891E-6B383160E278}"/>
                </a:ext>
              </a:extLst>
            </p:cNvPr>
            <p:cNvSpPr/>
            <p:nvPr/>
          </p:nvSpPr>
          <p:spPr>
            <a:xfrm>
              <a:off x="4337550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6" name="Rechteck 345">
              <a:extLst>
                <a:ext uri="{FF2B5EF4-FFF2-40B4-BE49-F238E27FC236}">
                  <a16:creationId xmlns:a16="http://schemas.microsoft.com/office/drawing/2014/main" id="{F55DFA08-9C88-458C-91C8-0B9D8E248961}"/>
                </a:ext>
              </a:extLst>
            </p:cNvPr>
            <p:cNvSpPr/>
            <p:nvPr/>
          </p:nvSpPr>
          <p:spPr>
            <a:xfrm>
              <a:off x="4410829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7" name="Rechteck 346">
              <a:extLst>
                <a:ext uri="{FF2B5EF4-FFF2-40B4-BE49-F238E27FC236}">
                  <a16:creationId xmlns:a16="http://schemas.microsoft.com/office/drawing/2014/main" id="{B2A4B13E-6C68-0DE0-1B73-7B644EA8D65F}"/>
                </a:ext>
              </a:extLst>
            </p:cNvPr>
            <p:cNvSpPr/>
            <p:nvPr/>
          </p:nvSpPr>
          <p:spPr>
            <a:xfrm>
              <a:off x="4318502" y="2509338"/>
              <a:ext cx="156842" cy="99869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8" name="Ellipse 347">
              <a:extLst>
                <a:ext uri="{FF2B5EF4-FFF2-40B4-BE49-F238E27FC236}">
                  <a16:creationId xmlns:a16="http://schemas.microsoft.com/office/drawing/2014/main" id="{E92B8907-0EF7-3E01-E651-1EBACF9C5420}"/>
                </a:ext>
              </a:extLst>
            </p:cNvPr>
            <p:cNvSpPr/>
            <p:nvPr/>
          </p:nvSpPr>
          <p:spPr>
            <a:xfrm>
              <a:off x="4376711" y="2361511"/>
              <a:ext cx="41563" cy="37785"/>
            </a:xfrm>
            <a:prstGeom prst="ellipse">
              <a:avLst/>
            </a:prstGeom>
            <a:gradFill>
              <a:gsLst>
                <a:gs pos="0">
                  <a:schemeClr val="accent6">
                    <a:lumMod val="7500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49" name="Gruppieren 348">
            <a:extLst>
              <a:ext uri="{FF2B5EF4-FFF2-40B4-BE49-F238E27FC236}">
                <a16:creationId xmlns:a16="http://schemas.microsoft.com/office/drawing/2014/main" id="{B64D3A71-1A37-3B8E-DB89-C1A55070FEDD}"/>
              </a:ext>
            </a:extLst>
          </p:cNvPr>
          <p:cNvGrpSpPr/>
          <p:nvPr/>
        </p:nvGrpSpPr>
        <p:grpSpPr>
          <a:xfrm rot="19836658">
            <a:off x="3346663" y="2177646"/>
            <a:ext cx="355784" cy="283224"/>
            <a:chOff x="4119560" y="2325983"/>
            <a:chExt cx="355784" cy="283224"/>
          </a:xfrm>
        </p:grpSpPr>
        <p:sp>
          <p:nvSpPr>
            <p:cNvPr id="350" name="Rechteck 349">
              <a:extLst>
                <a:ext uri="{FF2B5EF4-FFF2-40B4-BE49-F238E27FC236}">
                  <a16:creationId xmlns:a16="http://schemas.microsoft.com/office/drawing/2014/main" id="{C26CD555-FACE-36DE-1FEE-A04117C260D9}"/>
                </a:ext>
              </a:extLst>
            </p:cNvPr>
            <p:cNvSpPr/>
            <p:nvPr/>
          </p:nvSpPr>
          <p:spPr>
            <a:xfrm>
              <a:off x="4254179" y="2366122"/>
              <a:ext cx="87607" cy="31227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1" name="Rechteck 350">
              <a:extLst>
                <a:ext uri="{FF2B5EF4-FFF2-40B4-BE49-F238E27FC236}">
                  <a16:creationId xmlns:a16="http://schemas.microsoft.com/office/drawing/2014/main" id="{B13D9EC9-2D8C-FAA3-E303-4C0F464DB58D}"/>
                </a:ext>
              </a:extLst>
            </p:cNvPr>
            <p:cNvSpPr/>
            <p:nvPr/>
          </p:nvSpPr>
          <p:spPr>
            <a:xfrm>
              <a:off x="4136227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2" name="Rechteck 351">
              <a:extLst>
                <a:ext uri="{FF2B5EF4-FFF2-40B4-BE49-F238E27FC236}">
                  <a16:creationId xmlns:a16="http://schemas.microsoft.com/office/drawing/2014/main" id="{7C250BD7-09DE-0148-A6FD-1288FED31FF9}"/>
                </a:ext>
              </a:extLst>
            </p:cNvPr>
            <p:cNvSpPr/>
            <p:nvPr/>
          </p:nvSpPr>
          <p:spPr>
            <a:xfrm>
              <a:off x="4211888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3" name="Ellipse 352">
              <a:extLst>
                <a:ext uri="{FF2B5EF4-FFF2-40B4-BE49-F238E27FC236}">
                  <a16:creationId xmlns:a16="http://schemas.microsoft.com/office/drawing/2014/main" id="{75F68AB0-D9CC-BDC6-DA9C-EDD6218F7B35}"/>
                </a:ext>
              </a:extLst>
            </p:cNvPr>
            <p:cNvSpPr/>
            <p:nvPr/>
          </p:nvSpPr>
          <p:spPr>
            <a:xfrm>
              <a:off x="4176093" y="2361513"/>
              <a:ext cx="41334" cy="37785"/>
            </a:xfrm>
            <a:prstGeom prst="ellipse">
              <a:avLst/>
            </a:prstGeom>
            <a:gradFill>
              <a:gsLst>
                <a:gs pos="0">
                  <a:schemeClr val="accent6">
                    <a:lumMod val="7500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4" name="Rechteck 353">
              <a:extLst>
                <a:ext uri="{FF2B5EF4-FFF2-40B4-BE49-F238E27FC236}">
                  <a16:creationId xmlns:a16="http://schemas.microsoft.com/office/drawing/2014/main" id="{72B81A46-D571-EA03-4631-7E3208A761BD}"/>
                </a:ext>
              </a:extLst>
            </p:cNvPr>
            <p:cNvSpPr/>
            <p:nvPr/>
          </p:nvSpPr>
          <p:spPr>
            <a:xfrm>
              <a:off x="4119560" y="2509339"/>
              <a:ext cx="156842" cy="99868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5" name="Rechteck 354">
              <a:extLst>
                <a:ext uri="{FF2B5EF4-FFF2-40B4-BE49-F238E27FC236}">
                  <a16:creationId xmlns:a16="http://schemas.microsoft.com/office/drawing/2014/main" id="{D218F709-F3A0-67B3-526B-365264C98966}"/>
                </a:ext>
              </a:extLst>
            </p:cNvPr>
            <p:cNvSpPr/>
            <p:nvPr/>
          </p:nvSpPr>
          <p:spPr>
            <a:xfrm>
              <a:off x="4337550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6" name="Rechteck 355">
              <a:extLst>
                <a:ext uri="{FF2B5EF4-FFF2-40B4-BE49-F238E27FC236}">
                  <a16:creationId xmlns:a16="http://schemas.microsoft.com/office/drawing/2014/main" id="{F04F4069-677E-08C7-9A93-C33E533A8C71}"/>
                </a:ext>
              </a:extLst>
            </p:cNvPr>
            <p:cNvSpPr/>
            <p:nvPr/>
          </p:nvSpPr>
          <p:spPr>
            <a:xfrm>
              <a:off x="4410829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7" name="Rechteck 356">
              <a:extLst>
                <a:ext uri="{FF2B5EF4-FFF2-40B4-BE49-F238E27FC236}">
                  <a16:creationId xmlns:a16="http://schemas.microsoft.com/office/drawing/2014/main" id="{27280FD1-CF96-2CEB-D897-504B489A3675}"/>
                </a:ext>
              </a:extLst>
            </p:cNvPr>
            <p:cNvSpPr/>
            <p:nvPr/>
          </p:nvSpPr>
          <p:spPr>
            <a:xfrm>
              <a:off x="4318502" y="2509338"/>
              <a:ext cx="156842" cy="99869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8" name="Ellipse 357">
              <a:extLst>
                <a:ext uri="{FF2B5EF4-FFF2-40B4-BE49-F238E27FC236}">
                  <a16:creationId xmlns:a16="http://schemas.microsoft.com/office/drawing/2014/main" id="{D0E99F9F-1586-5902-BFAA-14732F223292}"/>
                </a:ext>
              </a:extLst>
            </p:cNvPr>
            <p:cNvSpPr/>
            <p:nvPr/>
          </p:nvSpPr>
          <p:spPr>
            <a:xfrm>
              <a:off x="4376711" y="2361511"/>
              <a:ext cx="41563" cy="37785"/>
            </a:xfrm>
            <a:prstGeom prst="ellipse">
              <a:avLst/>
            </a:prstGeom>
            <a:gradFill>
              <a:gsLst>
                <a:gs pos="0">
                  <a:schemeClr val="accent6">
                    <a:lumMod val="7500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60" name="Gruppieren 359">
            <a:extLst>
              <a:ext uri="{FF2B5EF4-FFF2-40B4-BE49-F238E27FC236}">
                <a16:creationId xmlns:a16="http://schemas.microsoft.com/office/drawing/2014/main" id="{B42B85B2-1B87-1952-4357-31A8E275C011}"/>
              </a:ext>
            </a:extLst>
          </p:cNvPr>
          <p:cNvGrpSpPr/>
          <p:nvPr/>
        </p:nvGrpSpPr>
        <p:grpSpPr>
          <a:xfrm rot="7070041">
            <a:off x="5302270" y="4185340"/>
            <a:ext cx="355784" cy="283224"/>
            <a:chOff x="4119560" y="2325983"/>
            <a:chExt cx="355784" cy="283224"/>
          </a:xfrm>
        </p:grpSpPr>
        <p:sp>
          <p:nvSpPr>
            <p:cNvPr id="361" name="Rechteck 360">
              <a:extLst>
                <a:ext uri="{FF2B5EF4-FFF2-40B4-BE49-F238E27FC236}">
                  <a16:creationId xmlns:a16="http://schemas.microsoft.com/office/drawing/2014/main" id="{C99CB9A4-3CB2-65A6-5F94-CB4A5F8F97E8}"/>
                </a:ext>
              </a:extLst>
            </p:cNvPr>
            <p:cNvSpPr/>
            <p:nvPr/>
          </p:nvSpPr>
          <p:spPr>
            <a:xfrm>
              <a:off x="4254179" y="2366122"/>
              <a:ext cx="87607" cy="31227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2" name="Rechteck 361">
              <a:extLst>
                <a:ext uri="{FF2B5EF4-FFF2-40B4-BE49-F238E27FC236}">
                  <a16:creationId xmlns:a16="http://schemas.microsoft.com/office/drawing/2014/main" id="{DA9038DF-3D50-4EEC-7089-957EE9B40C10}"/>
                </a:ext>
              </a:extLst>
            </p:cNvPr>
            <p:cNvSpPr/>
            <p:nvPr/>
          </p:nvSpPr>
          <p:spPr>
            <a:xfrm>
              <a:off x="4136227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3" name="Rechteck 362">
              <a:extLst>
                <a:ext uri="{FF2B5EF4-FFF2-40B4-BE49-F238E27FC236}">
                  <a16:creationId xmlns:a16="http://schemas.microsoft.com/office/drawing/2014/main" id="{E4C0C007-A969-BE11-597E-D96D83E021A4}"/>
                </a:ext>
              </a:extLst>
            </p:cNvPr>
            <p:cNvSpPr/>
            <p:nvPr/>
          </p:nvSpPr>
          <p:spPr>
            <a:xfrm>
              <a:off x="4211888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4" name="Ellipse 363">
              <a:extLst>
                <a:ext uri="{FF2B5EF4-FFF2-40B4-BE49-F238E27FC236}">
                  <a16:creationId xmlns:a16="http://schemas.microsoft.com/office/drawing/2014/main" id="{E4319533-2B90-CA76-218F-787FA3FB3A49}"/>
                </a:ext>
              </a:extLst>
            </p:cNvPr>
            <p:cNvSpPr/>
            <p:nvPr/>
          </p:nvSpPr>
          <p:spPr>
            <a:xfrm>
              <a:off x="4176093" y="2361513"/>
              <a:ext cx="41334" cy="37785"/>
            </a:xfrm>
            <a:prstGeom prst="ellipse">
              <a:avLst/>
            </a:prstGeom>
            <a:gradFill>
              <a:gsLst>
                <a:gs pos="0">
                  <a:schemeClr val="accent6">
                    <a:lumMod val="7500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5" name="Rechteck 364">
              <a:extLst>
                <a:ext uri="{FF2B5EF4-FFF2-40B4-BE49-F238E27FC236}">
                  <a16:creationId xmlns:a16="http://schemas.microsoft.com/office/drawing/2014/main" id="{5815E01F-8408-20BA-99DA-6F2206B8EDE4}"/>
                </a:ext>
              </a:extLst>
            </p:cNvPr>
            <p:cNvSpPr/>
            <p:nvPr/>
          </p:nvSpPr>
          <p:spPr>
            <a:xfrm>
              <a:off x="4119560" y="2509339"/>
              <a:ext cx="156842" cy="99868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6" name="Rechteck 365">
              <a:extLst>
                <a:ext uri="{FF2B5EF4-FFF2-40B4-BE49-F238E27FC236}">
                  <a16:creationId xmlns:a16="http://schemas.microsoft.com/office/drawing/2014/main" id="{AADA2831-F750-0EE5-24F2-26113E410C7D}"/>
                </a:ext>
              </a:extLst>
            </p:cNvPr>
            <p:cNvSpPr/>
            <p:nvPr/>
          </p:nvSpPr>
          <p:spPr>
            <a:xfrm>
              <a:off x="4337550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7" name="Rechteck 366">
              <a:extLst>
                <a:ext uri="{FF2B5EF4-FFF2-40B4-BE49-F238E27FC236}">
                  <a16:creationId xmlns:a16="http://schemas.microsoft.com/office/drawing/2014/main" id="{B35EF189-DBD2-3495-8704-7D84CE91B389}"/>
                </a:ext>
              </a:extLst>
            </p:cNvPr>
            <p:cNvSpPr/>
            <p:nvPr/>
          </p:nvSpPr>
          <p:spPr>
            <a:xfrm>
              <a:off x="4410829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8" name="Rechteck 367">
              <a:extLst>
                <a:ext uri="{FF2B5EF4-FFF2-40B4-BE49-F238E27FC236}">
                  <a16:creationId xmlns:a16="http://schemas.microsoft.com/office/drawing/2014/main" id="{F0AE1A70-5178-5D55-3D05-977C1E0C21CA}"/>
                </a:ext>
              </a:extLst>
            </p:cNvPr>
            <p:cNvSpPr/>
            <p:nvPr/>
          </p:nvSpPr>
          <p:spPr>
            <a:xfrm>
              <a:off x="4318502" y="2509338"/>
              <a:ext cx="156842" cy="99869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9" name="Ellipse 368">
              <a:extLst>
                <a:ext uri="{FF2B5EF4-FFF2-40B4-BE49-F238E27FC236}">
                  <a16:creationId xmlns:a16="http://schemas.microsoft.com/office/drawing/2014/main" id="{EA248DD8-84D6-70B6-62A3-9EE8934EE863}"/>
                </a:ext>
              </a:extLst>
            </p:cNvPr>
            <p:cNvSpPr/>
            <p:nvPr/>
          </p:nvSpPr>
          <p:spPr>
            <a:xfrm>
              <a:off x="4376711" y="2361511"/>
              <a:ext cx="41563" cy="37785"/>
            </a:xfrm>
            <a:prstGeom prst="ellipse">
              <a:avLst/>
            </a:prstGeom>
            <a:gradFill>
              <a:gsLst>
                <a:gs pos="0">
                  <a:schemeClr val="accent6">
                    <a:lumMod val="7500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70" name="Gruppieren 369">
            <a:extLst>
              <a:ext uri="{FF2B5EF4-FFF2-40B4-BE49-F238E27FC236}">
                <a16:creationId xmlns:a16="http://schemas.microsoft.com/office/drawing/2014/main" id="{A166F70A-3B3A-5E3F-B5FF-21DBF2E65C43}"/>
              </a:ext>
            </a:extLst>
          </p:cNvPr>
          <p:cNvGrpSpPr/>
          <p:nvPr/>
        </p:nvGrpSpPr>
        <p:grpSpPr>
          <a:xfrm rot="8957023">
            <a:off x="4761658" y="4737539"/>
            <a:ext cx="355784" cy="283224"/>
            <a:chOff x="4119560" y="2325983"/>
            <a:chExt cx="355784" cy="283224"/>
          </a:xfrm>
        </p:grpSpPr>
        <p:sp>
          <p:nvSpPr>
            <p:cNvPr id="371" name="Rechteck 370">
              <a:extLst>
                <a:ext uri="{FF2B5EF4-FFF2-40B4-BE49-F238E27FC236}">
                  <a16:creationId xmlns:a16="http://schemas.microsoft.com/office/drawing/2014/main" id="{1A4919CA-09E2-CF67-2FAC-23D3EAFA231B}"/>
                </a:ext>
              </a:extLst>
            </p:cNvPr>
            <p:cNvSpPr/>
            <p:nvPr/>
          </p:nvSpPr>
          <p:spPr>
            <a:xfrm>
              <a:off x="4254179" y="2366122"/>
              <a:ext cx="87607" cy="31227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2" name="Rechteck 371">
              <a:extLst>
                <a:ext uri="{FF2B5EF4-FFF2-40B4-BE49-F238E27FC236}">
                  <a16:creationId xmlns:a16="http://schemas.microsoft.com/office/drawing/2014/main" id="{582028F9-C9F6-E193-A791-BC6D8FC8F76B}"/>
                </a:ext>
              </a:extLst>
            </p:cNvPr>
            <p:cNvSpPr/>
            <p:nvPr/>
          </p:nvSpPr>
          <p:spPr>
            <a:xfrm>
              <a:off x="4136227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3" name="Rechteck 372">
              <a:extLst>
                <a:ext uri="{FF2B5EF4-FFF2-40B4-BE49-F238E27FC236}">
                  <a16:creationId xmlns:a16="http://schemas.microsoft.com/office/drawing/2014/main" id="{400BD7DA-8B29-6A64-B556-29A933E19707}"/>
                </a:ext>
              </a:extLst>
            </p:cNvPr>
            <p:cNvSpPr/>
            <p:nvPr/>
          </p:nvSpPr>
          <p:spPr>
            <a:xfrm>
              <a:off x="4211888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4" name="Ellipse 373">
              <a:extLst>
                <a:ext uri="{FF2B5EF4-FFF2-40B4-BE49-F238E27FC236}">
                  <a16:creationId xmlns:a16="http://schemas.microsoft.com/office/drawing/2014/main" id="{09F86228-6C37-3C16-D306-3AB4C46F1034}"/>
                </a:ext>
              </a:extLst>
            </p:cNvPr>
            <p:cNvSpPr/>
            <p:nvPr/>
          </p:nvSpPr>
          <p:spPr>
            <a:xfrm>
              <a:off x="4176093" y="2361513"/>
              <a:ext cx="41334" cy="37785"/>
            </a:xfrm>
            <a:prstGeom prst="ellipse">
              <a:avLst/>
            </a:prstGeom>
            <a:gradFill>
              <a:gsLst>
                <a:gs pos="0">
                  <a:schemeClr val="accent6">
                    <a:lumMod val="7500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5" name="Rechteck 374">
              <a:extLst>
                <a:ext uri="{FF2B5EF4-FFF2-40B4-BE49-F238E27FC236}">
                  <a16:creationId xmlns:a16="http://schemas.microsoft.com/office/drawing/2014/main" id="{1F44E3DB-3A42-DBD4-CD4F-1D16FD4B636A}"/>
                </a:ext>
              </a:extLst>
            </p:cNvPr>
            <p:cNvSpPr/>
            <p:nvPr/>
          </p:nvSpPr>
          <p:spPr>
            <a:xfrm>
              <a:off x="4119560" y="2509339"/>
              <a:ext cx="156842" cy="99868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6" name="Rechteck 375">
              <a:extLst>
                <a:ext uri="{FF2B5EF4-FFF2-40B4-BE49-F238E27FC236}">
                  <a16:creationId xmlns:a16="http://schemas.microsoft.com/office/drawing/2014/main" id="{FEB6C31C-687B-F0E3-610F-89E38BCCB6B8}"/>
                </a:ext>
              </a:extLst>
            </p:cNvPr>
            <p:cNvSpPr/>
            <p:nvPr/>
          </p:nvSpPr>
          <p:spPr>
            <a:xfrm>
              <a:off x="4337550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7" name="Rechteck 376">
              <a:extLst>
                <a:ext uri="{FF2B5EF4-FFF2-40B4-BE49-F238E27FC236}">
                  <a16:creationId xmlns:a16="http://schemas.microsoft.com/office/drawing/2014/main" id="{CC33D106-D173-0112-C1D4-6D866755EAF0}"/>
                </a:ext>
              </a:extLst>
            </p:cNvPr>
            <p:cNvSpPr/>
            <p:nvPr/>
          </p:nvSpPr>
          <p:spPr>
            <a:xfrm>
              <a:off x="4410829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8" name="Rechteck 377">
              <a:extLst>
                <a:ext uri="{FF2B5EF4-FFF2-40B4-BE49-F238E27FC236}">
                  <a16:creationId xmlns:a16="http://schemas.microsoft.com/office/drawing/2014/main" id="{E466B3DB-B8FF-4D9D-9345-DAE47FC57265}"/>
                </a:ext>
              </a:extLst>
            </p:cNvPr>
            <p:cNvSpPr/>
            <p:nvPr/>
          </p:nvSpPr>
          <p:spPr>
            <a:xfrm>
              <a:off x="4318502" y="2509338"/>
              <a:ext cx="156842" cy="99869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9" name="Ellipse 378">
              <a:extLst>
                <a:ext uri="{FF2B5EF4-FFF2-40B4-BE49-F238E27FC236}">
                  <a16:creationId xmlns:a16="http://schemas.microsoft.com/office/drawing/2014/main" id="{4A9715E7-29C8-0433-E40A-A7E6A8D3A034}"/>
                </a:ext>
              </a:extLst>
            </p:cNvPr>
            <p:cNvSpPr/>
            <p:nvPr/>
          </p:nvSpPr>
          <p:spPr>
            <a:xfrm>
              <a:off x="4376711" y="2361511"/>
              <a:ext cx="41563" cy="37785"/>
            </a:xfrm>
            <a:prstGeom prst="ellipse">
              <a:avLst/>
            </a:prstGeom>
            <a:gradFill>
              <a:gsLst>
                <a:gs pos="0">
                  <a:schemeClr val="accent6">
                    <a:lumMod val="7500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80" name="Gruppieren 379">
            <a:extLst>
              <a:ext uri="{FF2B5EF4-FFF2-40B4-BE49-F238E27FC236}">
                <a16:creationId xmlns:a16="http://schemas.microsoft.com/office/drawing/2014/main" id="{115E7A88-AC20-E212-FC3A-862FA6D94FEC}"/>
              </a:ext>
            </a:extLst>
          </p:cNvPr>
          <p:cNvGrpSpPr/>
          <p:nvPr/>
        </p:nvGrpSpPr>
        <p:grpSpPr>
          <a:xfrm rot="17931805">
            <a:off x="2753760" y="2761148"/>
            <a:ext cx="355784" cy="283224"/>
            <a:chOff x="4119560" y="2325983"/>
            <a:chExt cx="355784" cy="283224"/>
          </a:xfrm>
        </p:grpSpPr>
        <p:sp>
          <p:nvSpPr>
            <p:cNvPr id="381" name="Rechteck 380">
              <a:extLst>
                <a:ext uri="{FF2B5EF4-FFF2-40B4-BE49-F238E27FC236}">
                  <a16:creationId xmlns:a16="http://schemas.microsoft.com/office/drawing/2014/main" id="{B05D10EC-EF88-0128-7E93-2568B58D44F4}"/>
                </a:ext>
              </a:extLst>
            </p:cNvPr>
            <p:cNvSpPr/>
            <p:nvPr/>
          </p:nvSpPr>
          <p:spPr>
            <a:xfrm>
              <a:off x="4254179" y="2366122"/>
              <a:ext cx="87607" cy="31227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2" name="Rechteck 381">
              <a:extLst>
                <a:ext uri="{FF2B5EF4-FFF2-40B4-BE49-F238E27FC236}">
                  <a16:creationId xmlns:a16="http://schemas.microsoft.com/office/drawing/2014/main" id="{7220111E-6679-A2FD-9F17-BFE99D79008B}"/>
                </a:ext>
              </a:extLst>
            </p:cNvPr>
            <p:cNvSpPr/>
            <p:nvPr/>
          </p:nvSpPr>
          <p:spPr>
            <a:xfrm>
              <a:off x="4136227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3" name="Rechteck 382">
              <a:extLst>
                <a:ext uri="{FF2B5EF4-FFF2-40B4-BE49-F238E27FC236}">
                  <a16:creationId xmlns:a16="http://schemas.microsoft.com/office/drawing/2014/main" id="{9CC131E4-F7C8-B094-3C1D-9DD6A797B519}"/>
                </a:ext>
              </a:extLst>
            </p:cNvPr>
            <p:cNvSpPr/>
            <p:nvPr/>
          </p:nvSpPr>
          <p:spPr>
            <a:xfrm>
              <a:off x="4211888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4" name="Ellipse 383">
              <a:extLst>
                <a:ext uri="{FF2B5EF4-FFF2-40B4-BE49-F238E27FC236}">
                  <a16:creationId xmlns:a16="http://schemas.microsoft.com/office/drawing/2014/main" id="{EE3AB6FA-2988-DD60-633B-7190014FC7F5}"/>
                </a:ext>
              </a:extLst>
            </p:cNvPr>
            <p:cNvSpPr/>
            <p:nvPr/>
          </p:nvSpPr>
          <p:spPr>
            <a:xfrm>
              <a:off x="4176093" y="2361513"/>
              <a:ext cx="41334" cy="37785"/>
            </a:xfrm>
            <a:prstGeom prst="ellipse">
              <a:avLst/>
            </a:prstGeom>
            <a:gradFill>
              <a:gsLst>
                <a:gs pos="0">
                  <a:schemeClr val="accent6">
                    <a:lumMod val="7500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5" name="Rechteck 384">
              <a:extLst>
                <a:ext uri="{FF2B5EF4-FFF2-40B4-BE49-F238E27FC236}">
                  <a16:creationId xmlns:a16="http://schemas.microsoft.com/office/drawing/2014/main" id="{5025AAF1-545D-113F-5695-211E90143AF9}"/>
                </a:ext>
              </a:extLst>
            </p:cNvPr>
            <p:cNvSpPr/>
            <p:nvPr/>
          </p:nvSpPr>
          <p:spPr>
            <a:xfrm>
              <a:off x="4119560" y="2509339"/>
              <a:ext cx="156842" cy="99868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6" name="Rechteck 385">
              <a:extLst>
                <a:ext uri="{FF2B5EF4-FFF2-40B4-BE49-F238E27FC236}">
                  <a16:creationId xmlns:a16="http://schemas.microsoft.com/office/drawing/2014/main" id="{CBE3F219-028A-18D8-5667-B7F3A770E0AF}"/>
                </a:ext>
              </a:extLst>
            </p:cNvPr>
            <p:cNvSpPr/>
            <p:nvPr/>
          </p:nvSpPr>
          <p:spPr>
            <a:xfrm>
              <a:off x="4337550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7" name="Rechteck 386">
              <a:extLst>
                <a:ext uri="{FF2B5EF4-FFF2-40B4-BE49-F238E27FC236}">
                  <a16:creationId xmlns:a16="http://schemas.microsoft.com/office/drawing/2014/main" id="{EBC51C7E-2B97-3C39-15EE-EB14FB12A2A7}"/>
                </a:ext>
              </a:extLst>
            </p:cNvPr>
            <p:cNvSpPr/>
            <p:nvPr/>
          </p:nvSpPr>
          <p:spPr>
            <a:xfrm>
              <a:off x="4410829" y="2325983"/>
              <a:ext cx="45467" cy="1833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8" name="Rechteck 387">
              <a:extLst>
                <a:ext uri="{FF2B5EF4-FFF2-40B4-BE49-F238E27FC236}">
                  <a16:creationId xmlns:a16="http://schemas.microsoft.com/office/drawing/2014/main" id="{BFC8AF75-DACC-6BF0-509A-4FA9C1770D37}"/>
                </a:ext>
              </a:extLst>
            </p:cNvPr>
            <p:cNvSpPr/>
            <p:nvPr/>
          </p:nvSpPr>
          <p:spPr>
            <a:xfrm>
              <a:off x="4318502" y="2509338"/>
              <a:ext cx="156842" cy="99869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9" name="Ellipse 388">
              <a:extLst>
                <a:ext uri="{FF2B5EF4-FFF2-40B4-BE49-F238E27FC236}">
                  <a16:creationId xmlns:a16="http://schemas.microsoft.com/office/drawing/2014/main" id="{B0DA7BC3-05B0-39EF-922C-BEB312CA852E}"/>
                </a:ext>
              </a:extLst>
            </p:cNvPr>
            <p:cNvSpPr/>
            <p:nvPr/>
          </p:nvSpPr>
          <p:spPr>
            <a:xfrm>
              <a:off x="4376711" y="2361511"/>
              <a:ext cx="41563" cy="37785"/>
            </a:xfrm>
            <a:prstGeom prst="ellipse">
              <a:avLst/>
            </a:prstGeom>
            <a:gradFill>
              <a:gsLst>
                <a:gs pos="0">
                  <a:schemeClr val="accent6">
                    <a:lumMod val="7500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390" name="Rechteck: abgerundete Ecken 389">
            <a:extLst>
              <a:ext uri="{FF2B5EF4-FFF2-40B4-BE49-F238E27FC236}">
                <a16:creationId xmlns:a16="http://schemas.microsoft.com/office/drawing/2014/main" id="{808C1F1B-2D67-C08D-3ED3-E4BAAA353DED}"/>
              </a:ext>
            </a:extLst>
          </p:cNvPr>
          <p:cNvSpPr/>
          <p:nvPr/>
        </p:nvSpPr>
        <p:spPr>
          <a:xfrm>
            <a:off x="3327589" y="3542506"/>
            <a:ext cx="175658" cy="183111"/>
          </a:xfrm>
          <a:prstGeom prst="roundRect">
            <a:avLst/>
          </a:prstGeom>
          <a:gradFill>
            <a:gsLst>
              <a:gs pos="0">
                <a:schemeClr val="accent5">
                  <a:tint val="100000"/>
                  <a:shade val="100000"/>
                  <a:satMod val="130000"/>
                  <a:lumMod val="44000"/>
                </a:schemeClr>
              </a:gs>
              <a:gs pos="100000">
                <a:schemeClr val="accent5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/>
              <a:t>1   </a:t>
            </a:r>
          </a:p>
        </p:txBody>
      </p:sp>
      <p:sp>
        <p:nvSpPr>
          <p:cNvPr id="391" name="Rechteck: abgerundete Ecken 390">
            <a:extLst>
              <a:ext uri="{FF2B5EF4-FFF2-40B4-BE49-F238E27FC236}">
                <a16:creationId xmlns:a16="http://schemas.microsoft.com/office/drawing/2014/main" id="{E3703532-0138-BF6E-9397-B5DDB90F60FA}"/>
              </a:ext>
            </a:extLst>
          </p:cNvPr>
          <p:cNvSpPr/>
          <p:nvPr/>
        </p:nvSpPr>
        <p:spPr>
          <a:xfrm>
            <a:off x="3465290" y="3080955"/>
            <a:ext cx="175658" cy="183111"/>
          </a:xfrm>
          <a:prstGeom prst="roundRect">
            <a:avLst/>
          </a:prstGeom>
          <a:gradFill>
            <a:gsLst>
              <a:gs pos="0">
                <a:schemeClr val="accent5">
                  <a:tint val="100000"/>
                  <a:shade val="100000"/>
                  <a:satMod val="130000"/>
                  <a:lumMod val="44000"/>
                </a:schemeClr>
              </a:gs>
              <a:gs pos="100000">
                <a:schemeClr val="accent5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/>
              <a:t>2   </a:t>
            </a:r>
          </a:p>
        </p:txBody>
      </p:sp>
      <p:sp>
        <p:nvSpPr>
          <p:cNvPr id="392" name="Rechteck: abgerundete Ecken 391">
            <a:extLst>
              <a:ext uri="{FF2B5EF4-FFF2-40B4-BE49-F238E27FC236}">
                <a16:creationId xmlns:a16="http://schemas.microsoft.com/office/drawing/2014/main" id="{872A9AAB-D2E6-96B3-08B1-B1453228AF93}"/>
              </a:ext>
            </a:extLst>
          </p:cNvPr>
          <p:cNvSpPr/>
          <p:nvPr/>
        </p:nvSpPr>
        <p:spPr>
          <a:xfrm>
            <a:off x="3804900" y="2770164"/>
            <a:ext cx="175658" cy="183111"/>
          </a:xfrm>
          <a:prstGeom prst="roundRect">
            <a:avLst/>
          </a:prstGeom>
          <a:gradFill>
            <a:gsLst>
              <a:gs pos="0">
                <a:schemeClr val="accent5">
                  <a:tint val="100000"/>
                  <a:shade val="100000"/>
                  <a:satMod val="130000"/>
                  <a:lumMod val="44000"/>
                </a:schemeClr>
              </a:gs>
              <a:gs pos="100000">
                <a:schemeClr val="accent5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/>
              <a:t>3   </a:t>
            </a:r>
          </a:p>
        </p:txBody>
      </p:sp>
      <p:sp>
        <p:nvSpPr>
          <p:cNvPr id="393" name="Rechteck: abgerundete Ecken 392">
            <a:extLst>
              <a:ext uri="{FF2B5EF4-FFF2-40B4-BE49-F238E27FC236}">
                <a16:creationId xmlns:a16="http://schemas.microsoft.com/office/drawing/2014/main" id="{2ED9036E-88E7-E698-EBAE-FA57BFEEA9DE}"/>
              </a:ext>
            </a:extLst>
          </p:cNvPr>
          <p:cNvSpPr/>
          <p:nvPr/>
        </p:nvSpPr>
        <p:spPr>
          <a:xfrm>
            <a:off x="4177131" y="2678608"/>
            <a:ext cx="175658" cy="183111"/>
          </a:xfrm>
          <a:prstGeom prst="roundRect">
            <a:avLst/>
          </a:prstGeom>
          <a:gradFill>
            <a:gsLst>
              <a:gs pos="0">
                <a:schemeClr val="accent5">
                  <a:tint val="100000"/>
                  <a:shade val="100000"/>
                  <a:satMod val="130000"/>
                  <a:lumMod val="44000"/>
                </a:schemeClr>
              </a:gs>
              <a:gs pos="100000">
                <a:schemeClr val="accent5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/>
              <a:t>4   </a:t>
            </a:r>
          </a:p>
        </p:txBody>
      </p:sp>
      <p:sp>
        <p:nvSpPr>
          <p:cNvPr id="394" name="Rechteck: abgerundete Ecken 393">
            <a:extLst>
              <a:ext uri="{FF2B5EF4-FFF2-40B4-BE49-F238E27FC236}">
                <a16:creationId xmlns:a16="http://schemas.microsoft.com/office/drawing/2014/main" id="{BB887423-C413-9947-D671-10DA6C3A9F05}"/>
              </a:ext>
            </a:extLst>
          </p:cNvPr>
          <p:cNvSpPr/>
          <p:nvPr/>
        </p:nvSpPr>
        <p:spPr>
          <a:xfrm>
            <a:off x="4555351" y="2770164"/>
            <a:ext cx="175658" cy="183111"/>
          </a:xfrm>
          <a:prstGeom prst="roundRect">
            <a:avLst/>
          </a:prstGeom>
          <a:gradFill>
            <a:gsLst>
              <a:gs pos="0">
                <a:schemeClr val="accent5">
                  <a:tint val="100000"/>
                  <a:shade val="100000"/>
                  <a:satMod val="130000"/>
                  <a:lumMod val="44000"/>
                </a:schemeClr>
              </a:gs>
              <a:gs pos="100000">
                <a:schemeClr val="accent5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/>
              <a:t>5   </a:t>
            </a:r>
          </a:p>
        </p:txBody>
      </p:sp>
      <p:sp>
        <p:nvSpPr>
          <p:cNvPr id="395" name="Rechteck: abgerundete Ecken 394">
            <a:extLst>
              <a:ext uri="{FF2B5EF4-FFF2-40B4-BE49-F238E27FC236}">
                <a16:creationId xmlns:a16="http://schemas.microsoft.com/office/drawing/2014/main" id="{3177D31C-2E70-EF3A-ACB4-0C1D6CB21FF0}"/>
              </a:ext>
            </a:extLst>
          </p:cNvPr>
          <p:cNvSpPr/>
          <p:nvPr/>
        </p:nvSpPr>
        <p:spPr>
          <a:xfrm>
            <a:off x="4870214" y="3080185"/>
            <a:ext cx="175658" cy="183111"/>
          </a:xfrm>
          <a:prstGeom prst="roundRect">
            <a:avLst/>
          </a:prstGeom>
          <a:gradFill>
            <a:gsLst>
              <a:gs pos="0">
                <a:schemeClr val="accent5">
                  <a:tint val="100000"/>
                  <a:shade val="100000"/>
                  <a:satMod val="130000"/>
                  <a:lumMod val="44000"/>
                </a:schemeClr>
              </a:gs>
              <a:gs pos="100000">
                <a:schemeClr val="accent5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/>
              <a:t>6   </a:t>
            </a:r>
          </a:p>
        </p:txBody>
      </p:sp>
      <p:sp>
        <p:nvSpPr>
          <p:cNvPr id="396" name="Rechteck: abgerundete Ecken 395">
            <a:extLst>
              <a:ext uri="{FF2B5EF4-FFF2-40B4-BE49-F238E27FC236}">
                <a16:creationId xmlns:a16="http://schemas.microsoft.com/office/drawing/2014/main" id="{8BF58316-C8D9-E393-16CB-3E700F4811C0}"/>
              </a:ext>
            </a:extLst>
          </p:cNvPr>
          <p:cNvSpPr/>
          <p:nvPr/>
        </p:nvSpPr>
        <p:spPr>
          <a:xfrm>
            <a:off x="5034637" y="3511072"/>
            <a:ext cx="175658" cy="183111"/>
          </a:xfrm>
          <a:prstGeom prst="roundRect">
            <a:avLst/>
          </a:prstGeom>
          <a:gradFill>
            <a:gsLst>
              <a:gs pos="0">
                <a:schemeClr val="accent5">
                  <a:tint val="100000"/>
                  <a:shade val="100000"/>
                  <a:satMod val="130000"/>
                  <a:lumMod val="44000"/>
                </a:schemeClr>
              </a:gs>
              <a:gs pos="100000">
                <a:schemeClr val="accent5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/>
              <a:t>7   </a:t>
            </a:r>
          </a:p>
        </p:txBody>
      </p:sp>
      <p:sp>
        <p:nvSpPr>
          <p:cNvPr id="397" name="Rechteck: abgerundete Ecken 396">
            <a:extLst>
              <a:ext uri="{FF2B5EF4-FFF2-40B4-BE49-F238E27FC236}">
                <a16:creationId xmlns:a16="http://schemas.microsoft.com/office/drawing/2014/main" id="{29E7BA72-A9CF-D4DF-9DF0-10318BAF8D7B}"/>
              </a:ext>
            </a:extLst>
          </p:cNvPr>
          <p:cNvSpPr/>
          <p:nvPr/>
        </p:nvSpPr>
        <p:spPr>
          <a:xfrm>
            <a:off x="4892892" y="3934958"/>
            <a:ext cx="175658" cy="183111"/>
          </a:xfrm>
          <a:prstGeom prst="roundRect">
            <a:avLst/>
          </a:prstGeom>
          <a:gradFill>
            <a:gsLst>
              <a:gs pos="0">
                <a:schemeClr val="accent5">
                  <a:tint val="100000"/>
                  <a:shade val="100000"/>
                  <a:satMod val="130000"/>
                  <a:lumMod val="44000"/>
                </a:schemeClr>
              </a:gs>
              <a:gs pos="100000">
                <a:schemeClr val="accent5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/>
              <a:t>8   </a:t>
            </a:r>
          </a:p>
        </p:txBody>
      </p:sp>
      <p:sp>
        <p:nvSpPr>
          <p:cNvPr id="398" name="Rechteck: abgerundete Ecken 397">
            <a:extLst>
              <a:ext uri="{FF2B5EF4-FFF2-40B4-BE49-F238E27FC236}">
                <a16:creationId xmlns:a16="http://schemas.microsoft.com/office/drawing/2014/main" id="{14C3D773-63F8-35CB-5D38-1F189A87AF6F}"/>
              </a:ext>
            </a:extLst>
          </p:cNvPr>
          <p:cNvSpPr/>
          <p:nvPr/>
        </p:nvSpPr>
        <p:spPr>
          <a:xfrm>
            <a:off x="4558979" y="4257911"/>
            <a:ext cx="175658" cy="183111"/>
          </a:xfrm>
          <a:prstGeom prst="roundRect">
            <a:avLst/>
          </a:prstGeom>
          <a:gradFill>
            <a:gsLst>
              <a:gs pos="0">
                <a:schemeClr val="accent5">
                  <a:tint val="100000"/>
                  <a:shade val="100000"/>
                  <a:satMod val="130000"/>
                  <a:lumMod val="44000"/>
                </a:schemeClr>
              </a:gs>
              <a:gs pos="100000">
                <a:schemeClr val="accent5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/>
              <a:t>9   </a:t>
            </a:r>
          </a:p>
        </p:txBody>
      </p:sp>
      <p:sp>
        <p:nvSpPr>
          <p:cNvPr id="399" name="Rechteck: abgerundete Ecken 398">
            <a:extLst>
              <a:ext uri="{FF2B5EF4-FFF2-40B4-BE49-F238E27FC236}">
                <a16:creationId xmlns:a16="http://schemas.microsoft.com/office/drawing/2014/main" id="{33DF65C4-BDCF-D0C1-E095-B696709EC91A}"/>
              </a:ext>
            </a:extLst>
          </p:cNvPr>
          <p:cNvSpPr/>
          <p:nvPr/>
        </p:nvSpPr>
        <p:spPr>
          <a:xfrm>
            <a:off x="4177131" y="4361358"/>
            <a:ext cx="175658" cy="183111"/>
          </a:xfrm>
          <a:prstGeom prst="roundRect">
            <a:avLst/>
          </a:prstGeom>
          <a:gradFill>
            <a:gsLst>
              <a:gs pos="0">
                <a:schemeClr val="accent5">
                  <a:tint val="100000"/>
                  <a:shade val="100000"/>
                  <a:satMod val="130000"/>
                  <a:lumMod val="44000"/>
                </a:schemeClr>
              </a:gs>
              <a:gs pos="100000">
                <a:schemeClr val="accent5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rIns="0" rtlCol="0" anchor="ctr"/>
          <a:lstStyle/>
          <a:p>
            <a:pPr algn="ctr"/>
            <a:r>
              <a:rPr lang="de-DE" sz="1100" dirty="0"/>
              <a:t>10   </a:t>
            </a:r>
          </a:p>
        </p:txBody>
      </p:sp>
      <p:sp>
        <p:nvSpPr>
          <p:cNvPr id="400" name="Rechteck: abgerundete Ecken 399">
            <a:extLst>
              <a:ext uri="{FF2B5EF4-FFF2-40B4-BE49-F238E27FC236}">
                <a16:creationId xmlns:a16="http://schemas.microsoft.com/office/drawing/2014/main" id="{FE7D26CE-062D-AA4E-F347-5A7EE0BBA766}"/>
              </a:ext>
            </a:extLst>
          </p:cNvPr>
          <p:cNvSpPr/>
          <p:nvPr/>
        </p:nvSpPr>
        <p:spPr>
          <a:xfrm>
            <a:off x="3779784" y="4269802"/>
            <a:ext cx="175658" cy="183111"/>
          </a:xfrm>
          <a:prstGeom prst="roundRect">
            <a:avLst/>
          </a:prstGeom>
          <a:gradFill>
            <a:gsLst>
              <a:gs pos="0">
                <a:schemeClr val="accent5">
                  <a:tint val="100000"/>
                  <a:shade val="100000"/>
                  <a:satMod val="130000"/>
                  <a:lumMod val="44000"/>
                </a:schemeClr>
              </a:gs>
              <a:gs pos="100000">
                <a:schemeClr val="accent5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rIns="0" rtlCol="0" anchor="ctr"/>
          <a:lstStyle/>
          <a:p>
            <a:pPr algn="ctr"/>
            <a:r>
              <a:rPr lang="de-DE" sz="1100" dirty="0"/>
              <a:t>11   </a:t>
            </a:r>
          </a:p>
        </p:txBody>
      </p:sp>
      <p:sp>
        <p:nvSpPr>
          <p:cNvPr id="401" name="Rechteck: abgerundete Ecken 400">
            <a:extLst>
              <a:ext uri="{FF2B5EF4-FFF2-40B4-BE49-F238E27FC236}">
                <a16:creationId xmlns:a16="http://schemas.microsoft.com/office/drawing/2014/main" id="{A811E89E-7138-EC7B-FF5D-85A09D348CDD}"/>
              </a:ext>
            </a:extLst>
          </p:cNvPr>
          <p:cNvSpPr/>
          <p:nvPr/>
        </p:nvSpPr>
        <p:spPr>
          <a:xfrm>
            <a:off x="3441132" y="3937806"/>
            <a:ext cx="175658" cy="183111"/>
          </a:xfrm>
          <a:prstGeom prst="roundRect">
            <a:avLst/>
          </a:prstGeom>
          <a:gradFill>
            <a:gsLst>
              <a:gs pos="0">
                <a:schemeClr val="accent5">
                  <a:tint val="100000"/>
                  <a:shade val="100000"/>
                  <a:satMod val="130000"/>
                  <a:lumMod val="44000"/>
                </a:schemeClr>
              </a:gs>
              <a:gs pos="100000">
                <a:schemeClr val="accent5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rIns="0" rtlCol="0" anchor="ctr"/>
          <a:lstStyle/>
          <a:p>
            <a:pPr algn="ctr"/>
            <a:r>
              <a:rPr lang="de-DE" sz="1100" dirty="0"/>
              <a:t>12   </a:t>
            </a:r>
          </a:p>
        </p:txBody>
      </p:sp>
      <p:sp>
        <p:nvSpPr>
          <p:cNvPr id="429" name="Rechteck 428">
            <a:extLst>
              <a:ext uri="{FF2B5EF4-FFF2-40B4-BE49-F238E27FC236}">
                <a16:creationId xmlns:a16="http://schemas.microsoft.com/office/drawing/2014/main" id="{D8E3CC8B-9170-46C4-5C55-2120D770008C}"/>
              </a:ext>
            </a:extLst>
          </p:cNvPr>
          <p:cNvSpPr/>
          <p:nvPr/>
        </p:nvSpPr>
        <p:spPr>
          <a:xfrm>
            <a:off x="502676" y="1022506"/>
            <a:ext cx="7920000" cy="50400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36" name="Gerader Verbinder 435">
            <a:extLst>
              <a:ext uri="{FF2B5EF4-FFF2-40B4-BE49-F238E27FC236}">
                <a16:creationId xmlns:a16="http://schemas.microsoft.com/office/drawing/2014/main" id="{0E36889C-FEC8-3DC6-3B0E-6A31552B3661}"/>
              </a:ext>
            </a:extLst>
          </p:cNvPr>
          <p:cNvCxnSpPr/>
          <p:nvPr/>
        </p:nvCxnSpPr>
        <p:spPr>
          <a:xfrm>
            <a:off x="6273742" y="3604013"/>
            <a:ext cx="0" cy="144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Gerader Verbinder 436">
            <a:extLst>
              <a:ext uri="{FF2B5EF4-FFF2-40B4-BE49-F238E27FC236}">
                <a16:creationId xmlns:a16="http://schemas.microsoft.com/office/drawing/2014/main" id="{0746504A-611E-716F-5B53-CE886A79E2D7}"/>
              </a:ext>
            </a:extLst>
          </p:cNvPr>
          <p:cNvCxnSpPr/>
          <p:nvPr/>
        </p:nvCxnSpPr>
        <p:spPr>
          <a:xfrm>
            <a:off x="10305992" y="2846477"/>
            <a:ext cx="0" cy="216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2" name="Rechteck 461">
            <a:extLst>
              <a:ext uri="{FF2B5EF4-FFF2-40B4-BE49-F238E27FC236}">
                <a16:creationId xmlns:a16="http://schemas.microsoft.com/office/drawing/2014/main" id="{199D6958-0B60-0DA4-9243-8A469E6B9F7D}"/>
              </a:ext>
            </a:extLst>
          </p:cNvPr>
          <p:cNvSpPr/>
          <p:nvPr/>
        </p:nvSpPr>
        <p:spPr>
          <a:xfrm>
            <a:off x="9296400" y="1898650"/>
            <a:ext cx="1397644" cy="8318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3" name="Bogen 462">
            <a:extLst>
              <a:ext uri="{FF2B5EF4-FFF2-40B4-BE49-F238E27FC236}">
                <a16:creationId xmlns:a16="http://schemas.microsoft.com/office/drawing/2014/main" id="{DBB1630A-C163-693C-4782-E505CE8CD7B8}"/>
              </a:ext>
            </a:extLst>
          </p:cNvPr>
          <p:cNvSpPr/>
          <p:nvPr/>
        </p:nvSpPr>
        <p:spPr>
          <a:xfrm rot="10800000">
            <a:off x="8585424" y="2221635"/>
            <a:ext cx="1936583" cy="185880"/>
          </a:xfrm>
          <a:prstGeom prst="arc">
            <a:avLst>
              <a:gd name="adj1" fmla="val 5076651"/>
              <a:gd name="adj2" fmla="val 16703222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4" name="Ellipse 463">
            <a:extLst>
              <a:ext uri="{FF2B5EF4-FFF2-40B4-BE49-F238E27FC236}">
                <a16:creationId xmlns:a16="http://schemas.microsoft.com/office/drawing/2014/main" id="{108F9F19-FEF4-3EE6-67F7-C824DCA1D891}"/>
              </a:ext>
            </a:extLst>
          </p:cNvPr>
          <p:cNvSpPr/>
          <p:nvPr/>
        </p:nvSpPr>
        <p:spPr>
          <a:xfrm>
            <a:off x="2566291" y="1957530"/>
            <a:ext cx="3345675" cy="3314700"/>
          </a:xfrm>
          <a:prstGeom prst="ellipse">
            <a:avLst/>
          </a:prstGeom>
          <a:noFill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5" name="Rechteck 464">
            <a:extLst>
              <a:ext uri="{FF2B5EF4-FFF2-40B4-BE49-F238E27FC236}">
                <a16:creationId xmlns:a16="http://schemas.microsoft.com/office/drawing/2014/main" id="{3E50F9B1-6BA4-ECFF-893B-1430A19D9651}"/>
              </a:ext>
            </a:extLst>
          </p:cNvPr>
          <p:cNvSpPr/>
          <p:nvPr/>
        </p:nvSpPr>
        <p:spPr>
          <a:xfrm>
            <a:off x="1911565" y="3263296"/>
            <a:ext cx="291024" cy="4767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59" name="Grafik 358" descr="Roboterhand mit einfarbiger Füllung">
            <a:extLst>
              <a:ext uri="{FF2B5EF4-FFF2-40B4-BE49-F238E27FC236}">
                <a16:creationId xmlns:a16="http://schemas.microsoft.com/office/drawing/2014/main" id="{18938375-191D-67FD-5550-A6C3E5120D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3033" y="3263296"/>
            <a:ext cx="1261662" cy="116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469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CDCACF-FA6D-63DB-9853-242F80D01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Aufnahme Bauteil</a:t>
            </a:r>
          </a:p>
        </p:txBody>
      </p:sp>
      <p:grpSp>
        <p:nvGrpSpPr>
          <p:cNvPr id="540" name="Gruppieren 539">
            <a:extLst>
              <a:ext uri="{FF2B5EF4-FFF2-40B4-BE49-F238E27FC236}">
                <a16:creationId xmlns:a16="http://schemas.microsoft.com/office/drawing/2014/main" id="{082D2D84-ECBD-EE1D-5461-8746EC8A7021}"/>
              </a:ext>
            </a:extLst>
          </p:cNvPr>
          <p:cNvGrpSpPr/>
          <p:nvPr/>
        </p:nvGrpSpPr>
        <p:grpSpPr>
          <a:xfrm>
            <a:off x="5199647" y="470629"/>
            <a:ext cx="7173866" cy="3840410"/>
            <a:chOff x="342900" y="1627942"/>
            <a:chExt cx="7173866" cy="3840410"/>
          </a:xfrm>
        </p:grpSpPr>
        <p:grpSp>
          <p:nvGrpSpPr>
            <p:cNvPr id="539" name="Gruppieren 538">
              <a:extLst>
                <a:ext uri="{FF2B5EF4-FFF2-40B4-BE49-F238E27FC236}">
                  <a16:creationId xmlns:a16="http://schemas.microsoft.com/office/drawing/2014/main" id="{2BC7B0D2-999F-6A40-F9FB-01517DD309D1}"/>
                </a:ext>
              </a:extLst>
            </p:cNvPr>
            <p:cNvGrpSpPr/>
            <p:nvPr/>
          </p:nvGrpSpPr>
          <p:grpSpPr>
            <a:xfrm>
              <a:off x="342900" y="3021674"/>
              <a:ext cx="7173866" cy="400783"/>
              <a:chOff x="1203158" y="914400"/>
              <a:chExt cx="7173866" cy="400783"/>
            </a:xfrm>
            <a:solidFill>
              <a:schemeClr val="tx1"/>
            </a:solidFill>
          </p:grpSpPr>
          <p:cxnSp>
            <p:nvCxnSpPr>
              <p:cNvPr id="534" name="Gerader Verbinder 533">
                <a:extLst>
                  <a:ext uri="{FF2B5EF4-FFF2-40B4-BE49-F238E27FC236}">
                    <a16:creationId xmlns:a16="http://schemas.microsoft.com/office/drawing/2014/main" id="{55D8EFE9-4D6E-EE3E-EC47-C8B09EFCEF41}"/>
                  </a:ext>
                </a:extLst>
              </p:cNvPr>
              <p:cNvCxnSpPr/>
              <p:nvPr/>
            </p:nvCxnSpPr>
            <p:spPr>
              <a:xfrm>
                <a:off x="1227221" y="914400"/>
                <a:ext cx="7104647" cy="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5" name="Gerader Verbinder 534">
                <a:extLst>
                  <a:ext uri="{FF2B5EF4-FFF2-40B4-BE49-F238E27FC236}">
                    <a16:creationId xmlns:a16="http://schemas.microsoft.com/office/drawing/2014/main" id="{F3E82B2C-E6B2-A567-407B-C8C72F36B8D9}"/>
                  </a:ext>
                </a:extLst>
              </p:cNvPr>
              <p:cNvCxnSpPr/>
              <p:nvPr/>
            </p:nvCxnSpPr>
            <p:spPr>
              <a:xfrm>
                <a:off x="1227221" y="1305426"/>
                <a:ext cx="7104647" cy="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7" name="Freihandform: Form 536">
                <a:extLst>
                  <a:ext uri="{FF2B5EF4-FFF2-40B4-BE49-F238E27FC236}">
                    <a16:creationId xmlns:a16="http://schemas.microsoft.com/office/drawing/2014/main" id="{3C326C9C-A64B-8728-AB92-EC043693181E}"/>
                  </a:ext>
                </a:extLst>
              </p:cNvPr>
              <p:cNvSpPr/>
              <p:nvPr/>
            </p:nvSpPr>
            <p:spPr>
              <a:xfrm>
                <a:off x="1203158" y="914400"/>
                <a:ext cx="90312" cy="400783"/>
              </a:xfrm>
              <a:custGeom>
                <a:avLst/>
                <a:gdLst>
                  <a:gd name="connsiteX0" fmla="*/ 36095 w 90312"/>
                  <a:gd name="connsiteY0" fmla="*/ 0 h 400783"/>
                  <a:gd name="connsiteX1" fmla="*/ 30079 w 90312"/>
                  <a:gd name="connsiteY1" fmla="*/ 36095 h 400783"/>
                  <a:gd name="connsiteX2" fmla="*/ 18047 w 90312"/>
                  <a:gd name="connsiteY2" fmla="*/ 114300 h 400783"/>
                  <a:gd name="connsiteX3" fmla="*/ 6016 w 90312"/>
                  <a:gd name="connsiteY3" fmla="*/ 144379 h 400783"/>
                  <a:gd name="connsiteX4" fmla="*/ 0 w 90312"/>
                  <a:gd name="connsiteY4" fmla="*/ 162426 h 400783"/>
                  <a:gd name="connsiteX5" fmla="*/ 12031 w 90312"/>
                  <a:gd name="connsiteY5" fmla="*/ 180474 h 400783"/>
                  <a:gd name="connsiteX6" fmla="*/ 60158 w 90312"/>
                  <a:gd name="connsiteY6" fmla="*/ 204537 h 400783"/>
                  <a:gd name="connsiteX7" fmla="*/ 84221 w 90312"/>
                  <a:gd name="connsiteY7" fmla="*/ 240632 h 400783"/>
                  <a:gd name="connsiteX8" fmla="*/ 90237 w 90312"/>
                  <a:gd name="connsiteY8" fmla="*/ 258679 h 400783"/>
                  <a:gd name="connsiteX9" fmla="*/ 72189 w 90312"/>
                  <a:gd name="connsiteY9" fmla="*/ 354932 h 400783"/>
                  <a:gd name="connsiteX10" fmla="*/ 60158 w 90312"/>
                  <a:gd name="connsiteY10" fmla="*/ 372979 h 400783"/>
                  <a:gd name="connsiteX11" fmla="*/ 30079 w 90312"/>
                  <a:gd name="connsiteY11" fmla="*/ 391026 h 400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0312" h="400783">
                    <a:moveTo>
                      <a:pt x="36095" y="0"/>
                    </a:moveTo>
                    <a:cubicBezTo>
                      <a:pt x="34090" y="12032"/>
                      <a:pt x="31804" y="24020"/>
                      <a:pt x="30079" y="36095"/>
                    </a:cubicBezTo>
                    <a:cubicBezTo>
                      <a:pt x="27410" y="54777"/>
                      <a:pt x="24315" y="93407"/>
                      <a:pt x="18047" y="114300"/>
                    </a:cubicBezTo>
                    <a:cubicBezTo>
                      <a:pt x="14944" y="124643"/>
                      <a:pt x="9808" y="134268"/>
                      <a:pt x="6016" y="144379"/>
                    </a:cubicBezTo>
                    <a:cubicBezTo>
                      <a:pt x="3790" y="150316"/>
                      <a:pt x="2005" y="156410"/>
                      <a:pt x="0" y="162426"/>
                    </a:cubicBezTo>
                    <a:cubicBezTo>
                      <a:pt x="4010" y="168442"/>
                      <a:pt x="6108" y="176328"/>
                      <a:pt x="12031" y="180474"/>
                    </a:cubicBezTo>
                    <a:cubicBezTo>
                      <a:pt x="26725" y="190760"/>
                      <a:pt x="60158" y="204537"/>
                      <a:pt x="60158" y="204537"/>
                    </a:cubicBezTo>
                    <a:cubicBezTo>
                      <a:pt x="68179" y="216569"/>
                      <a:pt x="77198" y="227992"/>
                      <a:pt x="84221" y="240632"/>
                    </a:cubicBezTo>
                    <a:cubicBezTo>
                      <a:pt x="87301" y="246175"/>
                      <a:pt x="90237" y="252338"/>
                      <a:pt x="90237" y="258679"/>
                    </a:cubicBezTo>
                    <a:cubicBezTo>
                      <a:pt x="90237" y="312608"/>
                      <a:pt x="92509" y="319372"/>
                      <a:pt x="72189" y="354932"/>
                    </a:cubicBezTo>
                    <a:cubicBezTo>
                      <a:pt x="68602" y="361209"/>
                      <a:pt x="65712" y="368350"/>
                      <a:pt x="60158" y="372979"/>
                    </a:cubicBezTo>
                    <a:cubicBezTo>
                      <a:pt x="-19699" y="439528"/>
                      <a:pt x="59277" y="361833"/>
                      <a:pt x="30079" y="391026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38" name="Freihandform: Form 537">
                <a:extLst>
                  <a:ext uri="{FF2B5EF4-FFF2-40B4-BE49-F238E27FC236}">
                    <a16:creationId xmlns:a16="http://schemas.microsoft.com/office/drawing/2014/main" id="{755D97E4-6403-D715-DFB8-DCC3D548D00B}"/>
                  </a:ext>
                </a:extLst>
              </p:cNvPr>
              <p:cNvSpPr/>
              <p:nvPr/>
            </p:nvSpPr>
            <p:spPr>
              <a:xfrm>
                <a:off x="8286712" y="914400"/>
                <a:ext cx="90312" cy="400783"/>
              </a:xfrm>
              <a:custGeom>
                <a:avLst/>
                <a:gdLst>
                  <a:gd name="connsiteX0" fmla="*/ 36095 w 90312"/>
                  <a:gd name="connsiteY0" fmla="*/ 0 h 400783"/>
                  <a:gd name="connsiteX1" fmla="*/ 30079 w 90312"/>
                  <a:gd name="connsiteY1" fmla="*/ 36095 h 400783"/>
                  <a:gd name="connsiteX2" fmla="*/ 18047 w 90312"/>
                  <a:gd name="connsiteY2" fmla="*/ 114300 h 400783"/>
                  <a:gd name="connsiteX3" fmla="*/ 6016 w 90312"/>
                  <a:gd name="connsiteY3" fmla="*/ 144379 h 400783"/>
                  <a:gd name="connsiteX4" fmla="*/ 0 w 90312"/>
                  <a:gd name="connsiteY4" fmla="*/ 162426 h 400783"/>
                  <a:gd name="connsiteX5" fmla="*/ 12031 w 90312"/>
                  <a:gd name="connsiteY5" fmla="*/ 180474 h 400783"/>
                  <a:gd name="connsiteX6" fmla="*/ 60158 w 90312"/>
                  <a:gd name="connsiteY6" fmla="*/ 204537 h 400783"/>
                  <a:gd name="connsiteX7" fmla="*/ 84221 w 90312"/>
                  <a:gd name="connsiteY7" fmla="*/ 240632 h 400783"/>
                  <a:gd name="connsiteX8" fmla="*/ 90237 w 90312"/>
                  <a:gd name="connsiteY8" fmla="*/ 258679 h 400783"/>
                  <a:gd name="connsiteX9" fmla="*/ 72189 w 90312"/>
                  <a:gd name="connsiteY9" fmla="*/ 354932 h 400783"/>
                  <a:gd name="connsiteX10" fmla="*/ 60158 w 90312"/>
                  <a:gd name="connsiteY10" fmla="*/ 372979 h 400783"/>
                  <a:gd name="connsiteX11" fmla="*/ 30079 w 90312"/>
                  <a:gd name="connsiteY11" fmla="*/ 391026 h 400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0312" h="400783">
                    <a:moveTo>
                      <a:pt x="36095" y="0"/>
                    </a:moveTo>
                    <a:cubicBezTo>
                      <a:pt x="34090" y="12032"/>
                      <a:pt x="31804" y="24020"/>
                      <a:pt x="30079" y="36095"/>
                    </a:cubicBezTo>
                    <a:cubicBezTo>
                      <a:pt x="27410" y="54777"/>
                      <a:pt x="24315" y="93407"/>
                      <a:pt x="18047" y="114300"/>
                    </a:cubicBezTo>
                    <a:cubicBezTo>
                      <a:pt x="14944" y="124643"/>
                      <a:pt x="9808" y="134268"/>
                      <a:pt x="6016" y="144379"/>
                    </a:cubicBezTo>
                    <a:cubicBezTo>
                      <a:pt x="3790" y="150316"/>
                      <a:pt x="2005" y="156410"/>
                      <a:pt x="0" y="162426"/>
                    </a:cubicBezTo>
                    <a:cubicBezTo>
                      <a:pt x="4010" y="168442"/>
                      <a:pt x="6108" y="176328"/>
                      <a:pt x="12031" y="180474"/>
                    </a:cubicBezTo>
                    <a:cubicBezTo>
                      <a:pt x="26725" y="190760"/>
                      <a:pt x="60158" y="204537"/>
                      <a:pt x="60158" y="204537"/>
                    </a:cubicBezTo>
                    <a:cubicBezTo>
                      <a:pt x="68179" y="216569"/>
                      <a:pt x="77198" y="227992"/>
                      <a:pt x="84221" y="240632"/>
                    </a:cubicBezTo>
                    <a:cubicBezTo>
                      <a:pt x="87301" y="246175"/>
                      <a:pt x="90237" y="252338"/>
                      <a:pt x="90237" y="258679"/>
                    </a:cubicBezTo>
                    <a:cubicBezTo>
                      <a:pt x="90237" y="312608"/>
                      <a:pt x="92509" y="319372"/>
                      <a:pt x="72189" y="354932"/>
                    </a:cubicBezTo>
                    <a:cubicBezTo>
                      <a:pt x="68602" y="361209"/>
                      <a:pt x="65712" y="368350"/>
                      <a:pt x="60158" y="372979"/>
                    </a:cubicBezTo>
                    <a:cubicBezTo>
                      <a:pt x="-19699" y="439528"/>
                      <a:pt x="59277" y="361833"/>
                      <a:pt x="30079" y="391026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409" name="Rechteck 408">
              <a:extLst>
                <a:ext uri="{FF2B5EF4-FFF2-40B4-BE49-F238E27FC236}">
                  <a16:creationId xmlns:a16="http://schemas.microsoft.com/office/drawing/2014/main" id="{102A1A92-61C2-5D2E-9550-A91E20DCEB1E}"/>
                </a:ext>
              </a:extLst>
            </p:cNvPr>
            <p:cNvSpPr/>
            <p:nvPr/>
          </p:nvSpPr>
          <p:spPr>
            <a:xfrm>
              <a:off x="1179095" y="2094667"/>
              <a:ext cx="5221705" cy="25013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224" name="Gruppieren 223">
              <a:extLst>
                <a:ext uri="{FF2B5EF4-FFF2-40B4-BE49-F238E27FC236}">
                  <a16:creationId xmlns:a16="http://schemas.microsoft.com/office/drawing/2014/main" id="{542DF13A-15C1-12FB-13DD-297C762F44D9}"/>
                </a:ext>
              </a:extLst>
            </p:cNvPr>
            <p:cNvGrpSpPr/>
            <p:nvPr/>
          </p:nvGrpSpPr>
          <p:grpSpPr>
            <a:xfrm>
              <a:off x="1724025" y="1627942"/>
              <a:ext cx="1733550" cy="3840410"/>
              <a:chOff x="1724025" y="1627942"/>
              <a:chExt cx="1733550" cy="3840410"/>
            </a:xfrm>
          </p:grpSpPr>
          <p:sp>
            <p:nvSpPr>
              <p:cNvPr id="223" name="Rechteck 222">
                <a:extLst>
                  <a:ext uri="{FF2B5EF4-FFF2-40B4-BE49-F238E27FC236}">
                    <a16:creationId xmlns:a16="http://schemas.microsoft.com/office/drawing/2014/main" id="{CAE9E81E-5204-6B04-9081-00F7107E6170}"/>
                  </a:ext>
                </a:extLst>
              </p:cNvPr>
              <p:cNvSpPr/>
              <p:nvPr/>
            </p:nvSpPr>
            <p:spPr>
              <a:xfrm>
                <a:off x="1724025" y="2094667"/>
                <a:ext cx="1733550" cy="212014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452" name="Gruppieren 451">
                <a:extLst>
                  <a:ext uri="{FF2B5EF4-FFF2-40B4-BE49-F238E27FC236}">
                    <a16:creationId xmlns:a16="http://schemas.microsoft.com/office/drawing/2014/main" id="{0E23F1D9-9EA0-3AFA-81B2-1EDA75DE1678}"/>
                  </a:ext>
                </a:extLst>
              </p:cNvPr>
              <p:cNvGrpSpPr/>
              <p:nvPr/>
            </p:nvGrpSpPr>
            <p:grpSpPr>
              <a:xfrm>
                <a:off x="2510790" y="1627942"/>
                <a:ext cx="170071" cy="3840410"/>
                <a:chOff x="9057640" y="1671638"/>
                <a:chExt cx="170071" cy="3840410"/>
              </a:xfrm>
            </p:grpSpPr>
            <p:sp>
              <p:nvSpPr>
                <p:cNvPr id="450" name="Rechteck 449">
                  <a:extLst>
                    <a:ext uri="{FF2B5EF4-FFF2-40B4-BE49-F238E27FC236}">
                      <a16:creationId xmlns:a16="http://schemas.microsoft.com/office/drawing/2014/main" id="{076ED108-1435-DFB0-D468-B0E897410ED7}"/>
                    </a:ext>
                  </a:extLst>
                </p:cNvPr>
                <p:cNvSpPr/>
                <p:nvPr/>
              </p:nvSpPr>
              <p:spPr>
                <a:xfrm>
                  <a:off x="9106957" y="1671638"/>
                  <a:ext cx="71437" cy="285892"/>
                </a:xfrm>
                <a:prstGeom prst="rect">
                  <a:avLst/>
                </a:prstGeom>
                <a:solidFill>
                  <a:srgbClr val="FF9900"/>
                </a:solidFill>
              </p:spPr>
              <p:style>
                <a:lnRef idx="1">
                  <a:schemeClr val="dk1"/>
                </a:lnRef>
                <a:fillRef idx="3">
                  <a:schemeClr val="dk1"/>
                </a:fillRef>
                <a:effectRef idx="2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451" name="Rechteck 450">
                  <a:extLst>
                    <a:ext uri="{FF2B5EF4-FFF2-40B4-BE49-F238E27FC236}">
                      <a16:creationId xmlns:a16="http://schemas.microsoft.com/office/drawing/2014/main" id="{5C836925-962B-06A7-B286-0B640A7F70B2}"/>
                    </a:ext>
                  </a:extLst>
                </p:cNvPr>
                <p:cNvSpPr/>
                <p:nvPr/>
              </p:nvSpPr>
              <p:spPr>
                <a:xfrm>
                  <a:off x="9057640" y="1957529"/>
                  <a:ext cx="170071" cy="3554519"/>
                </a:xfrm>
                <a:prstGeom prst="rect">
                  <a:avLst/>
                </a:prstGeom>
                <a:solidFill>
                  <a:srgbClr val="FF9966"/>
                </a:solidFill>
              </p:spPr>
              <p:style>
                <a:lnRef idx="1">
                  <a:schemeClr val="dk1"/>
                </a:lnRef>
                <a:fillRef idx="3">
                  <a:schemeClr val="dk1"/>
                </a:fillRef>
                <a:effectRef idx="2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grpSp>
            <p:nvGrpSpPr>
              <p:cNvPr id="503" name="Gruppieren 502">
                <a:extLst>
                  <a:ext uri="{FF2B5EF4-FFF2-40B4-BE49-F238E27FC236}">
                    <a16:creationId xmlns:a16="http://schemas.microsoft.com/office/drawing/2014/main" id="{C09BEEE2-DC9F-7823-8FBC-AF61AACE0DE4}"/>
                  </a:ext>
                </a:extLst>
              </p:cNvPr>
              <p:cNvGrpSpPr/>
              <p:nvPr/>
            </p:nvGrpSpPr>
            <p:grpSpPr>
              <a:xfrm>
                <a:off x="1845763" y="2094667"/>
                <a:ext cx="665027" cy="353258"/>
                <a:chOff x="1845763" y="2094667"/>
                <a:chExt cx="665027" cy="353258"/>
              </a:xfrm>
            </p:grpSpPr>
            <p:grpSp>
              <p:nvGrpSpPr>
                <p:cNvPr id="482" name="Gruppieren 481">
                  <a:extLst>
                    <a:ext uri="{FF2B5EF4-FFF2-40B4-BE49-F238E27FC236}">
                      <a16:creationId xmlns:a16="http://schemas.microsoft.com/office/drawing/2014/main" id="{7F59ABC9-F88E-5FAA-14C8-E9C84319B520}"/>
                    </a:ext>
                  </a:extLst>
                </p:cNvPr>
                <p:cNvGrpSpPr/>
                <p:nvPr/>
              </p:nvGrpSpPr>
              <p:grpSpPr>
                <a:xfrm>
                  <a:off x="2194283" y="2094667"/>
                  <a:ext cx="316507" cy="353258"/>
                  <a:chOff x="1740480" y="2012117"/>
                  <a:chExt cx="316507" cy="353258"/>
                </a:xfrm>
              </p:grpSpPr>
              <p:sp>
                <p:nvSpPr>
                  <p:cNvPr id="456" name="Rechteck 455">
                    <a:extLst>
                      <a:ext uri="{FF2B5EF4-FFF2-40B4-BE49-F238E27FC236}">
                        <a16:creationId xmlns:a16="http://schemas.microsoft.com/office/drawing/2014/main" id="{0B5384FA-F104-13EA-6A8A-580480F8FC67}"/>
                      </a:ext>
                    </a:extLst>
                  </p:cNvPr>
                  <p:cNvSpPr/>
                  <p:nvPr/>
                </p:nvSpPr>
                <p:spPr>
                  <a:xfrm>
                    <a:off x="1740480" y="2012117"/>
                    <a:ext cx="270788" cy="353258"/>
                  </a:xfrm>
                  <a:prstGeom prst="rect">
                    <a:avLst/>
                  </a:prstGeom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479" name="Rechteck 478">
                    <a:extLst>
                      <a:ext uri="{FF2B5EF4-FFF2-40B4-BE49-F238E27FC236}">
                        <a16:creationId xmlns:a16="http://schemas.microsoft.com/office/drawing/2014/main" id="{AE40D641-68C4-5451-AEE6-D9A51B337ED3}"/>
                      </a:ext>
                    </a:extLst>
                  </p:cNvPr>
                  <p:cNvSpPr/>
                  <p:nvPr/>
                </p:nvSpPr>
                <p:spPr>
                  <a:xfrm>
                    <a:off x="2011268" y="2012117"/>
                    <a:ext cx="45719" cy="80208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480" name="Rechteck 479">
                    <a:extLst>
                      <a:ext uri="{FF2B5EF4-FFF2-40B4-BE49-F238E27FC236}">
                        <a16:creationId xmlns:a16="http://schemas.microsoft.com/office/drawing/2014/main" id="{C64C90FD-1409-1B9A-48AB-3BF3C292C17D}"/>
                      </a:ext>
                    </a:extLst>
                  </p:cNvPr>
                  <p:cNvSpPr/>
                  <p:nvPr/>
                </p:nvSpPr>
                <p:spPr>
                  <a:xfrm>
                    <a:off x="2011267" y="2148642"/>
                    <a:ext cx="45719" cy="80208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481" name="Rechteck 480">
                    <a:extLst>
                      <a:ext uri="{FF2B5EF4-FFF2-40B4-BE49-F238E27FC236}">
                        <a16:creationId xmlns:a16="http://schemas.microsoft.com/office/drawing/2014/main" id="{FD8FBEA9-0F38-670F-5D5E-1A06195A565F}"/>
                      </a:ext>
                    </a:extLst>
                  </p:cNvPr>
                  <p:cNvSpPr/>
                  <p:nvPr/>
                </p:nvSpPr>
                <p:spPr>
                  <a:xfrm>
                    <a:off x="2011267" y="2285167"/>
                    <a:ext cx="45719" cy="80208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</p:grpSp>
            <p:cxnSp>
              <p:nvCxnSpPr>
                <p:cNvPr id="491" name="Gerader Verbinder 490">
                  <a:extLst>
                    <a:ext uri="{FF2B5EF4-FFF2-40B4-BE49-F238E27FC236}">
                      <a16:creationId xmlns:a16="http://schemas.microsoft.com/office/drawing/2014/main" id="{DB692A0B-1877-03FF-1112-626B013C5A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132845" y="2203033"/>
                  <a:ext cx="57891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4" name="Gerader Verbinder 493">
                  <a:extLst>
                    <a:ext uri="{FF2B5EF4-FFF2-40B4-BE49-F238E27FC236}">
                      <a16:creationId xmlns:a16="http://schemas.microsoft.com/office/drawing/2014/main" id="{AB190880-67D2-E56F-F665-CFE5ED1CC6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78471" y="2203033"/>
                  <a:ext cx="50827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7" name="Gerader Verbinder 496">
                  <a:extLst>
                    <a:ext uri="{FF2B5EF4-FFF2-40B4-BE49-F238E27FC236}">
                      <a16:creationId xmlns:a16="http://schemas.microsoft.com/office/drawing/2014/main" id="{5EBC00A7-8DAA-C824-5C68-AF6EB257C8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024113" y="2203033"/>
                  <a:ext cx="57891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8" name="Gerader Verbinder 497">
                  <a:extLst>
                    <a:ext uri="{FF2B5EF4-FFF2-40B4-BE49-F238E27FC236}">
                      <a16:creationId xmlns:a16="http://schemas.microsoft.com/office/drawing/2014/main" id="{68792B84-7AC1-A80C-CA4B-06C23B503E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969739" y="2203033"/>
                  <a:ext cx="50827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9" name="Gerader Verbinder 498">
                  <a:extLst>
                    <a:ext uri="{FF2B5EF4-FFF2-40B4-BE49-F238E27FC236}">
                      <a16:creationId xmlns:a16="http://schemas.microsoft.com/office/drawing/2014/main" id="{34EA2661-B924-1586-E9A7-6B0AC9A7E4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906366" y="2203033"/>
                  <a:ext cx="57891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0" name="Gerader Verbinder 499">
                  <a:extLst>
                    <a:ext uri="{FF2B5EF4-FFF2-40B4-BE49-F238E27FC236}">
                      <a16:creationId xmlns:a16="http://schemas.microsoft.com/office/drawing/2014/main" id="{2EB71C10-0CF7-D255-65E9-AF18343E76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51992" y="2203033"/>
                  <a:ext cx="50827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1" name="Gerader Verbinder 500">
                  <a:extLst>
                    <a:ext uri="{FF2B5EF4-FFF2-40B4-BE49-F238E27FC236}">
                      <a16:creationId xmlns:a16="http://schemas.microsoft.com/office/drawing/2014/main" id="{5B6A9175-C755-DF52-83C3-77963A7031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45763" y="2203033"/>
                  <a:ext cx="0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04" name="Gruppieren 503">
                <a:extLst>
                  <a:ext uri="{FF2B5EF4-FFF2-40B4-BE49-F238E27FC236}">
                    <a16:creationId xmlns:a16="http://schemas.microsoft.com/office/drawing/2014/main" id="{F15B180A-AD20-DEA8-D41E-31D0D6678479}"/>
                  </a:ext>
                </a:extLst>
              </p:cNvPr>
              <p:cNvGrpSpPr/>
              <p:nvPr/>
            </p:nvGrpSpPr>
            <p:grpSpPr>
              <a:xfrm rot="10800000">
                <a:off x="2680861" y="2094667"/>
                <a:ext cx="665027" cy="353258"/>
                <a:chOff x="1845763" y="2094667"/>
                <a:chExt cx="665027" cy="353258"/>
              </a:xfrm>
            </p:grpSpPr>
            <p:grpSp>
              <p:nvGrpSpPr>
                <p:cNvPr id="505" name="Gruppieren 504">
                  <a:extLst>
                    <a:ext uri="{FF2B5EF4-FFF2-40B4-BE49-F238E27FC236}">
                      <a16:creationId xmlns:a16="http://schemas.microsoft.com/office/drawing/2014/main" id="{5D7F3C8E-E10F-2B0B-B5DF-11E28B7D0F74}"/>
                    </a:ext>
                  </a:extLst>
                </p:cNvPr>
                <p:cNvGrpSpPr/>
                <p:nvPr/>
              </p:nvGrpSpPr>
              <p:grpSpPr>
                <a:xfrm>
                  <a:off x="2194283" y="2094667"/>
                  <a:ext cx="316507" cy="353258"/>
                  <a:chOff x="1740480" y="2012117"/>
                  <a:chExt cx="316507" cy="353258"/>
                </a:xfrm>
              </p:grpSpPr>
              <p:sp>
                <p:nvSpPr>
                  <p:cNvPr id="194" name="Rechteck 193">
                    <a:extLst>
                      <a:ext uri="{FF2B5EF4-FFF2-40B4-BE49-F238E27FC236}">
                        <a16:creationId xmlns:a16="http://schemas.microsoft.com/office/drawing/2014/main" id="{0A7A7869-7249-6E3E-7502-DEF369EEE319}"/>
                      </a:ext>
                    </a:extLst>
                  </p:cNvPr>
                  <p:cNvSpPr/>
                  <p:nvPr/>
                </p:nvSpPr>
                <p:spPr>
                  <a:xfrm>
                    <a:off x="1740480" y="2012117"/>
                    <a:ext cx="270788" cy="353258"/>
                  </a:xfrm>
                  <a:prstGeom prst="rect">
                    <a:avLst/>
                  </a:prstGeom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196" name="Rechteck 195">
                    <a:extLst>
                      <a:ext uri="{FF2B5EF4-FFF2-40B4-BE49-F238E27FC236}">
                        <a16:creationId xmlns:a16="http://schemas.microsoft.com/office/drawing/2014/main" id="{BF553B8A-7718-DA7A-20F4-E1D725767BA3}"/>
                      </a:ext>
                    </a:extLst>
                  </p:cNvPr>
                  <p:cNvSpPr/>
                  <p:nvPr/>
                </p:nvSpPr>
                <p:spPr>
                  <a:xfrm>
                    <a:off x="2011268" y="2012117"/>
                    <a:ext cx="45719" cy="80208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197" name="Rechteck 196">
                    <a:extLst>
                      <a:ext uri="{FF2B5EF4-FFF2-40B4-BE49-F238E27FC236}">
                        <a16:creationId xmlns:a16="http://schemas.microsoft.com/office/drawing/2014/main" id="{D10A906F-AE89-1387-2B0E-617995C67A76}"/>
                      </a:ext>
                    </a:extLst>
                  </p:cNvPr>
                  <p:cNvSpPr/>
                  <p:nvPr/>
                </p:nvSpPr>
                <p:spPr>
                  <a:xfrm>
                    <a:off x="2011267" y="2148642"/>
                    <a:ext cx="45719" cy="80208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198" name="Rechteck 197">
                    <a:extLst>
                      <a:ext uri="{FF2B5EF4-FFF2-40B4-BE49-F238E27FC236}">
                        <a16:creationId xmlns:a16="http://schemas.microsoft.com/office/drawing/2014/main" id="{D43C6463-6C20-314C-6174-51DD20FB180F}"/>
                      </a:ext>
                    </a:extLst>
                  </p:cNvPr>
                  <p:cNvSpPr/>
                  <p:nvPr/>
                </p:nvSpPr>
                <p:spPr>
                  <a:xfrm>
                    <a:off x="2011267" y="2285167"/>
                    <a:ext cx="45719" cy="80208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</p:grpSp>
            <p:cxnSp>
              <p:nvCxnSpPr>
                <p:cNvPr id="506" name="Gerader Verbinder 505">
                  <a:extLst>
                    <a:ext uri="{FF2B5EF4-FFF2-40B4-BE49-F238E27FC236}">
                      <a16:creationId xmlns:a16="http://schemas.microsoft.com/office/drawing/2014/main" id="{D79181EA-E199-6B98-8A96-81DFF18E0D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132845" y="2203033"/>
                  <a:ext cx="57891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7" name="Gerader Verbinder 506">
                  <a:extLst>
                    <a:ext uri="{FF2B5EF4-FFF2-40B4-BE49-F238E27FC236}">
                      <a16:creationId xmlns:a16="http://schemas.microsoft.com/office/drawing/2014/main" id="{76C37746-AC4D-C1AB-054C-7AC2B9375C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78471" y="2203033"/>
                  <a:ext cx="50827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8" name="Gerader Verbinder 507">
                  <a:extLst>
                    <a:ext uri="{FF2B5EF4-FFF2-40B4-BE49-F238E27FC236}">
                      <a16:creationId xmlns:a16="http://schemas.microsoft.com/office/drawing/2014/main" id="{3AD75424-1E3C-FAC8-FE2A-DE09ECB410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024113" y="2203033"/>
                  <a:ext cx="57891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9" name="Gerader Verbinder 508">
                  <a:extLst>
                    <a:ext uri="{FF2B5EF4-FFF2-40B4-BE49-F238E27FC236}">
                      <a16:creationId xmlns:a16="http://schemas.microsoft.com/office/drawing/2014/main" id="{93B78CA9-FF94-607E-5FB8-1AF2C6F47C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969739" y="2203033"/>
                  <a:ext cx="50827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0" name="Gerader Verbinder 509">
                  <a:extLst>
                    <a:ext uri="{FF2B5EF4-FFF2-40B4-BE49-F238E27FC236}">
                      <a16:creationId xmlns:a16="http://schemas.microsoft.com/office/drawing/2014/main" id="{3F3943B0-4A5E-7F02-C9F0-52006737DC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906366" y="2203033"/>
                  <a:ext cx="57891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1" name="Gerader Verbinder 510">
                  <a:extLst>
                    <a:ext uri="{FF2B5EF4-FFF2-40B4-BE49-F238E27FC236}">
                      <a16:creationId xmlns:a16="http://schemas.microsoft.com/office/drawing/2014/main" id="{2EEDCCDA-2FAC-D452-D57E-9218DB71BB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51992" y="2203033"/>
                  <a:ext cx="50827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Gerader Verbinder 192">
                  <a:extLst>
                    <a:ext uri="{FF2B5EF4-FFF2-40B4-BE49-F238E27FC236}">
                      <a16:creationId xmlns:a16="http://schemas.microsoft.com/office/drawing/2014/main" id="{C127CD3A-E1AC-5F95-0E30-77AF8F6C99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45763" y="2203033"/>
                  <a:ext cx="0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9" name="Gruppieren 198">
                <a:extLst>
                  <a:ext uri="{FF2B5EF4-FFF2-40B4-BE49-F238E27FC236}">
                    <a16:creationId xmlns:a16="http://schemas.microsoft.com/office/drawing/2014/main" id="{3119447E-9D4C-3080-E4DD-92D11AB54742}"/>
                  </a:ext>
                </a:extLst>
              </p:cNvPr>
              <p:cNvGrpSpPr/>
              <p:nvPr/>
            </p:nvGrpSpPr>
            <p:grpSpPr>
              <a:xfrm>
                <a:off x="1839439" y="3835388"/>
                <a:ext cx="665026" cy="138770"/>
                <a:chOff x="1845763" y="2203033"/>
                <a:chExt cx="665026" cy="138770"/>
              </a:xfrm>
            </p:grpSpPr>
            <p:grpSp>
              <p:nvGrpSpPr>
                <p:cNvPr id="200" name="Gruppieren 199">
                  <a:extLst>
                    <a:ext uri="{FF2B5EF4-FFF2-40B4-BE49-F238E27FC236}">
                      <a16:creationId xmlns:a16="http://schemas.microsoft.com/office/drawing/2014/main" id="{855CF71D-7E3C-1994-94B3-626184DCA678}"/>
                    </a:ext>
                  </a:extLst>
                </p:cNvPr>
                <p:cNvGrpSpPr/>
                <p:nvPr/>
              </p:nvGrpSpPr>
              <p:grpSpPr>
                <a:xfrm>
                  <a:off x="2194283" y="2203033"/>
                  <a:ext cx="316506" cy="138770"/>
                  <a:chOff x="1740480" y="2120483"/>
                  <a:chExt cx="316506" cy="138770"/>
                </a:xfrm>
              </p:grpSpPr>
              <p:sp>
                <p:nvSpPr>
                  <p:cNvPr id="208" name="Rechteck 207">
                    <a:extLst>
                      <a:ext uri="{FF2B5EF4-FFF2-40B4-BE49-F238E27FC236}">
                        <a16:creationId xmlns:a16="http://schemas.microsoft.com/office/drawing/2014/main" id="{D4E76153-0BE9-1D1E-D4FF-5CF6363591EF}"/>
                      </a:ext>
                    </a:extLst>
                  </p:cNvPr>
                  <p:cNvSpPr/>
                  <p:nvPr/>
                </p:nvSpPr>
                <p:spPr>
                  <a:xfrm>
                    <a:off x="1740480" y="2120483"/>
                    <a:ext cx="270788" cy="136525"/>
                  </a:xfrm>
                  <a:prstGeom prst="rect">
                    <a:avLst/>
                  </a:prstGeom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211" name="Rechteck 210">
                    <a:extLst>
                      <a:ext uri="{FF2B5EF4-FFF2-40B4-BE49-F238E27FC236}">
                        <a16:creationId xmlns:a16="http://schemas.microsoft.com/office/drawing/2014/main" id="{B702EDB8-68EE-ECA9-A621-DA869012BB6F}"/>
                      </a:ext>
                    </a:extLst>
                  </p:cNvPr>
                  <p:cNvSpPr/>
                  <p:nvPr/>
                </p:nvSpPr>
                <p:spPr>
                  <a:xfrm>
                    <a:off x="2011267" y="2122453"/>
                    <a:ext cx="45719" cy="1368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</p:grpSp>
            <p:cxnSp>
              <p:nvCxnSpPr>
                <p:cNvPr id="201" name="Gerader Verbinder 200">
                  <a:extLst>
                    <a:ext uri="{FF2B5EF4-FFF2-40B4-BE49-F238E27FC236}">
                      <a16:creationId xmlns:a16="http://schemas.microsoft.com/office/drawing/2014/main" id="{A5866369-DD8A-C970-55D9-6A66E50D46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132845" y="2203033"/>
                  <a:ext cx="57891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Gerader Verbinder 201">
                  <a:extLst>
                    <a:ext uri="{FF2B5EF4-FFF2-40B4-BE49-F238E27FC236}">
                      <a16:creationId xmlns:a16="http://schemas.microsoft.com/office/drawing/2014/main" id="{9032665D-B443-52DE-3EB9-FC1EEA71AC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78471" y="2203033"/>
                  <a:ext cx="50827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3" name="Gerader Verbinder 202">
                  <a:extLst>
                    <a:ext uri="{FF2B5EF4-FFF2-40B4-BE49-F238E27FC236}">
                      <a16:creationId xmlns:a16="http://schemas.microsoft.com/office/drawing/2014/main" id="{4C898960-CC27-108F-8C94-A6C23C3A03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024113" y="2203033"/>
                  <a:ext cx="57891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Gerader Verbinder 203">
                  <a:extLst>
                    <a:ext uri="{FF2B5EF4-FFF2-40B4-BE49-F238E27FC236}">
                      <a16:creationId xmlns:a16="http://schemas.microsoft.com/office/drawing/2014/main" id="{55098760-2BA1-00E0-E4CD-026EC3F48B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969739" y="2203033"/>
                  <a:ext cx="50827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Gerader Verbinder 204">
                  <a:extLst>
                    <a:ext uri="{FF2B5EF4-FFF2-40B4-BE49-F238E27FC236}">
                      <a16:creationId xmlns:a16="http://schemas.microsoft.com/office/drawing/2014/main" id="{525A48F4-D2CD-E48E-8E0F-F6EE380454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906366" y="2203033"/>
                  <a:ext cx="57891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Gerader Verbinder 205">
                  <a:extLst>
                    <a:ext uri="{FF2B5EF4-FFF2-40B4-BE49-F238E27FC236}">
                      <a16:creationId xmlns:a16="http://schemas.microsoft.com/office/drawing/2014/main" id="{65664E6E-160E-61C6-9105-BDB6AC4F52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51992" y="2203033"/>
                  <a:ext cx="50827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Gerader Verbinder 206">
                  <a:extLst>
                    <a:ext uri="{FF2B5EF4-FFF2-40B4-BE49-F238E27FC236}">
                      <a16:creationId xmlns:a16="http://schemas.microsoft.com/office/drawing/2014/main" id="{5FD9DFEC-194E-8FD7-B7AC-D055C2AB55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45763" y="2203033"/>
                  <a:ext cx="0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2" name="Gruppieren 211">
                <a:extLst>
                  <a:ext uri="{FF2B5EF4-FFF2-40B4-BE49-F238E27FC236}">
                    <a16:creationId xmlns:a16="http://schemas.microsoft.com/office/drawing/2014/main" id="{06DDC351-330E-8150-2455-145AAF253525}"/>
                  </a:ext>
                </a:extLst>
              </p:cNvPr>
              <p:cNvGrpSpPr/>
              <p:nvPr/>
            </p:nvGrpSpPr>
            <p:grpSpPr>
              <a:xfrm rot="10800000">
                <a:off x="2682861" y="3832225"/>
                <a:ext cx="665026" cy="138770"/>
                <a:chOff x="1845763" y="2203033"/>
                <a:chExt cx="665026" cy="138770"/>
              </a:xfrm>
            </p:grpSpPr>
            <p:grpSp>
              <p:nvGrpSpPr>
                <p:cNvPr id="213" name="Gruppieren 212">
                  <a:extLst>
                    <a:ext uri="{FF2B5EF4-FFF2-40B4-BE49-F238E27FC236}">
                      <a16:creationId xmlns:a16="http://schemas.microsoft.com/office/drawing/2014/main" id="{A0586B8F-0F8A-524C-C088-9D450030AAC5}"/>
                    </a:ext>
                  </a:extLst>
                </p:cNvPr>
                <p:cNvGrpSpPr/>
                <p:nvPr/>
              </p:nvGrpSpPr>
              <p:grpSpPr>
                <a:xfrm>
                  <a:off x="2194283" y="2203033"/>
                  <a:ext cx="316506" cy="138770"/>
                  <a:chOff x="1740480" y="2120483"/>
                  <a:chExt cx="316506" cy="138770"/>
                </a:xfrm>
              </p:grpSpPr>
              <p:sp>
                <p:nvSpPr>
                  <p:cNvPr id="221" name="Rechteck 220">
                    <a:extLst>
                      <a:ext uri="{FF2B5EF4-FFF2-40B4-BE49-F238E27FC236}">
                        <a16:creationId xmlns:a16="http://schemas.microsoft.com/office/drawing/2014/main" id="{E7DFCB3B-3483-9B33-3F8B-DA2EBD0E7506}"/>
                      </a:ext>
                    </a:extLst>
                  </p:cNvPr>
                  <p:cNvSpPr/>
                  <p:nvPr/>
                </p:nvSpPr>
                <p:spPr>
                  <a:xfrm>
                    <a:off x="1740480" y="2120483"/>
                    <a:ext cx="270788" cy="136525"/>
                  </a:xfrm>
                  <a:prstGeom prst="rect">
                    <a:avLst/>
                  </a:prstGeom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222" name="Rechteck 221">
                    <a:extLst>
                      <a:ext uri="{FF2B5EF4-FFF2-40B4-BE49-F238E27FC236}">
                        <a16:creationId xmlns:a16="http://schemas.microsoft.com/office/drawing/2014/main" id="{1E13CC59-D38C-4C14-2830-ADE4E1C383FF}"/>
                      </a:ext>
                    </a:extLst>
                  </p:cNvPr>
                  <p:cNvSpPr/>
                  <p:nvPr/>
                </p:nvSpPr>
                <p:spPr>
                  <a:xfrm>
                    <a:off x="2011267" y="2122453"/>
                    <a:ext cx="45719" cy="1368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</p:grpSp>
            <p:cxnSp>
              <p:nvCxnSpPr>
                <p:cNvPr id="214" name="Gerader Verbinder 213">
                  <a:extLst>
                    <a:ext uri="{FF2B5EF4-FFF2-40B4-BE49-F238E27FC236}">
                      <a16:creationId xmlns:a16="http://schemas.microsoft.com/office/drawing/2014/main" id="{6FEC2D03-6468-C0F4-C87A-2176D90201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132845" y="2203033"/>
                  <a:ext cx="57891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5" name="Gerader Verbinder 214">
                  <a:extLst>
                    <a:ext uri="{FF2B5EF4-FFF2-40B4-BE49-F238E27FC236}">
                      <a16:creationId xmlns:a16="http://schemas.microsoft.com/office/drawing/2014/main" id="{6509FEA4-C7BE-4283-01DD-518CE0B8C5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78471" y="2203033"/>
                  <a:ext cx="50827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Gerader Verbinder 215">
                  <a:extLst>
                    <a:ext uri="{FF2B5EF4-FFF2-40B4-BE49-F238E27FC236}">
                      <a16:creationId xmlns:a16="http://schemas.microsoft.com/office/drawing/2014/main" id="{C9C30195-E515-FBFD-EE95-E44B31C038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024113" y="2203033"/>
                  <a:ext cx="57891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" name="Gerader Verbinder 216">
                  <a:extLst>
                    <a:ext uri="{FF2B5EF4-FFF2-40B4-BE49-F238E27FC236}">
                      <a16:creationId xmlns:a16="http://schemas.microsoft.com/office/drawing/2014/main" id="{98DB5BD9-6A31-C6ED-799A-9E03D5A290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969739" y="2203033"/>
                  <a:ext cx="50827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Gerader Verbinder 217">
                  <a:extLst>
                    <a:ext uri="{FF2B5EF4-FFF2-40B4-BE49-F238E27FC236}">
                      <a16:creationId xmlns:a16="http://schemas.microsoft.com/office/drawing/2014/main" id="{D54DB57E-4D75-02AC-B40E-28DF22893B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906366" y="2203033"/>
                  <a:ext cx="57891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" name="Gerader Verbinder 218">
                  <a:extLst>
                    <a:ext uri="{FF2B5EF4-FFF2-40B4-BE49-F238E27FC236}">
                      <a16:creationId xmlns:a16="http://schemas.microsoft.com/office/drawing/2014/main" id="{0A62AEF6-3F9C-8B44-A3DE-70218C6D2B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51992" y="2203033"/>
                  <a:ext cx="50827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Gerader Verbinder 219">
                  <a:extLst>
                    <a:ext uri="{FF2B5EF4-FFF2-40B4-BE49-F238E27FC236}">
                      <a16:creationId xmlns:a16="http://schemas.microsoft.com/office/drawing/2014/main" id="{8B55D0E6-FE66-32C4-1503-7943F8FB0E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45763" y="2203033"/>
                  <a:ext cx="0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10" name="Gruppieren 409">
              <a:extLst>
                <a:ext uri="{FF2B5EF4-FFF2-40B4-BE49-F238E27FC236}">
                  <a16:creationId xmlns:a16="http://schemas.microsoft.com/office/drawing/2014/main" id="{CFA3FBD6-85F7-03E9-1621-84249869B5E0}"/>
                </a:ext>
              </a:extLst>
            </p:cNvPr>
            <p:cNvGrpSpPr/>
            <p:nvPr/>
          </p:nvGrpSpPr>
          <p:grpSpPr>
            <a:xfrm>
              <a:off x="4192296" y="1627942"/>
              <a:ext cx="1733550" cy="3840410"/>
              <a:chOff x="1724025" y="1627942"/>
              <a:chExt cx="1733550" cy="3840410"/>
            </a:xfrm>
          </p:grpSpPr>
          <p:sp>
            <p:nvSpPr>
              <p:cNvPr id="411" name="Rechteck 410">
                <a:extLst>
                  <a:ext uri="{FF2B5EF4-FFF2-40B4-BE49-F238E27FC236}">
                    <a16:creationId xmlns:a16="http://schemas.microsoft.com/office/drawing/2014/main" id="{8CE91B06-ED5F-FEF0-0952-B214A2D3A530}"/>
                  </a:ext>
                </a:extLst>
              </p:cNvPr>
              <p:cNvSpPr/>
              <p:nvPr/>
            </p:nvSpPr>
            <p:spPr>
              <a:xfrm>
                <a:off x="1724025" y="2094667"/>
                <a:ext cx="1733550" cy="212014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412" name="Gruppieren 411">
                <a:extLst>
                  <a:ext uri="{FF2B5EF4-FFF2-40B4-BE49-F238E27FC236}">
                    <a16:creationId xmlns:a16="http://schemas.microsoft.com/office/drawing/2014/main" id="{87A11504-ED23-6113-74F0-835249CB7018}"/>
                  </a:ext>
                </a:extLst>
              </p:cNvPr>
              <p:cNvGrpSpPr/>
              <p:nvPr/>
            </p:nvGrpSpPr>
            <p:grpSpPr>
              <a:xfrm>
                <a:off x="2510790" y="1627942"/>
                <a:ext cx="170071" cy="3840410"/>
                <a:chOff x="9057640" y="1671638"/>
                <a:chExt cx="170071" cy="3840410"/>
              </a:xfrm>
            </p:grpSpPr>
            <p:sp>
              <p:nvSpPr>
                <p:cNvPr id="528" name="Rechteck 527">
                  <a:extLst>
                    <a:ext uri="{FF2B5EF4-FFF2-40B4-BE49-F238E27FC236}">
                      <a16:creationId xmlns:a16="http://schemas.microsoft.com/office/drawing/2014/main" id="{44BC944A-D65C-C6FB-6946-8677DBF672C9}"/>
                    </a:ext>
                  </a:extLst>
                </p:cNvPr>
                <p:cNvSpPr/>
                <p:nvPr/>
              </p:nvSpPr>
              <p:spPr>
                <a:xfrm>
                  <a:off x="9106957" y="1671638"/>
                  <a:ext cx="71437" cy="285892"/>
                </a:xfrm>
                <a:prstGeom prst="rect">
                  <a:avLst/>
                </a:prstGeom>
                <a:solidFill>
                  <a:srgbClr val="FF9900"/>
                </a:solidFill>
              </p:spPr>
              <p:style>
                <a:lnRef idx="1">
                  <a:schemeClr val="dk1"/>
                </a:lnRef>
                <a:fillRef idx="3">
                  <a:schemeClr val="dk1"/>
                </a:fillRef>
                <a:effectRef idx="2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529" name="Rechteck 528">
                  <a:extLst>
                    <a:ext uri="{FF2B5EF4-FFF2-40B4-BE49-F238E27FC236}">
                      <a16:creationId xmlns:a16="http://schemas.microsoft.com/office/drawing/2014/main" id="{16A4683D-BABC-4316-4E42-E8A9D1061A13}"/>
                    </a:ext>
                  </a:extLst>
                </p:cNvPr>
                <p:cNvSpPr/>
                <p:nvPr/>
              </p:nvSpPr>
              <p:spPr>
                <a:xfrm>
                  <a:off x="9057640" y="1957529"/>
                  <a:ext cx="170071" cy="3554519"/>
                </a:xfrm>
                <a:prstGeom prst="rect">
                  <a:avLst/>
                </a:prstGeom>
                <a:solidFill>
                  <a:srgbClr val="FF9966"/>
                </a:solidFill>
              </p:spPr>
              <p:style>
                <a:lnRef idx="1">
                  <a:schemeClr val="dk1"/>
                </a:lnRef>
                <a:fillRef idx="3">
                  <a:schemeClr val="dk1"/>
                </a:fillRef>
                <a:effectRef idx="2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grpSp>
            <p:nvGrpSpPr>
              <p:cNvPr id="413" name="Gruppieren 412">
                <a:extLst>
                  <a:ext uri="{FF2B5EF4-FFF2-40B4-BE49-F238E27FC236}">
                    <a16:creationId xmlns:a16="http://schemas.microsoft.com/office/drawing/2014/main" id="{715D94D6-EFBB-26A0-D576-2DDB1FA91C71}"/>
                  </a:ext>
                </a:extLst>
              </p:cNvPr>
              <p:cNvGrpSpPr/>
              <p:nvPr/>
            </p:nvGrpSpPr>
            <p:grpSpPr>
              <a:xfrm>
                <a:off x="1845763" y="2094667"/>
                <a:ext cx="665027" cy="353258"/>
                <a:chOff x="1845763" y="2094667"/>
                <a:chExt cx="665027" cy="353258"/>
              </a:xfrm>
            </p:grpSpPr>
            <p:grpSp>
              <p:nvGrpSpPr>
                <p:cNvPr id="516" name="Gruppieren 515">
                  <a:extLst>
                    <a:ext uri="{FF2B5EF4-FFF2-40B4-BE49-F238E27FC236}">
                      <a16:creationId xmlns:a16="http://schemas.microsoft.com/office/drawing/2014/main" id="{1308E511-A417-BCFD-DE2C-A17B688537D9}"/>
                    </a:ext>
                  </a:extLst>
                </p:cNvPr>
                <p:cNvGrpSpPr/>
                <p:nvPr/>
              </p:nvGrpSpPr>
              <p:grpSpPr>
                <a:xfrm>
                  <a:off x="2194283" y="2094667"/>
                  <a:ext cx="316507" cy="353258"/>
                  <a:chOff x="1740480" y="2012117"/>
                  <a:chExt cx="316507" cy="353258"/>
                </a:xfrm>
              </p:grpSpPr>
              <p:sp>
                <p:nvSpPr>
                  <p:cNvPr id="524" name="Rechteck 523">
                    <a:extLst>
                      <a:ext uri="{FF2B5EF4-FFF2-40B4-BE49-F238E27FC236}">
                        <a16:creationId xmlns:a16="http://schemas.microsoft.com/office/drawing/2014/main" id="{47DBDAB7-3506-0ABA-2195-4F71D467C277}"/>
                      </a:ext>
                    </a:extLst>
                  </p:cNvPr>
                  <p:cNvSpPr/>
                  <p:nvPr/>
                </p:nvSpPr>
                <p:spPr>
                  <a:xfrm>
                    <a:off x="1740480" y="2012117"/>
                    <a:ext cx="270788" cy="353258"/>
                  </a:xfrm>
                  <a:prstGeom prst="rect">
                    <a:avLst/>
                  </a:prstGeom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525" name="Rechteck 524">
                    <a:extLst>
                      <a:ext uri="{FF2B5EF4-FFF2-40B4-BE49-F238E27FC236}">
                        <a16:creationId xmlns:a16="http://schemas.microsoft.com/office/drawing/2014/main" id="{DCC344C2-56C2-2381-DAEA-306C14F253FC}"/>
                      </a:ext>
                    </a:extLst>
                  </p:cNvPr>
                  <p:cNvSpPr/>
                  <p:nvPr/>
                </p:nvSpPr>
                <p:spPr>
                  <a:xfrm>
                    <a:off x="2011268" y="2012117"/>
                    <a:ext cx="45719" cy="80208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526" name="Rechteck 525">
                    <a:extLst>
                      <a:ext uri="{FF2B5EF4-FFF2-40B4-BE49-F238E27FC236}">
                        <a16:creationId xmlns:a16="http://schemas.microsoft.com/office/drawing/2014/main" id="{C6F6A704-5121-6736-9A85-6D20F5908449}"/>
                      </a:ext>
                    </a:extLst>
                  </p:cNvPr>
                  <p:cNvSpPr/>
                  <p:nvPr/>
                </p:nvSpPr>
                <p:spPr>
                  <a:xfrm>
                    <a:off x="2011267" y="2148642"/>
                    <a:ext cx="45719" cy="80208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527" name="Rechteck 526">
                    <a:extLst>
                      <a:ext uri="{FF2B5EF4-FFF2-40B4-BE49-F238E27FC236}">
                        <a16:creationId xmlns:a16="http://schemas.microsoft.com/office/drawing/2014/main" id="{5DA3B63C-D31D-D83B-1069-CD54390ACA9B}"/>
                      </a:ext>
                    </a:extLst>
                  </p:cNvPr>
                  <p:cNvSpPr/>
                  <p:nvPr/>
                </p:nvSpPr>
                <p:spPr>
                  <a:xfrm>
                    <a:off x="2011267" y="2285167"/>
                    <a:ext cx="45719" cy="80208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</p:grpSp>
            <p:cxnSp>
              <p:nvCxnSpPr>
                <p:cNvPr id="517" name="Gerader Verbinder 516">
                  <a:extLst>
                    <a:ext uri="{FF2B5EF4-FFF2-40B4-BE49-F238E27FC236}">
                      <a16:creationId xmlns:a16="http://schemas.microsoft.com/office/drawing/2014/main" id="{2D19CF9B-CB27-6E36-6B6A-6D7F86F2CF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132845" y="2203033"/>
                  <a:ext cx="57891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8" name="Gerader Verbinder 517">
                  <a:extLst>
                    <a:ext uri="{FF2B5EF4-FFF2-40B4-BE49-F238E27FC236}">
                      <a16:creationId xmlns:a16="http://schemas.microsoft.com/office/drawing/2014/main" id="{20C4A887-E570-8260-8E24-835D03A341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78471" y="2203033"/>
                  <a:ext cx="50827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9" name="Gerader Verbinder 518">
                  <a:extLst>
                    <a:ext uri="{FF2B5EF4-FFF2-40B4-BE49-F238E27FC236}">
                      <a16:creationId xmlns:a16="http://schemas.microsoft.com/office/drawing/2014/main" id="{E1008D47-D3D6-D396-64BC-CA3C6F35FF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024113" y="2203033"/>
                  <a:ext cx="57891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0" name="Gerader Verbinder 519">
                  <a:extLst>
                    <a:ext uri="{FF2B5EF4-FFF2-40B4-BE49-F238E27FC236}">
                      <a16:creationId xmlns:a16="http://schemas.microsoft.com/office/drawing/2014/main" id="{27F5DA18-E27E-DE0E-7673-31DBB9DF97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969739" y="2203033"/>
                  <a:ext cx="50827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1" name="Gerader Verbinder 520">
                  <a:extLst>
                    <a:ext uri="{FF2B5EF4-FFF2-40B4-BE49-F238E27FC236}">
                      <a16:creationId xmlns:a16="http://schemas.microsoft.com/office/drawing/2014/main" id="{745971AB-233C-1646-8B38-93CB66C4BF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906366" y="2203033"/>
                  <a:ext cx="57891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2" name="Gerader Verbinder 521">
                  <a:extLst>
                    <a:ext uri="{FF2B5EF4-FFF2-40B4-BE49-F238E27FC236}">
                      <a16:creationId xmlns:a16="http://schemas.microsoft.com/office/drawing/2014/main" id="{B9E99043-BA58-B855-433F-B2B4D89FF1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51992" y="2203033"/>
                  <a:ext cx="50827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3" name="Gerader Verbinder 522">
                  <a:extLst>
                    <a:ext uri="{FF2B5EF4-FFF2-40B4-BE49-F238E27FC236}">
                      <a16:creationId xmlns:a16="http://schemas.microsoft.com/office/drawing/2014/main" id="{C19CB318-5925-BB4E-832F-5CDA47F806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45763" y="2203033"/>
                  <a:ext cx="0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4" name="Gruppieren 413">
                <a:extLst>
                  <a:ext uri="{FF2B5EF4-FFF2-40B4-BE49-F238E27FC236}">
                    <a16:creationId xmlns:a16="http://schemas.microsoft.com/office/drawing/2014/main" id="{5553B781-F7E3-5418-7BDF-91D3B8791FB8}"/>
                  </a:ext>
                </a:extLst>
              </p:cNvPr>
              <p:cNvGrpSpPr/>
              <p:nvPr/>
            </p:nvGrpSpPr>
            <p:grpSpPr>
              <a:xfrm rot="10800000">
                <a:off x="2680861" y="2094667"/>
                <a:ext cx="665027" cy="353258"/>
                <a:chOff x="1845763" y="2094667"/>
                <a:chExt cx="665027" cy="353258"/>
              </a:xfrm>
            </p:grpSpPr>
            <p:grpSp>
              <p:nvGrpSpPr>
                <p:cNvPr id="440" name="Gruppieren 439">
                  <a:extLst>
                    <a:ext uri="{FF2B5EF4-FFF2-40B4-BE49-F238E27FC236}">
                      <a16:creationId xmlns:a16="http://schemas.microsoft.com/office/drawing/2014/main" id="{012AA655-A7EB-A903-2F81-440F4947AF79}"/>
                    </a:ext>
                  </a:extLst>
                </p:cNvPr>
                <p:cNvGrpSpPr/>
                <p:nvPr/>
              </p:nvGrpSpPr>
              <p:grpSpPr>
                <a:xfrm>
                  <a:off x="2194283" y="2094667"/>
                  <a:ext cx="316507" cy="353258"/>
                  <a:chOff x="1740480" y="2012117"/>
                  <a:chExt cx="316507" cy="353258"/>
                </a:xfrm>
              </p:grpSpPr>
              <p:sp>
                <p:nvSpPr>
                  <p:cNvPr id="512" name="Rechteck 511">
                    <a:extLst>
                      <a:ext uri="{FF2B5EF4-FFF2-40B4-BE49-F238E27FC236}">
                        <a16:creationId xmlns:a16="http://schemas.microsoft.com/office/drawing/2014/main" id="{818F1F2A-DAF6-DDAA-8C5D-FFA0B159C916}"/>
                      </a:ext>
                    </a:extLst>
                  </p:cNvPr>
                  <p:cNvSpPr/>
                  <p:nvPr/>
                </p:nvSpPr>
                <p:spPr>
                  <a:xfrm>
                    <a:off x="1740480" y="2012117"/>
                    <a:ext cx="270788" cy="353258"/>
                  </a:xfrm>
                  <a:prstGeom prst="rect">
                    <a:avLst/>
                  </a:prstGeom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513" name="Rechteck 512">
                    <a:extLst>
                      <a:ext uri="{FF2B5EF4-FFF2-40B4-BE49-F238E27FC236}">
                        <a16:creationId xmlns:a16="http://schemas.microsoft.com/office/drawing/2014/main" id="{F59F8233-3439-C706-EAA4-1BAFB19CBF75}"/>
                      </a:ext>
                    </a:extLst>
                  </p:cNvPr>
                  <p:cNvSpPr/>
                  <p:nvPr/>
                </p:nvSpPr>
                <p:spPr>
                  <a:xfrm>
                    <a:off x="2011268" y="2012117"/>
                    <a:ext cx="45719" cy="80208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514" name="Rechteck 513">
                    <a:extLst>
                      <a:ext uri="{FF2B5EF4-FFF2-40B4-BE49-F238E27FC236}">
                        <a16:creationId xmlns:a16="http://schemas.microsoft.com/office/drawing/2014/main" id="{8DCFFF2C-750D-7EB7-16EC-539C326479EA}"/>
                      </a:ext>
                    </a:extLst>
                  </p:cNvPr>
                  <p:cNvSpPr/>
                  <p:nvPr/>
                </p:nvSpPr>
                <p:spPr>
                  <a:xfrm>
                    <a:off x="2011267" y="2148642"/>
                    <a:ext cx="45719" cy="80208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515" name="Rechteck 514">
                    <a:extLst>
                      <a:ext uri="{FF2B5EF4-FFF2-40B4-BE49-F238E27FC236}">
                        <a16:creationId xmlns:a16="http://schemas.microsoft.com/office/drawing/2014/main" id="{4B5084FA-D308-DC8F-15EC-60CE369CB52E}"/>
                      </a:ext>
                    </a:extLst>
                  </p:cNvPr>
                  <p:cNvSpPr/>
                  <p:nvPr/>
                </p:nvSpPr>
                <p:spPr>
                  <a:xfrm>
                    <a:off x="2011267" y="2285167"/>
                    <a:ext cx="45719" cy="80208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</p:grpSp>
            <p:cxnSp>
              <p:nvCxnSpPr>
                <p:cNvPr id="441" name="Gerader Verbinder 440">
                  <a:extLst>
                    <a:ext uri="{FF2B5EF4-FFF2-40B4-BE49-F238E27FC236}">
                      <a16:creationId xmlns:a16="http://schemas.microsoft.com/office/drawing/2014/main" id="{7632E751-3942-69C3-D60B-A862F20A47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132845" y="2203033"/>
                  <a:ext cx="57891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2" name="Gerader Verbinder 441">
                  <a:extLst>
                    <a:ext uri="{FF2B5EF4-FFF2-40B4-BE49-F238E27FC236}">
                      <a16:creationId xmlns:a16="http://schemas.microsoft.com/office/drawing/2014/main" id="{261FC457-9EF4-F907-E550-37CF32C8A0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78471" y="2203033"/>
                  <a:ext cx="50827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3" name="Gerader Verbinder 442">
                  <a:extLst>
                    <a:ext uri="{FF2B5EF4-FFF2-40B4-BE49-F238E27FC236}">
                      <a16:creationId xmlns:a16="http://schemas.microsoft.com/office/drawing/2014/main" id="{AC645F6A-662A-E258-2583-A223B71B8A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024113" y="2203033"/>
                  <a:ext cx="57891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4" name="Gerader Verbinder 443">
                  <a:extLst>
                    <a:ext uri="{FF2B5EF4-FFF2-40B4-BE49-F238E27FC236}">
                      <a16:creationId xmlns:a16="http://schemas.microsoft.com/office/drawing/2014/main" id="{991048F2-CE32-9FBB-769C-6713C65D98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969739" y="2203033"/>
                  <a:ext cx="50827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5" name="Gerader Verbinder 444">
                  <a:extLst>
                    <a:ext uri="{FF2B5EF4-FFF2-40B4-BE49-F238E27FC236}">
                      <a16:creationId xmlns:a16="http://schemas.microsoft.com/office/drawing/2014/main" id="{1CE13D85-1256-830A-6054-196BB8D949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906366" y="2203033"/>
                  <a:ext cx="57891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6" name="Gerader Verbinder 445">
                  <a:extLst>
                    <a:ext uri="{FF2B5EF4-FFF2-40B4-BE49-F238E27FC236}">
                      <a16:creationId xmlns:a16="http://schemas.microsoft.com/office/drawing/2014/main" id="{5EF0D042-F95E-9267-46DD-4C2E44EB50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51992" y="2203033"/>
                  <a:ext cx="50827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7" name="Gerader Verbinder 446">
                  <a:extLst>
                    <a:ext uri="{FF2B5EF4-FFF2-40B4-BE49-F238E27FC236}">
                      <a16:creationId xmlns:a16="http://schemas.microsoft.com/office/drawing/2014/main" id="{D319EB91-D7A3-08E6-F5C9-187DCA4440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45763" y="2203033"/>
                  <a:ext cx="0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5" name="Gruppieren 414">
                <a:extLst>
                  <a:ext uri="{FF2B5EF4-FFF2-40B4-BE49-F238E27FC236}">
                    <a16:creationId xmlns:a16="http://schemas.microsoft.com/office/drawing/2014/main" id="{6A67A3AC-83CF-2927-AAD3-518B639278FE}"/>
                  </a:ext>
                </a:extLst>
              </p:cNvPr>
              <p:cNvGrpSpPr/>
              <p:nvPr/>
            </p:nvGrpSpPr>
            <p:grpSpPr>
              <a:xfrm>
                <a:off x="1839439" y="3835388"/>
                <a:ext cx="665026" cy="138770"/>
                <a:chOff x="1845763" y="2203033"/>
                <a:chExt cx="665026" cy="138770"/>
              </a:xfrm>
            </p:grpSpPr>
            <p:grpSp>
              <p:nvGrpSpPr>
                <p:cNvPr id="427" name="Gruppieren 426">
                  <a:extLst>
                    <a:ext uri="{FF2B5EF4-FFF2-40B4-BE49-F238E27FC236}">
                      <a16:creationId xmlns:a16="http://schemas.microsoft.com/office/drawing/2014/main" id="{D0C7914C-ED93-A4FA-8342-81C9CF7C9629}"/>
                    </a:ext>
                  </a:extLst>
                </p:cNvPr>
                <p:cNvGrpSpPr/>
                <p:nvPr/>
              </p:nvGrpSpPr>
              <p:grpSpPr>
                <a:xfrm>
                  <a:off x="2194283" y="2203033"/>
                  <a:ext cx="316506" cy="138770"/>
                  <a:chOff x="1740480" y="2120483"/>
                  <a:chExt cx="316506" cy="138770"/>
                </a:xfrm>
              </p:grpSpPr>
              <p:sp>
                <p:nvSpPr>
                  <p:cNvPr id="438" name="Rechteck 437">
                    <a:extLst>
                      <a:ext uri="{FF2B5EF4-FFF2-40B4-BE49-F238E27FC236}">
                        <a16:creationId xmlns:a16="http://schemas.microsoft.com/office/drawing/2014/main" id="{9BB2FD13-7FF7-3439-8E33-D141FEFD1991}"/>
                      </a:ext>
                    </a:extLst>
                  </p:cNvPr>
                  <p:cNvSpPr/>
                  <p:nvPr/>
                </p:nvSpPr>
                <p:spPr>
                  <a:xfrm>
                    <a:off x="1740480" y="2120483"/>
                    <a:ext cx="270788" cy="136525"/>
                  </a:xfrm>
                  <a:prstGeom prst="rect">
                    <a:avLst/>
                  </a:prstGeom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439" name="Rechteck 438">
                    <a:extLst>
                      <a:ext uri="{FF2B5EF4-FFF2-40B4-BE49-F238E27FC236}">
                        <a16:creationId xmlns:a16="http://schemas.microsoft.com/office/drawing/2014/main" id="{ADD82136-0AFB-DCB6-6671-EE7CD4CF5A19}"/>
                      </a:ext>
                    </a:extLst>
                  </p:cNvPr>
                  <p:cNvSpPr/>
                  <p:nvPr/>
                </p:nvSpPr>
                <p:spPr>
                  <a:xfrm>
                    <a:off x="2011267" y="2122453"/>
                    <a:ext cx="45719" cy="1368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</p:grpSp>
            <p:cxnSp>
              <p:nvCxnSpPr>
                <p:cNvPr id="428" name="Gerader Verbinder 427">
                  <a:extLst>
                    <a:ext uri="{FF2B5EF4-FFF2-40B4-BE49-F238E27FC236}">
                      <a16:creationId xmlns:a16="http://schemas.microsoft.com/office/drawing/2014/main" id="{E849F53F-DC5C-2DED-AD93-D45922B5FD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132845" y="2203033"/>
                  <a:ext cx="57891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0" name="Gerader Verbinder 429">
                  <a:extLst>
                    <a:ext uri="{FF2B5EF4-FFF2-40B4-BE49-F238E27FC236}">
                      <a16:creationId xmlns:a16="http://schemas.microsoft.com/office/drawing/2014/main" id="{1EB530B1-02B2-BC97-A5AD-58A141E131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78471" y="2203033"/>
                  <a:ext cx="50827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1" name="Gerader Verbinder 430">
                  <a:extLst>
                    <a:ext uri="{FF2B5EF4-FFF2-40B4-BE49-F238E27FC236}">
                      <a16:creationId xmlns:a16="http://schemas.microsoft.com/office/drawing/2014/main" id="{F932609A-A962-D7D4-29DB-EFF093F10F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024113" y="2203033"/>
                  <a:ext cx="57891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2" name="Gerader Verbinder 431">
                  <a:extLst>
                    <a:ext uri="{FF2B5EF4-FFF2-40B4-BE49-F238E27FC236}">
                      <a16:creationId xmlns:a16="http://schemas.microsoft.com/office/drawing/2014/main" id="{58A1DF9E-05D5-7DA5-2372-21C0FD5F16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969739" y="2203033"/>
                  <a:ext cx="50827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3" name="Gerader Verbinder 432">
                  <a:extLst>
                    <a:ext uri="{FF2B5EF4-FFF2-40B4-BE49-F238E27FC236}">
                      <a16:creationId xmlns:a16="http://schemas.microsoft.com/office/drawing/2014/main" id="{82851F10-EE56-2AC0-3175-126AE428C8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906366" y="2203033"/>
                  <a:ext cx="57891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4" name="Gerader Verbinder 433">
                  <a:extLst>
                    <a:ext uri="{FF2B5EF4-FFF2-40B4-BE49-F238E27FC236}">
                      <a16:creationId xmlns:a16="http://schemas.microsoft.com/office/drawing/2014/main" id="{E8194FEA-128E-8326-1ADB-1214BC1100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51992" y="2203033"/>
                  <a:ext cx="50827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5" name="Gerader Verbinder 434">
                  <a:extLst>
                    <a:ext uri="{FF2B5EF4-FFF2-40B4-BE49-F238E27FC236}">
                      <a16:creationId xmlns:a16="http://schemas.microsoft.com/office/drawing/2014/main" id="{D6448B53-8968-8A7F-F971-5EB38A221C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45763" y="2203033"/>
                  <a:ext cx="0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6" name="Gruppieren 415">
                <a:extLst>
                  <a:ext uri="{FF2B5EF4-FFF2-40B4-BE49-F238E27FC236}">
                    <a16:creationId xmlns:a16="http://schemas.microsoft.com/office/drawing/2014/main" id="{B260CCB8-E216-E373-95AD-98E20B1624CC}"/>
                  </a:ext>
                </a:extLst>
              </p:cNvPr>
              <p:cNvGrpSpPr/>
              <p:nvPr/>
            </p:nvGrpSpPr>
            <p:grpSpPr>
              <a:xfrm rot="10800000">
                <a:off x="2682861" y="3832225"/>
                <a:ext cx="665026" cy="138770"/>
                <a:chOff x="1845763" y="2203033"/>
                <a:chExt cx="665026" cy="138770"/>
              </a:xfrm>
            </p:grpSpPr>
            <p:grpSp>
              <p:nvGrpSpPr>
                <p:cNvPr id="417" name="Gruppieren 416">
                  <a:extLst>
                    <a:ext uri="{FF2B5EF4-FFF2-40B4-BE49-F238E27FC236}">
                      <a16:creationId xmlns:a16="http://schemas.microsoft.com/office/drawing/2014/main" id="{E0B3ADC2-5348-9CCF-20AC-F30E9E7674DD}"/>
                    </a:ext>
                  </a:extLst>
                </p:cNvPr>
                <p:cNvGrpSpPr/>
                <p:nvPr/>
              </p:nvGrpSpPr>
              <p:grpSpPr>
                <a:xfrm>
                  <a:off x="2194283" y="2203033"/>
                  <a:ext cx="316506" cy="138770"/>
                  <a:chOff x="1740480" y="2120483"/>
                  <a:chExt cx="316506" cy="138770"/>
                </a:xfrm>
              </p:grpSpPr>
              <p:sp>
                <p:nvSpPr>
                  <p:cNvPr id="425" name="Rechteck 424">
                    <a:extLst>
                      <a:ext uri="{FF2B5EF4-FFF2-40B4-BE49-F238E27FC236}">
                        <a16:creationId xmlns:a16="http://schemas.microsoft.com/office/drawing/2014/main" id="{5234F6E7-9659-B4DD-D7C1-4A45082B1CCF}"/>
                      </a:ext>
                    </a:extLst>
                  </p:cNvPr>
                  <p:cNvSpPr/>
                  <p:nvPr/>
                </p:nvSpPr>
                <p:spPr>
                  <a:xfrm>
                    <a:off x="1740480" y="2120483"/>
                    <a:ext cx="270788" cy="136525"/>
                  </a:xfrm>
                  <a:prstGeom prst="rect">
                    <a:avLst/>
                  </a:prstGeom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426" name="Rechteck 425">
                    <a:extLst>
                      <a:ext uri="{FF2B5EF4-FFF2-40B4-BE49-F238E27FC236}">
                        <a16:creationId xmlns:a16="http://schemas.microsoft.com/office/drawing/2014/main" id="{73E1D165-16E7-C4C8-CAD0-BCB008BBC632}"/>
                      </a:ext>
                    </a:extLst>
                  </p:cNvPr>
                  <p:cNvSpPr/>
                  <p:nvPr/>
                </p:nvSpPr>
                <p:spPr>
                  <a:xfrm>
                    <a:off x="2011267" y="2122453"/>
                    <a:ext cx="45719" cy="1368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</p:grpSp>
            <p:cxnSp>
              <p:nvCxnSpPr>
                <p:cNvPr id="418" name="Gerader Verbinder 417">
                  <a:extLst>
                    <a:ext uri="{FF2B5EF4-FFF2-40B4-BE49-F238E27FC236}">
                      <a16:creationId xmlns:a16="http://schemas.microsoft.com/office/drawing/2014/main" id="{33093A51-A4E7-3720-9086-4127DF8A27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132845" y="2203033"/>
                  <a:ext cx="57891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9" name="Gerader Verbinder 418">
                  <a:extLst>
                    <a:ext uri="{FF2B5EF4-FFF2-40B4-BE49-F238E27FC236}">
                      <a16:creationId xmlns:a16="http://schemas.microsoft.com/office/drawing/2014/main" id="{AD87CB44-013E-7C12-96CE-C04C7BB2E8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78471" y="2203033"/>
                  <a:ext cx="50827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0" name="Gerader Verbinder 419">
                  <a:extLst>
                    <a:ext uri="{FF2B5EF4-FFF2-40B4-BE49-F238E27FC236}">
                      <a16:creationId xmlns:a16="http://schemas.microsoft.com/office/drawing/2014/main" id="{6CDC65E0-7784-BC6A-EC25-A1A2DE7F65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024113" y="2203033"/>
                  <a:ext cx="57891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1" name="Gerader Verbinder 420">
                  <a:extLst>
                    <a:ext uri="{FF2B5EF4-FFF2-40B4-BE49-F238E27FC236}">
                      <a16:creationId xmlns:a16="http://schemas.microsoft.com/office/drawing/2014/main" id="{5A57BAE7-56E6-EEF2-94D8-1E30D86157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969739" y="2203033"/>
                  <a:ext cx="50827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2" name="Gerader Verbinder 421">
                  <a:extLst>
                    <a:ext uri="{FF2B5EF4-FFF2-40B4-BE49-F238E27FC236}">
                      <a16:creationId xmlns:a16="http://schemas.microsoft.com/office/drawing/2014/main" id="{35EA532A-656F-9968-969B-F9F331A4A5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906366" y="2203033"/>
                  <a:ext cx="57891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3" name="Gerader Verbinder 422">
                  <a:extLst>
                    <a:ext uri="{FF2B5EF4-FFF2-40B4-BE49-F238E27FC236}">
                      <a16:creationId xmlns:a16="http://schemas.microsoft.com/office/drawing/2014/main" id="{FF873C44-7215-7A81-9B08-FE7D070E35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51992" y="2203033"/>
                  <a:ext cx="50827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4" name="Gerader Verbinder 423">
                  <a:extLst>
                    <a:ext uri="{FF2B5EF4-FFF2-40B4-BE49-F238E27FC236}">
                      <a16:creationId xmlns:a16="http://schemas.microsoft.com/office/drawing/2014/main" id="{0AF7A4AA-E1D8-2663-52FB-B4E75A825B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45763" y="2203033"/>
                  <a:ext cx="0" cy="136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31" name="Gerade Verbindung mit Pfeil 530">
              <a:extLst>
                <a:ext uri="{FF2B5EF4-FFF2-40B4-BE49-F238E27FC236}">
                  <a16:creationId xmlns:a16="http://schemas.microsoft.com/office/drawing/2014/main" id="{B7ACEC0E-A65A-4AB3-D3DF-DFE5B0B482BA}"/>
                </a:ext>
              </a:extLst>
            </p:cNvPr>
            <p:cNvCxnSpPr/>
            <p:nvPr/>
          </p:nvCxnSpPr>
          <p:spPr>
            <a:xfrm>
              <a:off x="3006929" y="2686631"/>
              <a:ext cx="0" cy="93621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2" name="Gerade Verbindung mit Pfeil 531">
              <a:extLst>
                <a:ext uri="{FF2B5EF4-FFF2-40B4-BE49-F238E27FC236}">
                  <a16:creationId xmlns:a16="http://schemas.microsoft.com/office/drawing/2014/main" id="{141A4A35-5FE5-C48F-77D9-8A22F83C39CA}"/>
                </a:ext>
              </a:extLst>
            </p:cNvPr>
            <p:cNvCxnSpPr/>
            <p:nvPr/>
          </p:nvCxnSpPr>
          <p:spPr>
            <a:xfrm>
              <a:off x="5469186" y="2686631"/>
              <a:ext cx="0" cy="93621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41" name="Textfeld 540">
            <a:extLst>
              <a:ext uri="{FF2B5EF4-FFF2-40B4-BE49-F238E27FC236}">
                <a16:creationId xmlns:a16="http://schemas.microsoft.com/office/drawing/2014/main" id="{5FFF51A0-DEFD-CBE5-CC1D-90E99CA2D85D}"/>
              </a:ext>
            </a:extLst>
          </p:cNvPr>
          <p:cNvSpPr txBox="1"/>
          <p:nvPr/>
        </p:nvSpPr>
        <p:spPr>
          <a:xfrm>
            <a:off x="7991877" y="218744"/>
            <a:ext cx="4003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side</a:t>
            </a:r>
            <a:r>
              <a:rPr lang="de-DE" dirty="0"/>
              <a:t> </a:t>
            </a:r>
            <a:r>
              <a:rPr lang="de-DE" dirty="0" err="1"/>
              <a:t>view</a:t>
            </a:r>
            <a:endParaRPr lang="de-DE" dirty="0"/>
          </a:p>
        </p:txBody>
      </p:sp>
      <p:grpSp>
        <p:nvGrpSpPr>
          <p:cNvPr id="605" name="Gruppieren 604">
            <a:extLst>
              <a:ext uri="{FF2B5EF4-FFF2-40B4-BE49-F238E27FC236}">
                <a16:creationId xmlns:a16="http://schemas.microsoft.com/office/drawing/2014/main" id="{532CF3A6-0AF4-90DD-8B56-7C8A6FFF36BF}"/>
              </a:ext>
            </a:extLst>
          </p:cNvPr>
          <p:cNvGrpSpPr/>
          <p:nvPr/>
        </p:nvGrpSpPr>
        <p:grpSpPr>
          <a:xfrm>
            <a:off x="-2066925" y="3231351"/>
            <a:ext cx="21497925" cy="2652147"/>
            <a:chOff x="-6905625" y="3231351"/>
            <a:chExt cx="21497925" cy="2652147"/>
          </a:xfrm>
        </p:grpSpPr>
        <p:sp>
          <p:nvSpPr>
            <p:cNvPr id="604" name="Bogen 603">
              <a:extLst>
                <a:ext uri="{FF2B5EF4-FFF2-40B4-BE49-F238E27FC236}">
                  <a16:creationId xmlns:a16="http://schemas.microsoft.com/office/drawing/2014/main" id="{5FD021A8-DFA3-7642-ABD3-63525DA376A2}"/>
                </a:ext>
              </a:extLst>
            </p:cNvPr>
            <p:cNvSpPr/>
            <p:nvPr/>
          </p:nvSpPr>
          <p:spPr>
            <a:xfrm>
              <a:off x="-6905625" y="3231351"/>
              <a:ext cx="21497925" cy="1818236"/>
            </a:xfrm>
            <a:prstGeom prst="arc">
              <a:avLst>
                <a:gd name="adj1" fmla="val 806205"/>
                <a:gd name="adj2" fmla="val 991408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546" name="Gruppieren 545">
              <a:extLst>
                <a:ext uri="{FF2B5EF4-FFF2-40B4-BE49-F238E27FC236}">
                  <a16:creationId xmlns:a16="http://schemas.microsoft.com/office/drawing/2014/main" id="{2FBD7FEF-B3FF-81EC-507A-3C38082A1A2A}"/>
                </a:ext>
              </a:extLst>
            </p:cNvPr>
            <p:cNvGrpSpPr/>
            <p:nvPr/>
          </p:nvGrpSpPr>
          <p:grpSpPr>
            <a:xfrm>
              <a:off x="2524247" y="5618481"/>
              <a:ext cx="169200" cy="169200"/>
              <a:chOff x="2843746" y="504477"/>
              <a:chExt cx="169200" cy="169200"/>
            </a:xfrm>
          </p:grpSpPr>
          <p:sp>
            <p:nvSpPr>
              <p:cNvPr id="544" name="Ellipse 543">
                <a:extLst>
                  <a:ext uri="{FF2B5EF4-FFF2-40B4-BE49-F238E27FC236}">
                    <a16:creationId xmlns:a16="http://schemas.microsoft.com/office/drawing/2014/main" id="{0E163D19-4CE3-6397-6E39-60A24D882E8D}"/>
                  </a:ext>
                </a:extLst>
              </p:cNvPr>
              <p:cNvSpPr/>
              <p:nvPr/>
            </p:nvSpPr>
            <p:spPr>
              <a:xfrm>
                <a:off x="2843746" y="504477"/>
                <a:ext cx="169200" cy="169200"/>
              </a:xfrm>
              <a:prstGeom prst="ellipse">
                <a:avLst/>
              </a:prstGeom>
              <a:solidFill>
                <a:srgbClr val="FF9966"/>
              </a:solidFill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45" name="Ellipse 544">
                <a:extLst>
                  <a:ext uri="{FF2B5EF4-FFF2-40B4-BE49-F238E27FC236}">
                    <a16:creationId xmlns:a16="http://schemas.microsoft.com/office/drawing/2014/main" id="{B288B8A9-CE3A-6B5D-F711-8BD33084F4B4}"/>
                  </a:ext>
                </a:extLst>
              </p:cNvPr>
              <p:cNvSpPr/>
              <p:nvPr/>
            </p:nvSpPr>
            <p:spPr>
              <a:xfrm>
                <a:off x="2895008" y="547852"/>
                <a:ext cx="71437" cy="72000"/>
              </a:xfrm>
              <a:prstGeom prst="ellipse">
                <a:avLst/>
              </a:prstGeom>
              <a:solidFill>
                <a:srgbClr val="FF9900"/>
              </a:solidFill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563" name="Gruppieren 562">
              <a:extLst>
                <a:ext uri="{FF2B5EF4-FFF2-40B4-BE49-F238E27FC236}">
                  <a16:creationId xmlns:a16="http://schemas.microsoft.com/office/drawing/2014/main" id="{C14E1605-9E51-0440-4D0B-ACD98174AAF7}"/>
                </a:ext>
              </a:extLst>
            </p:cNvPr>
            <p:cNvGrpSpPr/>
            <p:nvPr/>
          </p:nvGrpSpPr>
          <p:grpSpPr>
            <a:xfrm>
              <a:off x="1851257" y="5538636"/>
              <a:ext cx="670570" cy="341641"/>
              <a:chOff x="1917432" y="5453063"/>
              <a:chExt cx="670570" cy="341641"/>
            </a:xfrm>
          </p:grpSpPr>
          <p:sp>
            <p:nvSpPr>
              <p:cNvPr id="547" name="Rechteck 546">
                <a:extLst>
                  <a:ext uri="{FF2B5EF4-FFF2-40B4-BE49-F238E27FC236}">
                    <a16:creationId xmlns:a16="http://schemas.microsoft.com/office/drawing/2014/main" id="{894B2CFC-E692-3F29-E791-25905F8E0B4B}"/>
                  </a:ext>
                </a:extLst>
              </p:cNvPr>
              <p:cNvSpPr/>
              <p:nvPr/>
            </p:nvSpPr>
            <p:spPr>
              <a:xfrm>
                <a:off x="2265952" y="5453063"/>
                <a:ext cx="270788" cy="341641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48" name="Rechteck 547">
                <a:extLst>
                  <a:ext uri="{FF2B5EF4-FFF2-40B4-BE49-F238E27FC236}">
                    <a16:creationId xmlns:a16="http://schemas.microsoft.com/office/drawing/2014/main" id="{FC30E8E2-B7DE-DC0D-66FC-E022A9F18763}"/>
                  </a:ext>
                </a:extLst>
              </p:cNvPr>
              <p:cNvSpPr/>
              <p:nvPr/>
            </p:nvSpPr>
            <p:spPr>
              <a:xfrm>
                <a:off x="2536740" y="5453063"/>
                <a:ext cx="51262" cy="34164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cxnSp>
            <p:nvCxnSpPr>
              <p:cNvPr id="549" name="Gerader Verbinder 548">
                <a:extLst>
                  <a:ext uri="{FF2B5EF4-FFF2-40B4-BE49-F238E27FC236}">
                    <a16:creationId xmlns:a16="http://schemas.microsoft.com/office/drawing/2014/main" id="{E89ED9AF-F5A8-A933-5D4B-246DF41E8CA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204514" y="5528451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0" name="Gerader Verbinder 549">
                <a:extLst>
                  <a:ext uri="{FF2B5EF4-FFF2-40B4-BE49-F238E27FC236}">
                    <a16:creationId xmlns:a16="http://schemas.microsoft.com/office/drawing/2014/main" id="{3BF54B6F-158A-4F2A-6094-765BC8C545C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50140" y="5528451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1" name="Gerader Verbinder 550">
                <a:extLst>
                  <a:ext uri="{FF2B5EF4-FFF2-40B4-BE49-F238E27FC236}">
                    <a16:creationId xmlns:a16="http://schemas.microsoft.com/office/drawing/2014/main" id="{667881BE-8E27-8CAC-49B5-9F98D1E30FE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95782" y="5528451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2" name="Gerader Verbinder 551">
                <a:extLst>
                  <a:ext uri="{FF2B5EF4-FFF2-40B4-BE49-F238E27FC236}">
                    <a16:creationId xmlns:a16="http://schemas.microsoft.com/office/drawing/2014/main" id="{B2154F9C-A9C3-0FC3-9E1E-71D9F83507D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41408" y="5528451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3" name="Gerader Verbinder 552">
                <a:extLst>
                  <a:ext uri="{FF2B5EF4-FFF2-40B4-BE49-F238E27FC236}">
                    <a16:creationId xmlns:a16="http://schemas.microsoft.com/office/drawing/2014/main" id="{4B605255-82E0-C5C0-54C9-514AC58584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78035" y="5528451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4" name="Gerader Verbinder 553">
                <a:extLst>
                  <a:ext uri="{FF2B5EF4-FFF2-40B4-BE49-F238E27FC236}">
                    <a16:creationId xmlns:a16="http://schemas.microsoft.com/office/drawing/2014/main" id="{EE083889-0903-F496-8CC6-515D74477A0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23661" y="5528451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5" name="Gerader Verbinder 554">
                <a:extLst>
                  <a:ext uri="{FF2B5EF4-FFF2-40B4-BE49-F238E27FC236}">
                    <a16:creationId xmlns:a16="http://schemas.microsoft.com/office/drawing/2014/main" id="{B45A11CE-6908-7720-4C1A-EB31106217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17432" y="5528451"/>
                <a:ext cx="0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4" name="Gruppieren 563">
              <a:extLst>
                <a:ext uri="{FF2B5EF4-FFF2-40B4-BE49-F238E27FC236}">
                  <a16:creationId xmlns:a16="http://schemas.microsoft.com/office/drawing/2014/main" id="{7F605BEC-A871-763F-D8D2-DA2D3B1F4720}"/>
                </a:ext>
              </a:extLst>
            </p:cNvPr>
            <p:cNvGrpSpPr/>
            <p:nvPr/>
          </p:nvGrpSpPr>
          <p:grpSpPr>
            <a:xfrm rot="10800000">
              <a:off x="2700591" y="5538636"/>
              <a:ext cx="670570" cy="341641"/>
              <a:chOff x="1917432" y="5453063"/>
              <a:chExt cx="670570" cy="341641"/>
            </a:xfrm>
          </p:grpSpPr>
          <p:sp>
            <p:nvSpPr>
              <p:cNvPr id="565" name="Rechteck 564">
                <a:extLst>
                  <a:ext uri="{FF2B5EF4-FFF2-40B4-BE49-F238E27FC236}">
                    <a16:creationId xmlns:a16="http://schemas.microsoft.com/office/drawing/2014/main" id="{82C0A28A-17B2-8137-C210-45D4CDA17D0D}"/>
                  </a:ext>
                </a:extLst>
              </p:cNvPr>
              <p:cNvSpPr/>
              <p:nvPr/>
            </p:nvSpPr>
            <p:spPr>
              <a:xfrm>
                <a:off x="2265952" y="5453063"/>
                <a:ext cx="270788" cy="341641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66" name="Rechteck 565">
                <a:extLst>
                  <a:ext uri="{FF2B5EF4-FFF2-40B4-BE49-F238E27FC236}">
                    <a16:creationId xmlns:a16="http://schemas.microsoft.com/office/drawing/2014/main" id="{E84B547F-180E-EDCB-78A3-B5AA2BBD2259}"/>
                  </a:ext>
                </a:extLst>
              </p:cNvPr>
              <p:cNvSpPr/>
              <p:nvPr/>
            </p:nvSpPr>
            <p:spPr>
              <a:xfrm>
                <a:off x="2536740" y="5453063"/>
                <a:ext cx="51262" cy="34164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cxnSp>
            <p:nvCxnSpPr>
              <p:cNvPr id="567" name="Gerader Verbinder 566">
                <a:extLst>
                  <a:ext uri="{FF2B5EF4-FFF2-40B4-BE49-F238E27FC236}">
                    <a16:creationId xmlns:a16="http://schemas.microsoft.com/office/drawing/2014/main" id="{A2C47DD4-9266-C28F-47F7-53E816672E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204514" y="5528451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8" name="Gerader Verbinder 567">
                <a:extLst>
                  <a:ext uri="{FF2B5EF4-FFF2-40B4-BE49-F238E27FC236}">
                    <a16:creationId xmlns:a16="http://schemas.microsoft.com/office/drawing/2014/main" id="{469E3444-08C6-55FB-22F6-44A40C6BAD4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50140" y="5528451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9" name="Gerader Verbinder 568">
                <a:extLst>
                  <a:ext uri="{FF2B5EF4-FFF2-40B4-BE49-F238E27FC236}">
                    <a16:creationId xmlns:a16="http://schemas.microsoft.com/office/drawing/2014/main" id="{E0B38C4F-33CA-D77C-6D1D-821067123A1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95782" y="5528451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0" name="Gerader Verbinder 569">
                <a:extLst>
                  <a:ext uri="{FF2B5EF4-FFF2-40B4-BE49-F238E27FC236}">
                    <a16:creationId xmlns:a16="http://schemas.microsoft.com/office/drawing/2014/main" id="{7C02B664-E71A-BFEC-053C-B2B80117C9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41408" y="5528451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1" name="Gerader Verbinder 570">
                <a:extLst>
                  <a:ext uri="{FF2B5EF4-FFF2-40B4-BE49-F238E27FC236}">
                    <a16:creationId xmlns:a16="http://schemas.microsoft.com/office/drawing/2014/main" id="{DFBCFEA1-E6DA-A972-DC88-3F70CAB6C54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78035" y="5528451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2" name="Gerader Verbinder 571">
                <a:extLst>
                  <a:ext uri="{FF2B5EF4-FFF2-40B4-BE49-F238E27FC236}">
                    <a16:creationId xmlns:a16="http://schemas.microsoft.com/office/drawing/2014/main" id="{04B1CEA0-1F8F-6E8E-6DFF-40E1B63602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23661" y="5528451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3" name="Gerader Verbinder 572">
                <a:extLst>
                  <a:ext uri="{FF2B5EF4-FFF2-40B4-BE49-F238E27FC236}">
                    <a16:creationId xmlns:a16="http://schemas.microsoft.com/office/drawing/2014/main" id="{F68B27D7-7C3B-1327-2412-6897E9DD96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17432" y="5528451"/>
                <a:ext cx="0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4" name="Rechteck 573">
              <a:extLst>
                <a:ext uri="{FF2B5EF4-FFF2-40B4-BE49-F238E27FC236}">
                  <a16:creationId xmlns:a16="http://schemas.microsoft.com/office/drawing/2014/main" id="{CCAEC58A-7EDB-805B-D588-B50785679FEC}"/>
                </a:ext>
              </a:extLst>
            </p:cNvPr>
            <p:cNvSpPr/>
            <p:nvPr/>
          </p:nvSpPr>
          <p:spPr>
            <a:xfrm>
              <a:off x="1742072" y="5372830"/>
              <a:ext cx="1733550" cy="16580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5" name="Rechteck 574">
              <a:extLst>
                <a:ext uri="{FF2B5EF4-FFF2-40B4-BE49-F238E27FC236}">
                  <a16:creationId xmlns:a16="http://schemas.microsoft.com/office/drawing/2014/main" id="{6D2C4E96-0E83-F64C-DB28-AA9745B647E8}"/>
                </a:ext>
              </a:extLst>
            </p:cNvPr>
            <p:cNvSpPr/>
            <p:nvPr/>
          </p:nvSpPr>
          <p:spPr>
            <a:xfrm>
              <a:off x="1197142" y="5052223"/>
              <a:ext cx="5221705" cy="16580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6" name="Rechteck 575">
              <a:extLst>
                <a:ext uri="{FF2B5EF4-FFF2-40B4-BE49-F238E27FC236}">
                  <a16:creationId xmlns:a16="http://schemas.microsoft.com/office/drawing/2014/main" id="{92D102CF-7CD3-9036-DAE5-8901B8792A55}"/>
                </a:ext>
              </a:extLst>
            </p:cNvPr>
            <p:cNvSpPr/>
            <p:nvPr/>
          </p:nvSpPr>
          <p:spPr>
            <a:xfrm>
              <a:off x="1927650" y="5218028"/>
              <a:ext cx="181728" cy="15480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7" name="Rechteck 576">
              <a:extLst>
                <a:ext uri="{FF2B5EF4-FFF2-40B4-BE49-F238E27FC236}">
                  <a16:creationId xmlns:a16="http://schemas.microsoft.com/office/drawing/2014/main" id="{DB47ED65-FDBD-3C59-CBDC-283DE5625145}"/>
                </a:ext>
              </a:extLst>
            </p:cNvPr>
            <p:cNvSpPr/>
            <p:nvPr/>
          </p:nvSpPr>
          <p:spPr>
            <a:xfrm>
              <a:off x="3119800" y="5215583"/>
              <a:ext cx="181728" cy="15480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578" name="Gruppieren 577">
              <a:extLst>
                <a:ext uri="{FF2B5EF4-FFF2-40B4-BE49-F238E27FC236}">
                  <a16:creationId xmlns:a16="http://schemas.microsoft.com/office/drawing/2014/main" id="{4A8D3F40-5C4A-8959-DDB2-1F01D98F42A7}"/>
                </a:ext>
              </a:extLst>
            </p:cNvPr>
            <p:cNvGrpSpPr/>
            <p:nvPr/>
          </p:nvGrpSpPr>
          <p:grpSpPr>
            <a:xfrm>
              <a:off x="4988305" y="5621702"/>
              <a:ext cx="169200" cy="169200"/>
              <a:chOff x="2843746" y="504477"/>
              <a:chExt cx="169200" cy="169200"/>
            </a:xfrm>
          </p:grpSpPr>
          <p:sp>
            <p:nvSpPr>
              <p:cNvPr id="579" name="Ellipse 578">
                <a:extLst>
                  <a:ext uri="{FF2B5EF4-FFF2-40B4-BE49-F238E27FC236}">
                    <a16:creationId xmlns:a16="http://schemas.microsoft.com/office/drawing/2014/main" id="{311F744A-6412-CD3B-7AE4-9481CCEA2179}"/>
                  </a:ext>
                </a:extLst>
              </p:cNvPr>
              <p:cNvSpPr/>
              <p:nvPr/>
            </p:nvSpPr>
            <p:spPr>
              <a:xfrm>
                <a:off x="2843746" y="504477"/>
                <a:ext cx="169200" cy="169200"/>
              </a:xfrm>
              <a:prstGeom prst="ellipse">
                <a:avLst/>
              </a:prstGeom>
              <a:solidFill>
                <a:srgbClr val="FF9966"/>
              </a:solidFill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80" name="Ellipse 579">
                <a:extLst>
                  <a:ext uri="{FF2B5EF4-FFF2-40B4-BE49-F238E27FC236}">
                    <a16:creationId xmlns:a16="http://schemas.microsoft.com/office/drawing/2014/main" id="{456A0B94-39F5-C055-17B4-C29CA90E0C6E}"/>
                  </a:ext>
                </a:extLst>
              </p:cNvPr>
              <p:cNvSpPr/>
              <p:nvPr/>
            </p:nvSpPr>
            <p:spPr>
              <a:xfrm>
                <a:off x="2895008" y="547852"/>
                <a:ext cx="71437" cy="72000"/>
              </a:xfrm>
              <a:prstGeom prst="ellipse">
                <a:avLst/>
              </a:prstGeom>
              <a:solidFill>
                <a:srgbClr val="FF9900"/>
              </a:solidFill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581" name="Gruppieren 580">
              <a:extLst>
                <a:ext uri="{FF2B5EF4-FFF2-40B4-BE49-F238E27FC236}">
                  <a16:creationId xmlns:a16="http://schemas.microsoft.com/office/drawing/2014/main" id="{4F6469DF-20BC-2670-57B8-5B463FCD2DFA}"/>
                </a:ext>
              </a:extLst>
            </p:cNvPr>
            <p:cNvGrpSpPr/>
            <p:nvPr/>
          </p:nvGrpSpPr>
          <p:grpSpPr>
            <a:xfrm>
              <a:off x="4315315" y="5541857"/>
              <a:ext cx="670570" cy="341641"/>
              <a:chOff x="1917432" y="5453063"/>
              <a:chExt cx="670570" cy="341641"/>
            </a:xfrm>
          </p:grpSpPr>
          <p:sp>
            <p:nvSpPr>
              <p:cNvPr id="582" name="Rechteck 581">
                <a:extLst>
                  <a:ext uri="{FF2B5EF4-FFF2-40B4-BE49-F238E27FC236}">
                    <a16:creationId xmlns:a16="http://schemas.microsoft.com/office/drawing/2014/main" id="{D01EF29D-54BD-DB32-E599-F714741BE8CE}"/>
                  </a:ext>
                </a:extLst>
              </p:cNvPr>
              <p:cNvSpPr/>
              <p:nvPr/>
            </p:nvSpPr>
            <p:spPr>
              <a:xfrm>
                <a:off x="2265952" y="5453063"/>
                <a:ext cx="270788" cy="341641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83" name="Rechteck 582">
                <a:extLst>
                  <a:ext uri="{FF2B5EF4-FFF2-40B4-BE49-F238E27FC236}">
                    <a16:creationId xmlns:a16="http://schemas.microsoft.com/office/drawing/2014/main" id="{87A6E7AB-37A1-532D-5A50-F79EF9268E5B}"/>
                  </a:ext>
                </a:extLst>
              </p:cNvPr>
              <p:cNvSpPr/>
              <p:nvPr/>
            </p:nvSpPr>
            <p:spPr>
              <a:xfrm>
                <a:off x="2536740" y="5453063"/>
                <a:ext cx="51262" cy="34164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cxnSp>
            <p:nvCxnSpPr>
              <p:cNvPr id="584" name="Gerader Verbinder 583">
                <a:extLst>
                  <a:ext uri="{FF2B5EF4-FFF2-40B4-BE49-F238E27FC236}">
                    <a16:creationId xmlns:a16="http://schemas.microsoft.com/office/drawing/2014/main" id="{B1246431-52BC-F3C1-4725-E7D0BCECA54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204514" y="5528451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5" name="Gerader Verbinder 584">
                <a:extLst>
                  <a:ext uri="{FF2B5EF4-FFF2-40B4-BE49-F238E27FC236}">
                    <a16:creationId xmlns:a16="http://schemas.microsoft.com/office/drawing/2014/main" id="{08A608BF-15F8-715C-D26B-CFB9EB61D7D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50140" y="5528451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6" name="Gerader Verbinder 585">
                <a:extLst>
                  <a:ext uri="{FF2B5EF4-FFF2-40B4-BE49-F238E27FC236}">
                    <a16:creationId xmlns:a16="http://schemas.microsoft.com/office/drawing/2014/main" id="{59D24625-6273-5C44-8402-7C75DA48C44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95782" y="5528451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7" name="Gerader Verbinder 586">
                <a:extLst>
                  <a:ext uri="{FF2B5EF4-FFF2-40B4-BE49-F238E27FC236}">
                    <a16:creationId xmlns:a16="http://schemas.microsoft.com/office/drawing/2014/main" id="{5475B320-C374-23A1-82C6-874678540A1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41408" y="5528451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8" name="Gerader Verbinder 587">
                <a:extLst>
                  <a:ext uri="{FF2B5EF4-FFF2-40B4-BE49-F238E27FC236}">
                    <a16:creationId xmlns:a16="http://schemas.microsoft.com/office/drawing/2014/main" id="{AAE15A2A-84E4-28A9-80F2-3BB1ACB3FA4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78035" y="5528451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9" name="Gerader Verbinder 588">
                <a:extLst>
                  <a:ext uri="{FF2B5EF4-FFF2-40B4-BE49-F238E27FC236}">
                    <a16:creationId xmlns:a16="http://schemas.microsoft.com/office/drawing/2014/main" id="{6F4BAEC9-B993-4C20-365A-E4351B93B82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23661" y="5528451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0" name="Gerader Verbinder 589">
                <a:extLst>
                  <a:ext uri="{FF2B5EF4-FFF2-40B4-BE49-F238E27FC236}">
                    <a16:creationId xmlns:a16="http://schemas.microsoft.com/office/drawing/2014/main" id="{C59A559B-39E8-C394-AEF2-DEAE6C25AE5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17432" y="5528451"/>
                <a:ext cx="0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1" name="Gruppieren 590">
              <a:extLst>
                <a:ext uri="{FF2B5EF4-FFF2-40B4-BE49-F238E27FC236}">
                  <a16:creationId xmlns:a16="http://schemas.microsoft.com/office/drawing/2014/main" id="{8910B647-9D66-1628-3950-E84C5B15DEBD}"/>
                </a:ext>
              </a:extLst>
            </p:cNvPr>
            <p:cNvGrpSpPr/>
            <p:nvPr/>
          </p:nvGrpSpPr>
          <p:grpSpPr>
            <a:xfrm rot="10800000">
              <a:off x="5164649" y="5541857"/>
              <a:ext cx="670570" cy="341641"/>
              <a:chOff x="1917432" y="5453063"/>
              <a:chExt cx="670570" cy="341641"/>
            </a:xfrm>
          </p:grpSpPr>
          <p:sp>
            <p:nvSpPr>
              <p:cNvPr id="592" name="Rechteck 591">
                <a:extLst>
                  <a:ext uri="{FF2B5EF4-FFF2-40B4-BE49-F238E27FC236}">
                    <a16:creationId xmlns:a16="http://schemas.microsoft.com/office/drawing/2014/main" id="{2B091A86-A16A-B526-6D49-712F170D9D3B}"/>
                  </a:ext>
                </a:extLst>
              </p:cNvPr>
              <p:cNvSpPr/>
              <p:nvPr/>
            </p:nvSpPr>
            <p:spPr>
              <a:xfrm>
                <a:off x="2265952" y="5453063"/>
                <a:ext cx="270788" cy="341641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93" name="Rechteck 592">
                <a:extLst>
                  <a:ext uri="{FF2B5EF4-FFF2-40B4-BE49-F238E27FC236}">
                    <a16:creationId xmlns:a16="http://schemas.microsoft.com/office/drawing/2014/main" id="{47ECC368-A839-5515-E138-9C17DBB49F8A}"/>
                  </a:ext>
                </a:extLst>
              </p:cNvPr>
              <p:cNvSpPr/>
              <p:nvPr/>
            </p:nvSpPr>
            <p:spPr>
              <a:xfrm>
                <a:off x="2536740" y="5453063"/>
                <a:ext cx="51262" cy="34164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cxnSp>
            <p:nvCxnSpPr>
              <p:cNvPr id="594" name="Gerader Verbinder 593">
                <a:extLst>
                  <a:ext uri="{FF2B5EF4-FFF2-40B4-BE49-F238E27FC236}">
                    <a16:creationId xmlns:a16="http://schemas.microsoft.com/office/drawing/2014/main" id="{5377DA3D-8B24-0C95-FABC-0DC419BCD47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204514" y="5528451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5" name="Gerader Verbinder 594">
                <a:extLst>
                  <a:ext uri="{FF2B5EF4-FFF2-40B4-BE49-F238E27FC236}">
                    <a16:creationId xmlns:a16="http://schemas.microsoft.com/office/drawing/2014/main" id="{E3A5612D-C847-DFC6-F216-E4017246874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50140" y="5528451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6" name="Gerader Verbinder 595">
                <a:extLst>
                  <a:ext uri="{FF2B5EF4-FFF2-40B4-BE49-F238E27FC236}">
                    <a16:creationId xmlns:a16="http://schemas.microsoft.com/office/drawing/2014/main" id="{0630E924-5550-6884-4F3A-B9CD3F1126B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95782" y="5528451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7" name="Gerader Verbinder 596">
                <a:extLst>
                  <a:ext uri="{FF2B5EF4-FFF2-40B4-BE49-F238E27FC236}">
                    <a16:creationId xmlns:a16="http://schemas.microsoft.com/office/drawing/2014/main" id="{372100AB-4795-F4B3-4F3C-C1AB7BC500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41408" y="5528451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8" name="Gerader Verbinder 597">
                <a:extLst>
                  <a:ext uri="{FF2B5EF4-FFF2-40B4-BE49-F238E27FC236}">
                    <a16:creationId xmlns:a16="http://schemas.microsoft.com/office/drawing/2014/main" id="{7FB213E0-AD5C-987D-F1F2-89850C41A6F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78035" y="5528451"/>
                <a:ext cx="57891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9" name="Gerader Verbinder 598">
                <a:extLst>
                  <a:ext uri="{FF2B5EF4-FFF2-40B4-BE49-F238E27FC236}">
                    <a16:creationId xmlns:a16="http://schemas.microsoft.com/office/drawing/2014/main" id="{F68DB3F8-3994-89F9-0753-63017FDDE1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23661" y="5528451"/>
                <a:ext cx="50827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0" name="Gerader Verbinder 599">
                <a:extLst>
                  <a:ext uri="{FF2B5EF4-FFF2-40B4-BE49-F238E27FC236}">
                    <a16:creationId xmlns:a16="http://schemas.microsoft.com/office/drawing/2014/main" id="{5A40D3DF-3000-3D1E-FFE0-51870C7FBA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17432" y="5528451"/>
                <a:ext cx="0" cy="1365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01" name="Rechteck 600">
              <a:extLst>
                <a:ext uri="{FF2B5EF4-FFF2-40B4-BE49-F238E27FC236}">
                  <a16:creationId xmlns:a16="http://schemas.microsoft.com/office/drawing/2014/main" id="{5904FACF-D8CD-45D8-DCC7-5DAD2916B345}"/>
                </a:ext>
              </a:extLst>
            </p:cNvPr>
            <p:cNvSpPr/>
            <p:nvPr/>
          </p:nvSpPr>
          <p:spPr>
            <a:xfrm>
              <a:off x="4206130" y="5376051"/>
              <a:ext cx="1733550" cy="16580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2" name="Rechteck 601">
              <a:extLst>
                <a:ext uri="{FF2B5EF4-FFF2-40B4-BE49-F238E27FC236}">
                  <a16:creationId xmlns:a16="http://schemas.microsoft.com/office/drawing/2014/main" id="{8C24356A-41C4-B827-A6CD-3535AA999C07}"/>
                </a:ext>
              </a:extLst>
            </p:cNvPr>
            <p:cNvSpPr/>
            <p:nvPr/>
          </p:nvSpPr>
          <p:spPr>
            <a:xfrm>
              <a:off x="4391708" y="5221249"/>
              <a:ext cx="181728" cy="15480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3" name="Rechteck 602">
              <a:extLst>
                <a:ext uri="{FF2B5EF4-FFF2-40B4-BE49-F238E27FC236}">
                  <a16:creationId xmlns:a16="http://schemas.microsoft.com/office/drawing/2014/main" id="{0CF820DE-D2FD-8F1A-FDAC-783DB3E1A70B}"/>
                </a:ext>
              </a:extLst>
            </p:cNvPr>
            <p:cNvSpPr/>
            <p:nvPr/>
          </p:nvSpPr>
          <p:spPr>
            <a:xfrm>
              <a:off x="5583858" y="5218804"/>
              <a:ext cx="181728" cy="15480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606" name="Textfeld 605">
            <a:extLst>
              <a:ext uri="{FF2B5EF4-FFF2-40B4-BE49-F238E27FC236}">
                <a16:creationId xmlns:a16="http://schemas.microsoft.com/office/drawing/2014/main" id="{AE9A5EDC-C637-AC7A-0703-9F7DDCFC0DEE}"/>
              </a:ext>
            </a:extLst>
          </p:cNvPr>
          <p:cNvSpPr txBox="1"/>
          <p:nvPr/>
        </p:nvSpPr>
        <p:spPr>
          <a:xfrm>
            <a:off x="8203633" y="4599942"/>
            <a:ext cx="4003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top </a:t>
            </a:r>
            <a:r>
              <a:rPr lang="de-DE" dirty="0" err="1"/>
              <a:t>view</a:t>
            </a:r>
            <a:endParaRPr lang="de-DE" dirty="0"/>
          </a:p>
        </p:txBody>
      </p:sp>
      <p:sp>
        <p:nvSpPr>
          <p:cNvPr id="607" name="Rechteck 606">
            <a:extLst>
              <a:ext uri="{FF2B5EF4-FFF2-40B4-BE49-F238E27FC236}">
                <a16:creationId xmlns:a16="http://schemas.microsoft.com/office/drawing/2014/main" id="{34F53E32-1C4E-D2BF-B9E6-C72D208CE2E6}"/>
              </a:ext>
            </a:extLst>
          </p:cNvPr>
          <p:cNvSpPr/>
          <p:nvPr/>
        </p:nvSpPr>
        <p:spPr>
          <a:xfrm>
            <a:off x="9725507" y="1678381"/>
            <a:ext cx="381018" cy="98896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8" name="Rechteck 607">
            <a:extLst>
              <a:ext uri="{FF2B5EF4-FFF2-40B4-BE49-F238E27FC236}">
                <a16:creationId xmlns:a16="http://schemas.microsoft.com/office/drawing/2014/main" id="{240933A1-65B6-F7FA-98B8-759CC66BB173}"/>
              </a:ext>
            </a:extLst>
          </p:cNvPr>
          <p:cNvSpPr/>
          <p:nvPr/>
        </p:nvSpPr>
        <p:spPr>
          <a:xfrm>
            <a:off x="7262952" y="1669061"/>
            <a:ext cx="381018" cy="98896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D79620C0-99E6-14B8-75A6-41FCEBB3F996}"/>
              </a:ext>
            </a:extLst>
          </p:cNvPr>
          <p:cNvGrpSpPr/>
          <p:nvPr/>
        </p:nvGrpSpPr>
        <p:grpSpPr>
          <a:xfrm>
            <a:off x="2794873" y="734073"/>
            <a:ext cx="1658891" cy="3840410"/>
            <a:chOff x="2794873" y="734073"/>
            <a:chExt cx="1658891" cy="3840410"/>
          </a:xfrm>
        </p:grpSpPr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7596EE49-AF96-23ED-8E8E-65EB5C2BB0A6}"/>
                </a:ext>
              </a:extLst>
            </p:cNvPr>
            <p:cNvSpPr/>
            <p:nvPr/>
          </p:nvSpPr>
          <p:spPr>
            <a:xfrm>
              <a:off x="2926092" y="734073"/>
              <a:ext cx="71437" cy="285892"/>
            </a:xfrm>
            <a:prstGeom prst="rect">
              <a:avLst/>
            </a:prstGeom>
            <a:solidFill>
              <a:srgbClr val="FF9900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B90ABE85-B2F2-46B8-1708-0EDFCFD8084C}"/>
                </a:ext>
              </a:extLst>
            </p:cNvPr>
            <p:cNvSpPr/>
            <p:nvPr/>
          </p:nvSpPr>
          <p:spPr>
            <a:xfrm>
              <a:off x="2876775" y="1019964"/>
              <a:ext cx="170071" cy="3554519"/>
            </a:xfrm>
            <a:prstGeom prst="rect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ED5AD260-92E7-00DE-0B30-1DA46FEB609C}"/>
                </a:ext>
              </a:extLst>
            </p:cNvPr>
            <p:cNvCxnSpPr>
              <a:cxnSpLocks/>
            </p:cNvCxnSpPr>
            <p:nvPr/>
          </p:nvCxnSpPr>
          <p:spPr>
            <a:xfrm>
              <a:off x="3622114" y="1864361"/>
              <a:ext cx="786494" cy="0"/>
            </a:xfrm>
            <a:prstGeom prst="lin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AA1E3DAB-BDF5-BC1F-96BA-8B2133C404D1}"/>
                </a:ext>
              </a:extLst>
            </p:cNvPr>
            <p:cNvCxnSpPr>
              <a:cxnSpLocks/>
            </p:cNvCxnSpPr>
            <p:nvPr/>
          </p:nvCxnSpPr>
          <p:spPr>
            <a:xfrm>
              <a:off x="3622114" y="2255387"/>
              <a:ext cx="786494" cy="0"/>
            </a:xfrm>
            <a:prstGeom prst="lin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A5F3B027-8F26-3E38-5597-6258E04A1AAD}"/>
                </a:ext>
              </a:extLst>
            </p:cNvPr>
            <p:cNvSpPr/>
            <p:nvPr/>
          </p:nvSpPr>
          <p:spPr>
            <a:xfrm>
              <a:off x="4363452" y="1864361"/>
              <a:ext cx="90312" cy="400783"/>
            </a:xfrm>
            <a:custGeom>
              <a:avLst/>
              <a:gdLst>
                <a:gd name="connsiteX0" fmla="*/ 36095 w 90312"/>
                <a:gd name="connsiteY0" fmla="*/ 0 h 400783"/>
                <a:gd name="connsiteX1" fmla="*/ 30079 w 90312"/>
                <a:gd name="connsiteY1" fmla="*/ 36095 h 400783"/>
                <a:gd name="connsiteX2" fmla="*/ 18047 w 90312"/>
                <a:gd name="connsiteY2" fmla="*/ 114300 h 400783"/>
                <a:gd name="connsiteX3" fmla="*/ 6016 w 90312"/>
                <a:gd name="connsiteY3" fmla="*/ 144379 h 400783"/>
                <a:gd name="connsiteX4" fmla="*/ 0 w 90312"/>
                <a:gd name="connsiteY4" fmla="*/ 162426 h 400783"/>
                <a:gd name="connsiteX5" fmla="*/ 12031 w 90312"/>
                <a:gd name="connsiteY5" fmla="*/ 180474 h 400783"/>
                <a:gd name="connsiteX6" fmla="*/ 60158 w 90312"/>
                <a:gd name="connsiteY6" fmla="*/ 204537 h 400783"/>
                <a:gd name="connsiteX7" fmla="*/ 84221 w 90312"/>
                <a:gd name="connsiteY7" fmla="*/ 240632 h 400783"/>
                <a:gd name="connsiteX8" fmla="*/ 90237 w 90312"/>
                <a:gd name="connsiteY8" fmla="*/ 258679 h 400783"/>
                <a:gd name="connsiteX9" fmla="*/ 72189 w 90312"/>
                <a:gd name="connsiteY9" fmla="*/ 354932 h 400783"/>
                <a:gd name="connsiteX10" fmla="*/ 60158 w 90312"/>
                <a:gd name="connsiteY10" fmla="*/ 372979 h 400783"/>
                <a:gd name="connsiteX11" fmla="*/ 30079 w 90312"/>
                <a:gd name="connsiteY11" fmla="*/ 391026 h 400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12" h="400783">
                  <a:moveTo>
                    <a:pt x="36095" y="0"/>
                  </a:moveTo>
                  <a:cubicBezTo>
                    <a:pt x="34090" y="12032"/>
                    <a:pt x="31804" y="24020"/>
                    <a:pt x="30079" y="36095"/>
                  </a:cubicBezTo>
                  <a:cubicBezTo>
                    <a:pt x="27410" y="54777"/>
                    <a:pt x="24315" y="93407"/>
                    <a:pt x="18047" y="114300"/>
                  </a:cubicBezTo>
                  <a:cubicBezTo>
                    <a:pt x="14944" y="124643"/>
                    <a:pt x="9808" y="134268"/>
                    <a:pt x="6016" y="144379"/>
                  </a:cubicBezTo>
                  <a:cubicBezTo>
                    <a:pt x="3790" y="150316"/>
                    <a:pt x="2005" y="156410"/>
                    <a:pt x="0" y="162426"/>
                  </a:cubicBezTo>
                  <a:cubicBezTo>
                    <a:pt x="4010" y="168442"/>
                    <a:pt x="6108" y="176328"/>
                    <a:pt x="12031" y="180474"/>
                  </a:cubicBezTo>
                  <a:cubicBezTo>
                    <a:pt x="26725" y="190760"/>
                    <a:pt x="60158" y="204537"/>
                    <a:pt x="60158" y="204537"/>
                  </a:cubicBezTo>
                  <a:cubicBezTo>
                    <a:pt x="68179" y="216569"/>
                    <a:pt x="77198" y="227992"/>
                    <a:pt x="84221" y="240632"/>
                  </a:cubicBezTo>
                  <a:cubicBezTo>
                    <a:pt x="87301" y="246175"/>
                    <a:pt x="90237" y="252338"/>
                    <a:pt x="90237" y="258679"/>
                  </a:cubicBezTo>
                  <a:cubicBezTo>
                    <a:pt x="90237" y="312608"/>
                    <a:pt x="92509" y="319372"/>
                    <a:pt x="72189" y="354932"/>
                  </a:cubicBezTo>
                  <a:cubicBezTo>
                    <a:pt x="68602" y="361209"/>
                    <a:pt x="65712" y="368350"/>
                    <a:pt x="60158" y="372979"/>
                  </a:cubicBezTo>
                  <a:cubicBezTo>
                    <a:pt x="-19699" y="439528"/>
                    <a:pt x="59277" y="361833"/>
                    <a:pt x="30079" y="391026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A5CBD087-8DA9-567B-7EC8-E97D91E77459}"/>
                </a:ext>
              </a:extLst>
            </p:cNvPr>
            <p:cNvSpPr/>
            <p:nvPr/>
          </p:nvSpPr>
          <p:spPr>
            <a:xfrm>
              <a:off x="3458670" y="937354"/>
              <a:ext cx="170072" cy="25013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95E9234F-23F5-1FFD-DD15-968A6FBD2642}"/>
                </a:ext>
              </a:extLst>
            </p:cNvPr>
            <p:cNvSpPr/>
            <p:nvPr/>
          </p:nvSpPr>
          <p:spPr>
            <a:xfrm>
              <a:off x="3276942" y="1245563"/>
              <a:ext cx="181728" cy="15480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205B8E8C-2C41-048E-DE13-3E1596A35121}"/>
                </a:ext>
              </a:extLst>
            </p:cNvPr>
            <p:cNvSpPr/>
            <p:nvPr/>
          </p:nvSpPr>
          <p:spPr>
            <a:xfrm>
              <a:off x="3276942" y="2511168"/>
              <a:ext cx="181728" cy="15480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3289F6C0-003C-E675-BBFF-6754831784A0}"/>
                </a:ext>
              </a:extLst>
            </p:cNvPr>
            <p:cNvSpPr/>
            <p:nvPr/>
          </p:nvSpPr>
          <p:spPr>
            <a:xfrm>
              <a:off x="3142958" y="937353"/>
              <a:ext cx="165600" cy="212014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8D264115-6194-C762-B3EB-9C4B101846EE}"/>
                </a:ext>
              </a:extLst>
            </p:cNvPr>
            <p:cNvSpPr/>
            <p:nvPr/>
          </p:nvSpPr>
          <p:spPr>
            <a:xfrm rot="10800000">
              <a:off x="2794873" y="934717"/>
              <a:ext cx="342000" cy="353258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B5F2C6A2-A88F-9BA5-A37F-A293481BCE21}"/>
                </a:ext>
              </a:extLst>
            </p:cNvPr>
            <p:cNvSpPr/>
            <p:nvPr/>
          </p:nvSpPr>
          <p:spPr>
            <a:xfrm rot="10800000">
              <a:off x="2796872" y="2674520"/>
              <a:ext cx="342000" cy="13652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5FEF5B41-31FF-1C95-A61D-9A745F7DF373}"/>
                </a:ext>
              </a:extLst>
            </p:cNvPr>
            <p:cNvSpPr/>
            <p:nvPr/>
          </p:nvSpPr>
          <p:spPr>
            <a:xfrm>
              <a:off x="2887659" y="1052317"/>
              <a:ext cx="136800" cy="1368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7FFCB952-50D8-02BC-58FB-7D3E312FFC6E}"/>
                </a:ext>
              </a:extLst>
            </p:cNvPr>
            <p:cNvSpPr/>
            <p:nvPr/>
          </p:nvSpPr>
          <p:spPr>
            <a:xfrm>
              <a:off x="2897473" y="2665969"/>
              <a:ext cx="136800" cy="1368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904659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feil: 180-Grad 24">
            <a:extLst>
              <a:ext uri="{FF2B5EF4-FFF2-40B4-BE49-F238E27FC236}">
                <a16:creationId xmlns:a16="http://schemas.microsoft.com/office/drawing/2014/main" id="{5E2028FF-CC4A-F187-CF50-699353B35F48}"/>
              </a:ext>
            </a:extLst>
          </p:cNvPr>
          <p:cNvSpPr/>
          <p:nvPr/>
        </p:nvSpPr>
        <p:spPr>
          <a:xfrm rot="10800000">
            <a:off x="6416222" y="3426750"/>
            <a:ext cx="583139" cy="485338"/>
          </a:xfrm>
          <a:prstGeom prst="uturnArrow">
            <a:avLst>
              <a:gd name="adj1" fmla="val 15842"/>
              <a:gd name="adj2" fmla="val 7895"/>
              <a:gd name="adj3" fmla="val 1308"/>
              <a:gd name="adj4" fmla="val 43750"/>
              <a:gd name="adj5" fmla="val 100000"/>
            </a:avLst>
          </a:prstGeom>
          <a:solidFill>
            <a:srgbClr val="FF9966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6CDCACF-FA6D-63DB-9853-242F80D01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Insert Cable</a:t>
            </a:r>
          </a:p>
        </p:txBody>
      </p:sp>
      <p:grpSp>
        <p:nvGrpSpPr>
          <p:cNvPr id="609" name="Gruppieren 608">
            <a:extLst>
              <a:ext uri="{FF2B5EF4-FFF2-40B4-BE49-F238E27FC236}">
                <a16:creationId xmlns:a16="http://schemas.microsoft.com/office/drawing/2014/main" id="{7333129A-B862-6244-FB7D-059842C5FF5D}"/>
              </a:ext>
            </a:extLst>
          </p:cNvPr>
          <p:cNvGrpSpPr/>
          <p:nvPr/>
        </p:nvGrpSpPr>
        <p:grpSpPr>
          <a:xfrm>
            <a:off x="10373946" y="1654823"/>
            <a:ext cx="766368" cy="1774177"/>
            <a:chOff x="2794873" y="734073"/>
            <a:chExt cx="1658891" cy="3840410"/>
          </a:xfrm>
        </p:grpSpPr>
        <p:sp>
          <p:nvSpPr>
            <p:cNvPr id="610" name="Rechteck 609">
              <a:extLst>
                <a:ext uri="{FF2B5EF4-FFF2-40B4-BE49-F238E27FC236}">
                  <a16:creationId xmlns:a16="http://schemas.microsoft.com/office/drawing/2014/main" id="{A4EBB992-5C35-9EAC-BDE7-96E0B41521B1}"/>
                </a:ext>
              </a:extLst>
            </p:cNvPr>
            <p:cNvSpPr/>
            <p:nvPr/>
          </p:nvSpPr>
          <p:spPr>
            <a:xfrm>
              <a:off x="2926092" y="734073"/>
              <a:ext cx="71437" cy="285892"/>
            </a:xfrm>
            <a:prstGeom prst="rect">
              <a:avLst/>
            </a:prstGeom>
            <a:solidFill>
              <a:srgbClr val="FF9900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1" name="Rechteck 610">
              <a:extLst>
                <a:ext uri="{FF2B5EF4-FFF2-40B4-BE49-F238E27FC236}">
                  <a16:creationId xmlns:a16="http://schemas.microsoft.com/office/drawing/2014/main" id="{BD0548BB-8249-DAE0-0442-E0229BD665DA}"/>
                </a:ext>
              </a:extLst>
            </p:cNvPr>
            <p:cNvSpPr/>
            <p:nvPr/>
          </p:nvSpPr>
          <p:spPr>
            <a:xfrm>
              <a:off x="2876775" y="1019964"/>
              <a:ext cx="170071" cy="3554519"/>
            </a:xfrm>
            <a:prstGeom prst="rect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cxnSp>
          <p:nvCxnSpPr>
            <p:cNvPr id="612" name="Gerader Verbinder 611">
              <a:extLst>
                <a:ext uri="{FF2B5EF4-FFF2-40B4-BE49-F238E27FC236}">
                  <a16:creationId xmlns:a16="http://schemas.microsoft.com/office/drawing/2014/main" id="{46FB6F4E-14F7-D570-4378-A29E8BCA0759}"/>
                </a:ext>
              </a:extLst>
            </p:cNvPr>
            <p:cNvCxnSpPr>
              <a:cxnSpLocks/>
            </p:cNvCxnSpPr>
            <p:nvPr/>
          </p:nvCxnSpPr>
          <p:spPr>
            <a:xfrm>
              <a:off x="3622114" y="1864361"/>
              <a:ext cx="786494" cy="0"/>
            </a:xfrm>
            <a:prstGeom prst="lin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3" name="Gerader Verbinder 612">
              <a:extLst>
                <a:ext uri="{FF2B5EF4-FFF2-40B4-BE49-F238E27FC236}">
                  <a16:creationId xmlns:a16="http://schemas.microsoft.com/office/drawing/2014/main" id="{82415F6D-CBB7-F815-5403-9BEC5F4C95D5}"/>
                </a:ext>
              </a:extLst>
            </p:cNvPr>
            <p:cNvCxnSpPr>
              <a:cxnSpLocks/>
            </p:cNvCxnSpPr>
            <p:nvPr/>
          </p:nvCxnSpPr>
          <p:spPr>
            <a:xfrm>
              <a:off x="3622114" y="2255387"/>
              <a:ext cx="786494" cy="0"/>
            </a:xfrm>
            <a:prstGeom prst="lin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4" name="Freihandform: Form 613">
              <a:extLst>
                <a:ext uri="{FF2B5EF4-FFF2-40B4-BE49-F238E27FC236}">
                  <a16:creationId xmlns:a16="http://schemas.microsoft.com/office/drawing/2014/main" id="{199818DC-98D9-07CA-B9E4-363C3FD72C0B}"/>
                </a:ext>
              </a:extLst>
            </p:cNvPr>
            <p:cNvSpPr/>
            <p:nvPr/>
          </p:nvSpPr>
          <p:spPr>
            <a:xfrm>
              <a:off x="4363452" y="1864361"/>
              <a:ext cx="90312" cy="400783"/>
            </a:xfrm>
            <a:custGeom>
              <a:avLst/>
              <a:gdLst>
                <a:gd name="connsiteX0" fmla="*/ 36095 w 90312"/>
                <a:gd name="connsiteY0" fmla="*/ 0 h 400783"/>
                <a:gd name="connsiteX1" fmla="*/ 30079 w 90312"/>
                <a:gd name="connsiteY1" fmla="*/ 36095 h 400783"/>
                <a:gd name="connsiteX2" fmla="*/ 18047 w 90312"/>
                <a:gd name="connsiteY2" fmla="*/ 114300 h 400783"/>
                <a:gd name="connsiteX3" fmla="*/ 6016 w 90312"/>
                <a:gd name="connsiteY3" fmla="*/ 144379 h 400783"/>
                <a:gd name="connsiteX4" fmla="*/ 0 w 90312"/>
                <a:gd name="connsiteY4" fmla="*/ 162426 h 400783"/>
                <a:gd name="connsiteX5" fmla="*/ 12031 w 90312"/>
                <a:gd name="connsiteY5" fmla="*/ 180474 h 400783"/>
                <a:gd name="connsiteX6" fmla="*/ 60158 w 90312"/>
                <a:gd name="connsiteY6" fmla="*/ 204537 h 400783"/>
                <a:gd name="connsiteX7" fmla="*/ 84221 w 90312"/>
                <a:gd name="connsiteY7" fmla="*/ 240632 h 400783"/>
                <a:gd name="connsiteX8" fmla="*/ 90237 w 90312"/>
                <a:gd name="connsiteY8" fmla="*/ 258679 h 400783"/>
                <a:gd name="connsiteX9" fmla="*/ 72189 w 90312"/>
                <a:gd name="connsiteY9" fmla="*/ 354932 h 400783"/>
                <a:gd name="connsiteX10" fmla="*/ 60158 w 90312"/>
                <a:gd name="connsiteY10" fmla="*/ 372979 h 400783"/>
                <a:gd name="connsiteX11" fmla="*/ 30079 w 90312"/>
                <a:gd name="connsiteY11" fmla="*/ 391026 h 400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12" h="400783">
                  <a:moveTo>
                    <a:pt x="36095" y="0"/>
                  </a:moveTo>
                  <a:cubicBezTo>
                    <a:pt x="34090" y="12032"/>
                    <a:pt x="31804" y="24020"/>
                    <a:pt x="30079" y="36095"/>
                  </a:cubicBezTo>
                  <a:cubicBezTo>
                    <a:pt x="27410" y="54777"/>
                    <a:pt x="24315" y="93407"/>
                    <a:pt x="18047" y="114300"/>
                  </a:cubicBezTo>
                  <a:cubicBezTo>
                    <a:pt x="14944" y="124643"/>
                    <a:pt x="9808" y="134268"/>
                    <a:pt x="6016" y="144379"/>
                  </a:cubicBezTo>
                  <a:cubicBezTo>
                    <a:pt x="3790" y="150316"/>
                    <a:pt x="2005" y="156410"/>
                    <a:pt x="0" y="162426"/>
                  </a:cubicBezTo>
                  <a:cubicBezTo>
                    <a:pt x="4010" y="168442"/>
                    <a:pt x="6108" y="176328"/>
                    <a:pt x="12031" y="180474"/>
                  </a:cubicBezTo>
                  <a:cubicBezTo>
                    <a:pt x="26725" y="190760"/>
                    <a:pt x="60158" y="204537"/>
                    <a:pt x="60158" y="204537"/>
                  </a:cubicBezTo>
                  <a:cubicBezTo>
                    <a:pt x="68179" y="216569"/>
                    <a:pt x="77198" y="227992"/>
                    <a:pt x="84221" y="240632"/>
                  </a:cubicBezTo>
                  <a:cubicBezTo>
                    <a:pt x="87301" y="246175"/>
                    <a:pt x="90237" y="252338"/>
                    <a:pt x="90237" y="258679"/>
                  </a:cubicBezTo>
                  <a:cubicBezTo>
                    <a:pt x="90237" y="312608"/>
                    <a:pt x="92509" y="319372"/>
                    <a:pt x="72189" y="354932"/>
                  </a:cubicBezTo>
                  <a:cubicBezTo>
                    <a:pt x="68602" y="361209"/>
                    <a:pt x="65712" y="368350"/>
                    <a:pt x="60158" y="372979"/>
                  </a:cubicBezTo>
                  <a:cubicBezTo>
                    <a:pt x="-19699" y="439528"/>
                    <a:pt x="59277" y="361833"/>
                    <a:pt x="30079" y="391026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5" name="Rechteck 614">
              <a:extLst>
                <a:ext uri="{FF2B5EF4-FFF2-40B4-BE49-F238E27FC236}">
                  <a16:creationId xmlns:a16="http://schemas.microsoft.com/office/drawing/2014/main" id="{89F4F65E-00B9-ADAB-50B1-6A194B04D25C}"/>
                </a:ext>
              </a:extLst>
            </p:cNvPr>
            <p:cNvSpPr/>
            <p:nvPr/>
          </p:nvSpPr>
          <p:spPr>
            <a:xfrm>
              <a:off x="3458670" y="937354"/>
              <a:ext cx="170072" cy="25013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6" name="Rechteck 615">
              <a:extLst>
                <a:ext uri="{FF2B5EF4-FFF2-40B4-BE49-F238E27FC236}">
                  <a16:creationId xmlns:a16="http://schemas.microsoft.com/office/drawing/2014/main" id="{08D5481A-9266-4122-77FA-BDA7880B1D3E}"/>
                </a:ext>
              </a:extLst>
            </p:cNvPr>
            <p:cNvSpPr/>
            <p:nvPr/>
          </p:nvSpPr>
          <p:spPr>
            <a:xfrm>
              <a:off x="3276942" y="1245563"/>
              <a:ext cx="181728" cy="15480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7" name="Rechteck 616">
              <a:extLst>
                <a:ext uri="{FF2B5EF4-FFF2-40B4-BE49-F238E27FC236}">
                  <a16:creationId xmlns:a16="http://schemas.microsoft.com/office/drawing/2014/main" id="{ED95CED3-85DE-7704-5BF9-350162A16D14}"/>
                </a:ext>
              </a:extLst>
            </p:cNvPr>
            <p:cNvSpPr/>
            <p:nvPr/>
          </p:nvSpPr>
          <p:spPr>
            <a:xfrm>
              <a:off x="3276942" y="2511168"/>
              <a:ext cx="181728" cy="15480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8" name="Rechteck 617">
              <a:extLst>
                <a:ext uri="{FF2B5EF4-FFF2-40B4-BE49-F238E27FC236}">
                  <a16:creationId xmlns:a16="http://schemas.microsoft.com/office/drawing/2014/main" id="{AC1128AF-F935-731A-B7E9-9401C4D8097F}"/>
                </a:ext>
              </a:extLst>
            </p:cNvPr>
            <p:cNvSpPr/>
            <p:nvPr/>
          </p:nvSpPr>
          <p:spPr>
            <a:xfrm>
              <a:off x="3142958" y="937353"/>
              <a:ext cx="165600" cy="212014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9" name="Rechteck 618">
              <a:extLst>
                <a:ext uri="{FF2B5EF4-FFF2-40B4-BE49-F238E27FC236}">
                  <a16:creationId xmlns:a16="http://schemas.microsoft.com/office/drawing/2014/main" id="{D1F50F4C-EB52-60B9-85E9-20CB6445C61D}"/>
                </a:ext>
              </a:extLst>
            </p:cNvPr>
            <p:cNvSpPr/>
            <p:nvPr/>
          </p:nvSpPr>
          <p:spPr>
            <a:xfrm rot="10800000">
              <a:off x="2794873" y="934717"/>
              <a:ext cx="342000" cy="353258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0" name="Rechteck 619">
              <a:extLst>
                <a:ext uri="{FF2B5EF4-FFF2-40B4-BE49-F238E27FC236}">
                  <a16:creationId xmlns:a16="http://schemas.microsoft.com/office/drawing/2014/main" id="{2CCEC123-40B1-0CEE-C15F-EFE72F883811}"/>
                </a:ext>
              </a:extLst>
            </p:cNvPr>
            <p:cNvSpPr/>
            <p:nvPr/>
          </p:nvSpPr>
          <p:spPr>
            <a:xfrm rot="10800000">
              <a:off x="2796872" y="2674520"/>
              <a:ext cx="342000" cy="13652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1" name="Ellipse 620">
              <a:extLst>
                <a:ext uri="{FF2B5EF4-FFF2-40B4-BE49-F238E27FC236}">
                  <a16:creationId xmlns:a16="http://schemas.microsoft.com/office/drawing/2014/main" id="{04836289-2FDB-B614-3D0E-8BE9C37AB3EA}"/>
                </a:ext>
              </a:extLst>
            </p:cNvPr>
            <p:cNvSpPr/>
            <p:nvPr/>
          </p:nvSpPr>
          <p:spPr>
            <a:xfrm>
              <a:off x="2887659" y="1052317"/>
              <a:ext cx="136800" cy="1368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2" name="Ellipse 621">
              <a:extLst>
                <a:ext uri="{FF2B5EF4-FFF2-40B4-BE49-F238E27FC236}">
                  <a16:creationId xmlns:a16="http://schemas.microsoft.com/office/drawing/2014/main" id="{17C188E0-C3D9-5436-98FF-3E88E635D41B}"/>
                </a:ext>
              </a:extLst>
            </p:cNvPr>
            <p:cNvSpPr/>
            <p:nvPr/>
          </p:nvSpPr>
          <p:spPr>
            <a:xfrm>
              <a:off x="2897473" y="2665969"/>
              <a:ext cx="136800" cy="1368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623" name="Rechteck 622">
            <a:extLst>
              <a:ext uri="{FF2B5EF4-FFF2-40B4-BE49-F238E27FC236}">
                <a16:creationId xmlns:a16="http://schemas.microsoft.com/office/drawing/2014/main" id="{DEC6CBE4-A4E7-C332-A856-BD47DC1C5DA1}"/>
              </a:ext>
            </a:extLst>
          </p:cNvPr>
          <p:cNvSpPr/>
          <p:nvPr/>
        </p:nvSpPr>
        <p:spPr>
          <a:xfrm>
            <a:off x="2734595" y="1732095"/>
            <a:ext cx="2147303" cy="74370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Cut &amp; Strip</a:t>
            </a:r>
          </a:p>
        </p:txBody>
      </p:sp>
      <p:sp>
        <p:nvSpPr>
          <p:cNvPr id="624" name="Rechteck 623">
            <a:extLst>
              <a:ext uri="{FF2B5EF4-FFF2-40B4-BE49-F238E27FC236}">
                <a16:creationId xmlns:a16="http://schemas.microsoft.com/office/drawing/2014/main" id="{A9890028-41EC-6BC4-C963-CD3CD5D759F3}"/>
              </a:ext>
            </a:extLst>
          </p:cNvPr>
          <p:cNvSpPr/>
          <p:nvPr/>
        </p:nvSpPr>
        <p:spPr>
          <a:xfrm>
            <a:off x="10415147" y="1567061"/>
            <a:ext cx="78569" cy="133200"/>
          </a:xfrm>
          <a:prstGeom prst="rect">
            <a:avLst/>
          </a:prstGeom>
          <a:solidFill>
            <a:srgbClr val="FF9966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26" name="Ellipse 625">
            <a:extLst>
              <a:ext uri="{FF2B5EF4-FFF2-40B4-BE49-F238E27FC236}">
                <a16:creationId xmlns:a16="http://schemas.microsoft.com/office/drawing/2014/main" id="{C52FCDF3-3CFE-6B7E-7512-8ABDC0E88945}"/>
              </a:ext>
            </a:extLst>
          </p:cNvPr>
          <p:cNvSpPr/>
          <p:nvPr/>
        </p:nvSpPr>
        <p:spPr>
          <a:xfrm>
            <a:off x="1947707" y="1636357"/>
            <a:ext cx="210953" cy="210953"/>
          </a:xfrm>
          <a:prstGeom prst="ellipse">
            <a:avLst/>
          </a:prstGeom>
          <a:solidFill>
            <a:srgbClr val="FF9966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27" name="Ellipse 626">
            <a:extLst>
              <a:ext uri="{FF2B5EF4-FFF2-40B4-BE49-F238E27FC236}">
                <a16:creationId xmlns:a16="http://schemas.microsoft.com/office/drawing/2014/main" id="{2A5F4AD2-E0AF-E944-58C9-E9A29EF47883}"/>
              </a:ext>
            </a:extLst>
          </p:cNvPr>
          <p:cNvSpPr/>
          <p:nvPr/>
        </p:nvSpPr>
        <p:spPr>
          <a:xfrm>
            <a:off x="1947707" y="2609726"/>
            <a:ext cx="210953" cy="210953"/>
          </a:xfrm>
          <a:prstGeom prst="ellipse">
            <a:avLst/>
          </a:prstGeom>
          <a:solidFill>
            <a:srgbClr val="FF9966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29" name="Gerader Verbinder 628">
            <a:extLst>
              <a:ext uri="{FF2B5EF4-FFF2-40B4-BE49-F238E27FC236}">
                <a16:creationId xmlns:a16="http://schemas.microsoft.com/office/drawing/2014/main" id="{7E08F785-A8F0-6967-EF87-B114CD815B6E}"/>
              </a:ext>
            </a:extLst>
          </p:cNvPr>
          <p:cNvCxnSpPr>
            <a:endCxn id="626" idx="1"/>
          </p:cNvCxnSpPr>
          <p:nvPr/>
        </p:nvCxnSpPr>
        <p:spPr>
          <a:xfrm flipV="1">
            <a:off x="704346" y="1667250"/>
            <a:ext cx="1274254" cy="432261"/>
          </a:xfrm>
          <a:prstGeom prst="line">
            <a:avLst/>
          </a:prstGeom>
          <a:ln>
            <a:solidFill>
              <a:srgbClr val="FF99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Gerader Verbinder 629">
            <a:extLst>
              <a:ext uri="{FF2B5EF4-FFF2-40B4-BE49-F238E27FC236}">
                <a16:creationId xmlns:a16="http://schemas.microsoft.com/office/drawing/2014/main" id="{22C51221-575F-0A85-DE86-7A5759D23E6F}"/>
              </a:ext>
            </a:extLst>
          </p:cNvPr>
          <p:cNvCxnSpPr>
            <a:cxnSpLocks/>
            <a:stCxn id="627" idx="6"/>
            <a:endCxn id="626" idx="6"/>
          </p:cNvCxnSpPr>
          <p:nvPr/>
        </p:nvCxnSpPr>
        <p:spPr>
          <a:xfrm flipV="1">
            <a:off x="2158660" y="1741834"/>
            <a:ext cx="0" cy="973369"/>
          </a:xfrm>
          <a:prstGeom prst="line">
            <a:avLst/>
          </a:prstGeom>
          <a:ln>
            <a:solidFill>
              <a:srgbClr val="FF99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Gerader Verbinder 632">
            <a:extLst>
              <a:ext uri="{FF2B5EF4-FFF2-40B4-BE49-F238E27FC236}">
                <a16:creationId xmlns:a16="http://schemas.microsoft.com/office/drawing/2014/main" id="{154252C1-E92F-B323-A65B-A0AB89E64F44}"/>
              </a:ext>
            </a:extLst>
          </p:cNvPr>
          <p:cNvCxnSpPr>
            <a:cxnSpLocks/>
          </p:cNvCxnSpPr>
          <p:nvPr/>
        </p:nvCxnSpPr>
        <p:spPr>
          <a:xfrm flipV="1">
            <a:off x="1947707" y="1741833"/>
            <a:ext cx="0" cy="973369"/>
          </a:xfrm>
          <a:prstGeom prst="line">
            <a:avLst/>
          </a:prstGeom>
          <a:ln>
            <a:solidFill>
              <a:srgbClr val="FF99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Gerader Verbinder 633">
            <a:extLst>
              <a:ext uri="{FF2B5EF4-FFF2-40B4-BE49-F238E27FC236}">
                <a16:creationId xmlns:a16="http://schemas.microsoft.com/office/drawing/2014/main" id="{952AA21C-3F77-0C45-5B33-CD180309414F}"/>
              </a:ext>
            </a:extLst>
          </p:cNvPr>
          <p:cNvCxnSpPr>
            <a:cxnSpLocks/>
            <a:stCxn id="626" idx="7"/>
          </p:cNvCxnSpPr>
          <p:nvPr/>
        </p:nvCxnSpPr>
        <p:spPr>
          <a:xfrm>
            <a:off x="2127767" y="1667250"/>
            <a:ext cx="606828" cy="602315"/>
          </a:xfrm>
          <a:prstGeom prst="line">
            <a:avLst/>
          </a:prstGeom>
          <a:ln>
            <a:solidFill>
              <a:srgbClr val="FF99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37" name="Grafik 636" descr="Roboterhand mit einfarbiger Füllung">
            <a:extLst>
              <a:ext uri="{FF2B5EF4-FFF2-40B4-BE49-F238E27FC236}">
                <a16:creationId xmlns:a16="http://schemas.microsoft.com/office/drawing/2014/main" id="{68358574-5D53-0A2C-635D-ED8A0C4056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7558065" y="919394"/>
            <a:ext cx="1829905" cy="1829905"/>
          </a:xfrm>
          <a:prstGeom prst="rect">
            <a:avLst/>
          </a:prstGeom>
        </p:spPr>
      </p:pic>
      <p:grpSp>
        <p:nvGrpSpPr>
          <p:cNvPr id="643" name="Gruppieren 642">
            <a:extLst>
              <a:ext uri="{FF2B5EF4-FFF2-40B4-BE49-F238E27FC236}">
                <a16:creationId xmlns:a16="http://schemas.microsoft.com/office/drawing/2014/main" id="{E66760AA-D534-1A3A-EB40-98721C3DC40E}"/>
              </a:ext>
            </a:extLst>
          </p:cNvPr>
          <p:cNvGrpSpPr/>
          <p:nvPr/>
        </p:nvGrpSpPr>
        <p:grpSpPr>
          <a:xfrm rot="5400000">
            <a:off x="5972461" y="1252829"/>
            <a:ext cx="78569" cy="2068826"/>
            <a:chOff x="6851814" y="1766023"/>
            <a:chExt cx="78569" cy="2068826"/>
          </a:xfrm>
        </p:grpSpPr>
        <p:sp>
          <p:nvSpPr>
            <p:cNvPr id="638" name="Rechteck 637">
              <a:extLst>
                <a:ext uri="{FF2B5EF4-FFF2-40B4-BE49-F238E27FC236}">
                  <a16:creationId xmlns:a16="http://schemas.microsoft.com/office/drawing/2014/main" id="{C0D6BED8-F112-A151-1A82-7E9E3AFCAC77}"/>
                </a:ext>
              </a:extLst>
            </p:cNvPr>
            <p:cNvSpPr/>
            <p:nvPr/>
          </p:nvSpPr>
          <p:spPr>
            <a:xfrm>
              <a:off x="6874597" y="1847310"/>
              <a:ext cx="33002" cy="132075"/>
            </a:xfrm>
            <a:prstGeom prst="rect">
              <a:avLst/>
            </a:prstGeom>
            <a:solidFill>
              <a:srgbClr val="FF9900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39" name="Rechteck 638">
              <a:extLst>
                <a:ext uri="{FF2B5EF4-FFF2-40B4-BE49-F238E27FC236}">
                  <a16:creationId xmlns:a16="http://schemas.microsoft.com/office/drawing/2014/main" id="{CDDAA9BC-8BE4-61D1-F5BE-856DB4A3EA2A}"/>
                </a:ext>
              </a:extLst>
            </p:cNvPr>
            <p:cNvSpPr/>
            <p:nvPr/>
          </p:nvSpPr>
          <p:spPr>
            <a:xfrm>
              <a:off x="6851814" y="1979385"/>
              <a:ext cx="78569" cy="1642102"/>
            </a:xfrm>
            <a:prstGeom prst="rect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40" name="Rechteck 639">
              <a:extLst>
                <a:ext uri="{FF2B5EF4-FFF2-40B4-BE49-F238E27FC236}">
                  <a16:creationId xmlns:a16="http://schemas.microsoft.com/office/drawing/2014/main" id="{8D677E5D-0C5A-1FF8-D335-B7E8F804CE50}"/>
                </a:ext>
              </a:extLst>
            </p:cNvPr>
            <p:cNvSpPr/>
            <p:nvPr/>
          </p:nvSpPr>
          <p:spPr>
            <a:xfrm>
              <a:off x="6851814" y="1766023"/>
              <a:ext cx="78569" cy="133200"/>
            </a:xfrm>
            <a:prstGeom prst="rect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1" name="Rechteck 640">
              <a:extLst>
                <a:ext uri="{FF2B5EF4-FFF2-40B4-BE49-F238E27FC236}">
                  <a16:creationId xmlns:a16="http://schemas.microsoft.com/office/drawing/2014/main" id="{06FFC919-043B-F7B8-B1A5-9E694131CB73}"/>
                </a:ext>
              </a:extLst>
            </p:cNvPr>
            <p:cNvSpPr/>
            <p:nvPr/>
          </p:nvSpPr>
          <p:spPr>
            <a:xfrm>
              <a:off x="6874597" y="3621487"/>
              <a:ext cx="33002" cy="132075"/>
            </a:xfrm>
            <a:prstGeom prst="rect">
              <a:avLst/>
            </a:prstGeom>
            <a:solidFill>
              <a:srgbClr val="FF9900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2" name="Rechteck 641">
              <a:extLst>
                <a:ext uri="{FF2B5EF4-FFF2-40B4-BE49-F238E27FC236}">
                  <a16:creationId xmlns:a16="http://schemas.microsoft.com/office/drawing/2014/main" id="{D500387F-1CCD-4847-9407-793077840AEA}"/>
                </a:ext>
              </a:extLst>
            </p:cNvPr>
            <p:cNvSpPr/>
            <p:nvPr/>
          </p:nvSpPr>
          <p:spPr>
            <a:xfrm>
              <a:off x="6851814" y="3701649"/>
              <a:ext cx="78569" cy="133200"/>
            </a:xfrm>
            <a:prstGeom prst="rect">
              <a:avLst/>
            </a:prstGeom>
            <a:solidFill>
              <a:srgbClr val="FF9966"/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625" name="Ellipse 624">
            <a:extLst>
              <a:ext uri="{FF2B5EF4-FFF2-40B4-BE49-F238E27FC236}">
                <a16:creationId xmlns:a16="http://schemas.microsoft.com/office/drawing/2014/main" id="{9F9F894C-4E26-F390-56AA-E05502514BD3}"/>
              </a:ext>
            </a:extLst>
          </p:cNvPr>
          <p:cNvSpPr/>
          <p:nvPr/>
        </p:nvSpPr>
        <p:spPr>
          <a:xfrm>
            <a:off x="493295" y="2051384"/>
            <a:ext cx="751974" cy="751974"/>
          </a:xfrm>
          <a:prstGeom prst="ellipse">
            <a:avLst/>
          </a:prstGeom>
          <a:solidFill>
            <a:srgbClr val="FF9966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0E53C269-4F7C-5786-28F4-266E913FAB48}"/>
              </a:ext>
            </a:extLst>
          </p:cNvPr>
          <p:cNvCxnSpPr/>
          <p:nvPr/>
        </p:nvCxnSpPr>
        <p:spPr>
          <a:xfrm>
            <a:off x="2057400" y="2610476"/>
            <a:ext cx="0" cy="21055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0CE47EB3-0400-A2DE-518B-CA0BE43FB079}"/>
              </a:ext>
            </a:extLst>
          </p:cNvPr>
          <p:cNvSpPr/>
          <p:nvPr/>
        </p:nvSpPr>
        <p:spPr>
          <a:xfrm>
            <a:off x="5058619" y="2855441"/>
            <a:ext cx="388737" cy="35994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E2E775E-877B-91BC-29C5-AA58E5B3A899}"/>
              </a:ext>
            </a:extLst>
          </p:cNvPr>
          <p:cNvSpPr/>
          <p:nvPr/>
        </p:nvSpPr>
        <p:spPr>
          <a:xfrm>
            <a:off x="5125879" y="2644488"/>
            <a:ext cx="45719" cy="2109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D8A0006-78FC-A27F-7977-609573252616}"/>
              </a:ext>
            </a:extLst>
          </p:cNvPr>
          <p:cNvSpPr/>
          <p:nvPr/>
        </p:nvSpPr>
        <p:spPr>
          <a:xfrm>
            <a:off x="5338991" y="2644488"/>
            <a:ext cx="45719" cy="2109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73A979E-5074-CF4B-B640-DE2E803A3F31}"/>
              </a:ext>
            </a:extLst>
          </p:cNvPr>
          <p:cNvSpPr/>
          <p:nvPr/>
        </p:nvSpPr>
        <p:spPr>
          <a:xfrm>
            <a:off x="5751194" y="2855441"/>
            <a:ext cx="388737" cy="35994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44D3BC28-D6C8-2D4F-63FD-9988F1FF7CC3}"/>
              </a:ext>
            </a:extLst>
          </p:cNvPr>
          <p:cNvSpPr/>
          <p:nvPr/>
        </p:nvSpPr>
        <p:spPr>
          <a:xfrm>
            <a:off x="5818454" y="2644488"/>
            <a:ext cx="45719" cy="2109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8162EBC-111A-A5E6-EDEB-44A8DBA5FCD8}"/>
              </a:ext>
            </a:extLst>
          </p:cNvPr>
          <p:cNvSpPr/>
          <p:nvPr/>
        </p:nvSpPr>
        <p:spPr>
          <a:xfrm>
            <a:off x="6031566" y="2644488"/>
            <a:ext cx="45719" cy="2109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82D7CB3-51A8-8533-12CA-B4EAA73D933E}"/>
              </a:ext>
            </a:extLst>
          </p:cNvPr>
          <p:cNvSpPr/>
          <p:nvPr/>
        </p:nvSpPr>
        <p:spPr>
          <a:xfrm rot="10800000" flipV="1">
            <a:off x="5058619" y="3215390"/>
            <a:ext cx="1081312" cy="11370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700" dirty="0" err="1">
                <a:solidFill>
                  <a:schemeClr val="tx1"/>
                </a:solidFill>
              </a:rPr>
              <a:t>Handover</a:t>
            </a:r>
            <a:r>
              <a:rPr lang="de-DE" sz="700" dirty="0">
                <a:solidFill>
                  <a:schemeClr val="tx1"/>
                </a:solidFill>
              </a:rPr>
              <a:t> Unit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2C38F99B-A3F4-E415-D3AC-F33834643CA0}"/>
              </a:ext>
            </a:extLst>
          </p:cNvPr>
          <p:cNvSpPr/>
          <p:nvPr/>
        </p:nvSpPr>
        <p:spPr>
          <a:xfrm>
            <a:off x="6416223" y="2981762"/>
            <a:ext cx="78569" cy="485338"/>
          </a:xfrm>
          <a:prstGeom prst="rect">
            <a:avLst/>
          </a:prstGeom>
          <a:solidFill>
            <a:srgbClr val="FF9966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ABD033AF-536B-0C14-1995-D34BC25E25CB}"/>
              </a:ext>
            </a:extLst>
          </p:cNvPr>
          <p:cNvSpPr/>
          <p:nvPr/>
        </p:nvSpPr>
        <p:spPr>
          <a:xfrm rot="10800000">
            <a:off x="6439007" y="2850679"/>
            <a:ext cx="33002" cy="132075"/>
          </a:xfrm>
          <a:prstGeom prst="rect">
            <a:avLst/>
          </a:prstGeom>
          <a:solidFill>
            <a:srgbClr val="FF990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F1132DDE-E962-60EA-9C64-9A45C296D9E6}"/>
              </a:ext>
            </a:extLst>
          </p:cNvPr>
          <p:cNvSpPr/>
          <p:nvPr/>
        </p:nvSpPr>
        <p:spPr>
          <a:xfrm rot="10800000">
            <a:off x="6416706" y="2738606"/>
            <a:ext cx="78569" cy="133200"/>
          </a:xfrm>
          <a:prstGeom prst="rect">
            <a:avLst/>
          </a:prstGeom>
          <a:solidFill>
            <a:srgbClr val="FF9966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92D86E63-1E44-4634-09BD-E2D9D807D576}"/>
              </a:ext>
            </a:extLst>
          </p:cNvPr>
          <p:cNvSpPr/>
          <p:nvPr/>
        </p:nvSpPr>
        <p:spPr>
          <a:xfrm rot="10800000">
            <a:off x="6943094" y="2848831"/>
            <a:ext cx="33002" cy="132075"/>
          </a:xfrm>
          <a:prstGeom prst="rect">
            <a:avLst/>
          </a:prstGeom>
          <a:solidFill>
            <a:srgbClr val="FF990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35342812-BBFC-4854-A4D6-FC0BBA14C382}"/>
              </a:ext>
            </a:extLst>
          </p:cNvPr>
          <p:cNvSpPr/>
          <p:nvPr/>
        </p:nvSpPr>
        <p:spPr>
          <a:xfrm rot="10800000">
            <a:off x="6920793" y="2736758"/>
            <a:ext cx="78569" cy="133200"/>
          </a:xfrm>
          <a:prstGeom prst="rect">
            <a:avLst/>
          </a:prstGeom>
          <a:solidFill>
            <a:srgbClr val="FF9966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898D2933-8FB1-C481-9B43-1FD8CE7A633E}"/>
              </a:ext>
            </a:extLst>
          </p:cNvPr>
          <p:cNvSpPr/>
          <p:nvPr/>
        </p:nvSpPr>
        <p:spPr>
          <a:xfrm>
            <a:off x="6922152" y="2981762"/>
            <a:ext cx="78569" cy="485338"/>
          </a:xfrm>
          <a:prstGeom prst="rect">
            <a:avLst/>
          </a:prstGeom>
          <a:solidFill>
            <a:srgbClr val="FF9966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F4FD53FD-E589-625A-44D4-E6D12A2BE839}"/>
              </a:ext>
            </a:extLst>
          </p:cNvPr>
          <p:cNvSpPr/>
          <p:nvPr/>
        </p:nvSpPr>
        <p:spPr>
          <a:xfrm>
            <a:off x="6929834" y="3442149"/>
            <a:ext cx="64800" cy="49901"/>
          </a:xfrm>
          <a:prstGeom prst="rect">
            <a:avLst/>
          </a:prstGeom>
          <a:solidFill>
            <a:srgbClr val="FF9966"/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22DDB281-2A47-40FA-3B6E-4ED775B795C9}"/>
              </a:ext>
            </a:extLst>
          </p:cNvPr>
          <p:cNvSpPr/>
          <p:nvPr/>
        </p:nvSpPr>
        <p:spPr>
          <a:xfrm>
            <a:off x="6420768" y="3438540"/>
            <a:ext cx="64800" cy="49901"/>
          </a:xfrm>
          <a:prstGeom prst="rect">
            <a:avLst/>
          </a:prstGeom>
          <a:solidFill>
            <a:srgbClr val="FF9966"/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ADBD5F99-53F6-D0D1-3490-A2728CB98621}"/>
              </a:ext>
            </a:extLst>
          </p:cNvPr>
          <p:cNvCxnSpPr/>
          <p:nvPr/>
        </p:nvCxnSpPr>
        <p:spPr>
          <a:xfrm>
            <a:off x="6453168" y="2578911"/>
            <a:ext cx="522928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F15E642F-B2A6-A95F-4F93-950A6305BA44}"/>
              </a:ext>
            </a:extLst>
          </p:cNvPr>
          <p:cNvSpPr txBox="1"/>
          <p:nvPr/>
        </p:nvSpPr>
        <p:spPr>
          <a:xfrm>
            <a:off x="6523123" y="2447004"/>
            <a:ext cx="39767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00" dirty="0"/>
              <a:t>100mm</a:t>
            </a:r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628BC11A-D18A-18F3-019C-854E420970ED}"/>
              </a:ext>
            </a:extLst>
          </p:cNvPr>
          <p:cNvCxnSpPr>
            <a:cxnSpLocks/>
          </p:cNvCxnSpPr>
          <p:nvPr/>
        </p:nvCxnSpPr>
        <p:spPr>
          <a:xfrm flipH="1" flipV="1">
            <a:off x="7148206" y="2803358"/>
            <a:ext cx="0" cy="623392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feld 31">
            <a:extLst>
              <a:ext uri="{FF2B5EF4-FFF2-40B4-BE49-F238E27FC236}">
                <a16:creationId xmlns:a16="http://schemas.microsoft.com/office/drawing/2014/main" id="{4C15466D-D7E5-DEFD-4D2F-D01907FFE878}"/>
              </a:ext>
            </a:extLst>
          </p:cNvPr>
          <p:cNvSpPr txBox="1"/>
          <p:nvPr/>
        </p:nvSpPr>
        <p:spPr>
          <a:xfrm rot="16200000">
            <a:off x="6897012" y="2994232"/>
            <a:ext cx="39767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00" dirty="0"/>
              <a:t>70mm</a:t>
            </a:r>
          </a:p>
        </p:txBody>
      </p: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7A911E1A-756A-B425-02E1-0DFAA5915EE0}"/>
              </a:ext>
            </a:extLst>
          </p:cNvPr>
          <p:cNvCxnSpPr>
            <a:cxnSpLocks/>
          </p:cNvCxnSpPr>
          <p:nvPr/>
        </p:nvCxnSpPr>
        <p:spPr>
          <a:xfrm flipV="1">
            <a:off x="7148206" y="3426749"/>
            <a:ext cx="0" cy="507076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Textfeld 36">
            <a:extLst>
              <a:ext uri="{FF2B5EF4-FFF2-40B4-BE49-F238E27FC236}">
                <a16:creationId xmlns:a16="http://schemas.microsoft.com/office/drawing/2014/main" id="{68C72A34-3742-ACD8-CF5C-6BA96C961A95}"/>
              </a:ext>
            </a:extLst>
          </p:cNvPr>
          <p:cNvSpPr txBox="1"/>
          <p:nvPr/>
        </p:nvSpPr>
        <p:spPr>
          <a:xfrm rot="16200000">
            <a:off x="6897013" y="3572378"/>
            <a:ext cx="39767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00" dirty="0"/>
              <a:t>variable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38C93908-82AD-0251-26EC-1568927AABF0}"/>
              </a:ext>
            </a:extLst>
          </p:cNvPr>
          <p:cNvSpPr/>
          <p:nvPr/>
        </p:nvSpPr>
        <p:spPr>
          <a:xfrm>
            <a:off x="370537" y="4216585"/>
            <a:ext cx="2147303" cy="37185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err="1"/>
              <a:t>Feeding</a:t>
            </a:r>
            <a:r>
              <a:rPr lang="de-DE" dirty="0"/>
              <a:t> Unit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B0ADF997-5FD8-AE10-4DA0-064FE09E7247}"/>
              </a:ext>
            </a:extLst>
          </p:cNvPr>
          <p:cNvSpPr/>
          <p:nvPr/>
        </p:nvSpPr>
        <p:spPr>
          <a:xfrm>
            <a:off x="2533145" y="4216585"/>
            <a:ext cx="2147303" cy="37185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Cut  &amp; Strip Unit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47F83E76-0BEF-7C7A-F429-BB66B8A2EC26}"/>
              </a:ext>
            </a:extLst>
          </p:cNvPr>
          <p:cNvSpPr/>
          <p:nvPr/>
        </p:nvSpPr>
        <p:spPr>
          <a:xfrm>
            <a:off x="4685493" y="4216585"/>
            <a:ext cx="2674312" cy="37185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err="1"/>
              <a:t>Handover</a:t>
            </a:r>
            <a:r>
              <a:rPr lang="de-DE" dirty="0"/>
              <a:t> Unit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8C677279-FE55-DDB3-D14C-BF9CDE5C9EA0}"/>
              </a:ext>
            </a:extLst>
          </p:cNvPr>
          <p:cNvSpPr/>
          <p:nvPr/>
        </p:nvSpPr>
        <p:spPr>
          <a:xfrm>
            <a:off x="7359805" y="4216585"/>
            <a:ext cx="2674312" cy="37185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Robot Handling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9BDC22C4-46BF-512E-A30A-FC7AA454E56F}"/>
              </a:ext>
            </a:extLst>
          </p:cNvPr>
          <p:cNvSpPr/>
          <p:nvPr/>
        </p:nvSpPr>
        <p:spPr>
          <a:xfrm>
            <a:off x="10034117" y="4216585"/>
            <a:ext cx="1550019" cy="37185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Round Table</a:t>
            </a:r>
          </a:p>
        </p:txBody>
      </p:sp>
    </p:spTree>
    <p:extLst>
      <p:ext uri="{BB962C8B-B14F-4D97-AF65-F5344CB8AC3E}">
        <p14:creationId xmlns:p14="http://schemas.microsoft.com/office/powerpoint/2010/main" val="3291388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656EAC3B-36D3-607F-2B2B-5A7CE5A76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524" y="161538"/>
            <a:ext cx="4656790" cy="265716"/>
          </a:xfrm>
        </p:spPr>
        <p:txBody>
          <a:bodyPr/>
          <a:lstStyle/>
          <a:p>
            <a:r>
              <a:rPr lang="de-DE" sz="2000" b="1" dirty="0"/>
              <a:t>Variante 2</a:t>
            </a:r>
            <a:br>
              <a:rPr lang="de-DE" sz="2000" b="1" dirty="0"/>
            </a:br>
            <a:endParaRPr lang="de-DE" sz="2000" b="1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FD4D366-51BC-C264-7B27-DA4094DEDCB3}"/>
              </a:ext>
            </a:extLst>
          </p:cNvPr>
          <p:cNvSpPr txBox="1"/>
          <p:nvPr/>
        </p:nvSpPr>
        <p:spPr>
          <a:xfrm>
            <a:off x="249382" y="754087"/>
            <a:ext cx="280846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Variante 2:</a:t>
            </a:r>
          </a:p>
          <a:p>
            <a:r>
              <a:rPr lang="de-DE" b="1" dirty="0"/>
              <a:t>„Teilautomatisiert“</a:t>
            </a:r>
          </a:p>
          <a:p>
            <a:endParaRPr lang="de-DE" b="1" dirty="0"/>
          </a:p>
          <a:p>
            <a:r>
              <a:rPr lang="de-DE" b="1" dirty="0"/>
              <a:t>Eingabe Station 1: Manuell</a:t>
            </a:r>
          </a:p>
          <a:p>
            <a:endParaRPr lang="de-DE" b="1" dirty="0"/>
          </a:p>
          <a:p>
            <a:r>
              <a:rPr lang="de-DE" b="1" dirty="0"/>
              <a:t>Station 2 – 6: Automatisch</a:t>
            </a:r>
          </a:p>
          <a:p>
            <a:endParaRPr lang="de-DE" b="1" dirty="0"/>
          </a:p>
          <a:p>
            <a:r>
              <a:rPr lang="de-DE" b="1" dirty="0"/>
              <a:t>Ausgabe Station 8: Manuell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1750E5D-8209-FC5D-739B-38D7BF8FE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709" y="754087"/>
            <a:ext cx="8138812" cy="536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827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656EAC3B-36D3-607F-2B2B-5A7CE5A76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524" y="161538"/>
            <a:ext cx="4656790" cy="265716"/>
          </a:xfrm>
        </p:spPr>
        <p:txBody>
          <a:bodyPr/>
          <a:lstStyle/>
          <a:p>
            <a:r>
              <a:rPr lang="de-DE" sz="2000" b="1" dirty="0"/>
              <a:t>Variante 3</a:t>
            </a:r>
            <a:br>
              <a:rPr lang="de-DE" sz="2000" b="1" dirty="0"/>
            </a:br>
            <a:endParaRPr lang="de-DE" sz="2000" b="1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FD4D366-51BC-C264-7B27-DA4094DEDCB3}"/>
              </a:ext>
            </a:extLst>
          </p:cNvPr>
          <p:cNvSpPr txBox="1"/>
          <p:nvPr/>
        </p:nvSpPr>
        <p:spPr>
          <a:xfrm>
            <a:off x="249382" y="754087"/>
            <a:ext cx="332700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Variante 3:</a:t>
            </a:r>
          </a:p>
          <a:p>
            <a:r>
              <a:rPr lang="de-DE" b="1" dirty="0"/>
              <a:t>„Teilautomatisiert mit</a:t>
            </a:r>
          </a:p>
          <a:p>
            <a:r>
              <a:rPr lang="de-DE" b="1" dirty="0"/>
              <a:t>Handzuführungen“</a:t>
            </a:r>
          </a:p>
          <a:p>
            <a:endParaRPr lang="de-DE" b="1" dirty="0"/>
          </a:p>
          <a:p>
            <a:r>
              <a:rPr lang="de-DE" b="1" dirty="0"/>
              <a:t>Eingabe Station 1: Manuell</a:t>
            </a:r>
          </a:p>
          <a:p>
            <a:endParaRPr lang="de-DE" b="1" dirty="0"/>
          </a:p>
          <a:p>
            <a:r>
              <a:rPr lang="de-DE" b="1" dirty="0"/>
              <a:t>Station 2 – 6: Zuführung Manuell</a:t>
            </a:r>
          </a:p>
          <a:p>
            <a:r>
              <a:rPr lang="de-DE" b="1" dirty="0"/>
              <a:t>mit Automatischen Prozessen</a:t>
            </a:r>
          </a:p>
          <a:p>
            <a:endParaRPr lang="de-DE" b="1" dirty="0"/>
          </a:p>
          <a:p>
            <a:r>
              <a:rPr lang="de-DE" b="1" dirty="0"/>
              <a:t>Ausgabe Station 8: Manuell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1A916E8-80DF-8075-8E5B-756530D5B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833" y="686786"/>
            <a:ext cx="7948891" cy="541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411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656EAC3B-36D3-607F-2B2B-5A7CE5A76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524" y="161538"/>
            <a:ext cx="4656790" cy="265716"/>
          </a:xfrm>
        </p:spPr>
        <p:txBody>
          <a:bodyPr/>
          <a:lstStyle/>
          <a:p>
            <a:r>
              <a:rPr lang="de-DE" sz="2000" b="1" dirty="0"/>
              <a:t>Variante 4</a:t>
            </a:r>
            <a:br>
              <a:rPr lang="de-DE" sz="2000" b="1" dirty="0"/>
            </a:br>
            <a:endParaRPr lang="de-DE" sz="2000" b="1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FD4D366-51BC-C264-7B27-DA4094DEDCB3}"/>
              </a:ext>
            </a:extLst>
          </p:cNvPr>
          <p:cNvSpPr txBox="1"/>
          <p:nvPr/>
        </p:nvSpPr>
        <p:spPr>
          <a:xfrm>
            <a:off x="249382" y="754087"/>
            <a:ext cx="376278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Variante 4:</a:t>
            </a:r>
          </a:p>
          <a:p>
            <a:r>
              <a:rPr lang="de-DE" b="1" dirty="0"/>
              <a:t>„Teilautomatisiert mit</a:t>
            </a:r>
          </a:p>
          <a:p>
            <a:r>
              <a:rPr lang="de-DE" b="1" dirty="0"/>
              <a:t>kpl. manuellen Bauteilhandling“</a:t>
            </a:r>
          </a:p>
          <a:p>
            <a:endParaRPr lang="de-DE" b="1" dirty="0"/>
          </a:p>
          <a:p>
            <a:r>
              <a:rPr lang="de-DE" b="1" dirty="0"/>
              <a:t>Eingabe Station 1: Manuell</a:t>
            </a:r>
            <a:br>
              <a:rPr lang="de-DE" b="1" dirty="0"/>
            </a:br>
            <a:endParaRPr lang="de-DE" b="1" dirty="0"/>
          </a:p>
          <a:p>
            <a:r>
              <a:rPr lang="de-DE" b="1" dirty="0"/>
              <a:t>Station 2 – 6: Zuführung Manuell</a:t>
            </a:r>
          </a:p>
          <a:p>
            <a:r>
              <a:rPr lang="de-DE" b="1" dirty="0"/>
              <a:t>mit Automatischen Prozessen</a:t>
            </a:r>
          </a:p>
          <a:p>
            <a:endParaRPr lang="de-DE" b="1" dirty="0"/>
          </a:p>
          <a:p>
            <a:r>
              <a:rPr lang="de-DE" b="1" dirty="0"/>
              <a:t>Ausgabe Station 8: Manuell</a:t>
            </a:r>
          </a:p>
          <a:p>
            <a:endParaRPr lang="de-DE" b="1" dirty="0"/>
          </a:p>
          <a:p>
            <a:r>
              <a:rPr lang="de-DE" b="1" dirty="0"/>
              <a:t>Manuelles Verschieben Werkstückträger</a:t>
            </a:r>
          </a:p>
          <a:p>
            <a:endParaRPr lang="de-DE" b="1" dirty="0"/>
          </a:p>
          <a:p>
            <a:r>
              <a:rPr lang="de-DE" b="1" dirty="0"/>
              <a:t>Manuelle Rückführung leerer Werkstückträger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79BE739-1082-1875-1D9A-4A9F1B7C5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6807" y="655811"/>
            <a:ext cx="7762787" cy="5448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307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B2710CF3-13A0-BAC4-307D-1F9FAE60C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524" y="161538"/>
            <a:ext cx="4656790" cy="265716"/>
          </a:xfrm>
        </p:spPr>
        <p:txBody>
          <a:bodyPr/>
          <a:lstStyle/>
          <a:p>
            <a:r>
              <a:rPr lang="de-DE" sz="2000" b="1" dirty="0"/>
              <a:t>Richtpreise</a:t>
            </a:r>
            <a:br>
              <a:rPr lang="de-DE" sz="2000" b="1" dirty="0"/>
            </a:br>
            <a:endParaRPr lang="de-DE" sz="2000" b="1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2C62C39-D6FE-D60B-12E1-5EA4211584E2}"/>
              </a:ext>
            </a:extLst>
          </p:cNvPr>
          <p:cNvSpPr txBox="1"/>
          <p:nvPr/>
        </p:nvSpPr>
        <p:spPr>
          <a:xfrm>
            <a:off x="538336" y="844762"/>
            <a:ext cx="849463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u="sng" dirty="0"/>
              <a:t>Richtpreis je nach Ausbauvariante</a:t>
            </a:r>
          </a:p>
          <a:p>
            <a:endParaRPr lang="de-DE" b="1" dirty="0"/>
          </a:p>
          <a:p>
            <a:r>
              <a:rPr lang="de-DE" b="1" dirty="0"/>
              <a:t>Variante 1 „Vollautomatisiert“:		 		ca. 1.250.000 €</a:t>
            </a:r>
          </a:p>
          <a:p>
            <a:r>
              <a:rPr lang="de-DE" b="1" dirty="0"/>
              <a:t>Variante 2 „Teilautomatisiert“:	 			ca. 1.130.000 €</a:t>
            </a:r>
          </a:p>
          <a:p>
            <a:r>
              <a:rPr lang="de-DE" b="1" dirty="0"/>
              <a:t>Variante 3 „Teilautomatisiert mit Handzuführung“:		ca. 1.025.000 €</a:t>
            </a:r>
          </a:p>
          <a:p>
            <a:r>
              <a:rPr lang="de-DE" b="1" dirty="0"/>
              <a:t>Variante 4 „Teilautomatisiert mit kpl. manuellen Bauteilhandling: 	ca.    895.000 €	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315E5ED-F7DC-42D6-E9B6-1C349FF5CBA9}"/>
              </a:ext>
            </a:extLst>
          </p:cNvPr>
          <p:cNvSpPr txBox="1"/>
          <p:nvPr/>
        </p:nvSpPr>
        <p:spPr>
          <a:xfrm>
            <a:off x="538336" y="5816795"/>
            <a:ext cx="74579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i="1" dirty="0"/>
              <a:t>Hinweis:</a:t>
            </a:r>
          </a:p>
          <a:p>
            <a:r>
              <a:rPr lang="de-DE" sz="1200" i="1" dirty="0"/>
              <a:t>Aktuell noch geschätzte Preise, da die Abklärungen mit den Prozessen Abisolieren, Crimpen, Biegen, Löten und Prüfen</a:t>
            </a:r>
          </a:p>
          <a:p>
            <a:r>
              <a:rPr lang="de-DE" sz="1200" i="1" dirty="0"/>
              <a:t>noch nicht abgeschlossen ist. </a:t>
            </a:r>
          </a:p>
          <a:p>
            <a:r>
              <a:rPr lang="de-DE" sz="1200" i="1" dirty="0"/>
              <a:t>Eine Technische Durchsprache der einzelnen Prozesse fand noch nicht statt.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7ED08746-8BEC-8496-133E-4C2687E0EE5B}"/>
              </a:ext>
            </a:extLst>
          </p:cNvPr>
          <p:cNvSpPr txBox="1"/>
          <p:nvPr/>
        </p:nvSpPr>
        <p:spPr>
          <a:xfrm>
            <a:off x="538336" y="2858529"/>
            <a:ext cx="7311873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i="1" u="sng" dirty="0"/>
              <a:t>Der Richtpreis beinhaltet: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i="1" dirty="0"/>
              <a:t>Erstellen der Mechanischen Konstruktion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i="1" dirty="0"/>
              <a:t>Erstellen der Hardwareplanung und der Software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i="1" dirty="0"/>
              <a:t>Beschaffung der Kauf- und Fertigungsteile (Mechanisch und Elektrisch)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i="1" dirty="0"/>
              <a:t>Montage mit elektrischer, pneumatischer Installation bei uns im Hause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i="1" dirty="0"/>
              <a:t>Endmontage und Inbetriebnahme sowie Vorabnahme der Anlage bei uns im Hause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i="1" dirty="0"/>
              <a:t>Demontage und Verladen auf LKW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i="1" dirty="0"/>
              <a:t>Wiederaufbau und Inbetriebnahme in Ihrem Werk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i="1" dirty="0"/>
              <a:t>Schulung/Einweisung Ihrer Mitarbeiter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i="1" dirty="0"/>
              <a:t>Erstellung der Dokumentationsunterlagen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i="1" dirty="0"/>
              <a:t>Projektmanagement</a:t>
            </a:r>
          </a:p>
        </p:txBody>
      </p:sp>
    </p:spTree>
    <p:extLst>
      <p:ext uri="{BB962C8B-B14F-4D97-AF65-F5344CB8AC3E}">
        <p14:creationId xmlns:p14="http://schemas.microsoft.com/office/powerpoint/2010/main" val="838176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5126BDD4-5DB3-4687-8192-942F6B154928}"/>
              </a:ext>
            </a:extLst>
          </p:cNvPr>
          <p:cNvSpPr/>
          <p:nvPr/>
        </p:nvSpPr>
        <p:spPr>
          <a:xfrm>
            <a:off x="0" y="45822"/>
            <a:ext cx="12192000" cy="3990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464AB80-4145-4D82-826E-0B9A549CC717}"/>
              </a:ext>
            </a:extLst>
          </p:cNvPr>
          <p:cNvSpPr/>
          <p:nvPr/>
        </p:nvSpPr>
        <p:spPr>
          <a:xfrm>
            <a:off x="0" y="45822"/>
            <a:ext cx="12192000" cy="3990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Wir sagen…">
            <a:extLst>
              <a:ext uri="{FF2B5EF4-FFF2-40B4-BE49-F238E27FC236}">
                <a16:creationId xmlns:a16="http://schemas.microsoft.com/office/drawing/2014/main" id="{5B1447A0-5512-6461-2ECB-DC74C3C52059}"/>
              </a:ext>
            </a:extLst>
          </p:cNvPr>
          <p:cNvSpPr txBox="1"/>
          <p:nvPr/>
        </p:nvSpPr>
        <p:spPr>
          <a:xfrm>
            <a:off x="1123604" y="1968156"/>
            <a:ext cx="4567773" cy="1190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3691"/>
              <a:t>Danke</a:t>
            </a:r>
            <a:endParaRPr sz="3691" dirty="0"/>
          </a:p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3691">
                <a:solidFill>
                  <a:srgbClr val="4DB8A0"/>
                </a:solidFill>
              </a:rPr>
              <a:t>für die Aufmerksamkeit</a:t>
            </a:r>
            <a:endParaRPr sz="3691" dirty="0">
              <a:solidFill>
                <a:srgbClr val="4DB8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7474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2023-03-06 Präsentation_Vorlage_neu.pptx" id="{0D1DCC39-9FAD-4378-9BC8-F5A16F8B67D6}" vid="{B59B905E-AC12-4106-9A9F-63C4A424157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2023_Präsentation_Vorlage_neu_SCR</Template>
  <TotalTime>0</TotalTime>
  <Words>438</Words>
  <Application>Microsoft Office PowerPoint</Application>
  <PresentationFormat>Breitbild</PresentationFormat>
  <Paragraphs>126</Paragraphs>
  <Slides>14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21" baseType="lpstr">
      <vt:lpstr>Arial</vt:lpstr>
      <vt:lpstr>Calibri</vt:lpstr>
      <vt:lpstr>Gilroy</vt:lpstr>
      <vt:lpstr>Gilroy ExtraBold</vt:lpstr>
      <vt:lpstr>Gilroy Light</vt:lpstr>
      <vt:lpstr>Gilroy SemiBold</vt:lpstr>
      <vt:lpstr>Office-Design</vt:lpstr>
      <vt:lpstr>PowerPoint-Präsentation</vt:lpstr>
      <vt:lpstr>Ansprechpartner</vt:lpstr>
      <vt:lpstr>Grundlagen</vt:lpstr>
      <vt:lpstr>Aufgabenbeschreibung</vt:lpstr>
      <vt:lpstr>Aufgabenbeschreibung</vt:lpstr>
      <vt:lpstr>Variante 1 </vt:lpstr>
      <vt:lpstr>PowerPoint-Präsentation</vt:lpstr>
      <vt:lpstr>Aufnahme Bauteil</vt:lpstr>
      <vt:lpstr>Insert Cable</vt:lpstr>
      <vt:lpstr>Variante 2 </vt:lpstr>
      <vt:lpstr>Variante 3 </vt:lpstr>
      <vt:lpstr>Variante 4 </vt:lpstr>
      <vt:lpstr>Richtpreise 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Schano Rudolf</dc:creator>
  <cp:lastModifiedBy>Radlbeck Ulrich</cp:lastModifiedBy>
  <cp:revision>23</cp:revision>
  <cp:lastPrinted>2023-03-03T08:30:24Z</cp:lastPrinted>
  <dcterms:created xsi:type="dcterms:W3CDTF">2024-09-30T08:13:36Z</dcterms:created>
  <dcterms:modified xsi:type="dcterms:W3CDTF">2025-04-14T10:55:09Z</dcterms:modified>
</cp:coreProperties>
</file>