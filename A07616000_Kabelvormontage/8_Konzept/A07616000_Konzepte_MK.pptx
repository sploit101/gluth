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8"/>
  </p:notesMasterIdLst>
  <p:handoutMasterIdLst>
    <p:handoutMasterId r:id="rId29"/>
  </p:handoutMasterIdLst>
  <p:sldIdLst>
    <p:sldId id="256" r:id="rId2"/>
    <p:sldId id="1192" r:id="rId3"/>
    <p:sldId id="1193" r:id="rId4"/>
    <p:sldId id="1194" r:id="rId5"/>
    <p:sldId id="1196" r:id="rId6"/>
    <p:sldId id="1212" r:id="rId7"/>
    <p:sldId id="1197" r:id="rId8"/>
    <p:sldId id="1198" r:id="rId9"/>
    <p:sldId id="1199" r:id="rId10"/>
    <p:sldId id="1200" r:id="rId11"/>
    <p:sldId id="1195" r:id="rId12"/>
    <p:sldId id="1201" r:id="rId13"/>
    <p:sldId id="1213" r:id="rId14"/>
    <p:sldId id="1204" r:id="rId15"/>
    <p:sldId id="1205" r:id="rId16"/>
    <p:sldId id="1206" r:id="rId17"/>
    <p:sldId id="1207" r:id="rId18"/>
    <p:sldId id="1208" r:id="rId19"/>
    <p:sldId id="1209" r:id="rId20"/>
    <p:sldId id="1210" r:id="rId21"/>
    <p:sldId id="1211" r:id="rId22"/>
    <p:sldId id="1202" r:id="rId23"/>
    <p:sldId id="1214" r:id="rId24"/>
    <p:sldId id="1215" r:id="rId25"/>
    <p:sldId id="1203" r:id="rId26"/>
    <p:sldId id="1183" r:id="rId27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DED1846-D903-4FD0-AD9E-623877892FBE}">
          <p14:sldIdLst>
            <p14:sldId id="256"/>
          </p14:sldIdLst>
        </p14:section>
        <p14:section name="WT Konzept 1" id="{E9B79386-CE30-487C-B10A-88BD401E73DC}">
          <p14:sldIdLst>
            <p14:sldId id="1192"/>
            <p14:sldId id="1193"/>
          </p14:sldIdLst>
        </p14:section>
        <p14:section name="WT Konzept 2" id="{4965AA3D-96CE-49D4-9A99-62B88AA80599}">
          <p14:sldIdLst>
            <p14:sldId id="1194"/>
            <p14:sldId id="1196"/>
          </p14:sldIdLst>
        </p14:section>
        <p14:section name="Einlegen" id="{7EEF6252-519C-4838-B23E-DD04F451CDB8}">
          <p14:sldIdLst>
            <p14:sldId id="1212"/>
          </p14:sldIdLst>
        </p14:section>
        <p14:section name="Ausheben" id="{E6BECB8C-B8A5-4755-8F71-678F7BD9C820}">
          <p14:sldIdLst>
            <p14:sldId id="1197"/>
            <p14:sldId id="1198"/>
            <p14:sldId id="1199"/>
            <p14:sldId id="1200"/>
          </p14:sldIdLst>
        </p14:section>
        <p14:section name="Kabelschuh-BIegekonzept" id="{CE33EE44-F468-4633-8F69-772555F7B423}">
          <p14:sldIdLst>
            <p14:sldId id="1195"/>
            <p14:sldId id="1201"/>
            <p14:sldId id="1213"/>
          </p14:sldIdLst>
        </p14:section>
        <p14:section name="Schrumpfschlauch Konzept" id="{5A8CF7B9-065D-4E94-8A45-D68109A78093}">
          <p14:sldIdLst>
            <p14:sldId id="1204"/>
            <p14:sldId id="1205"/>
            <p14:sldId id="1206"/>
            <p14:sldId id="1207"/>
            <p14:sldId id="1208"/>
            <p14:sldId id="1209"/>
            <p14:sldId id="1210"/>
            <p14:sldId id="1211"/>
          </p14:sldIdLst>
        </p14:section>
        <p14:section name="Layout-Konzept" id="{EFB28488-A6AA-45E8-BD88-540DBF07FBC4}">
          <p14:sldIdLst>
            <p14:sldId id="1202"/>
            <p14:sldId id="1214"/>
            <p14:sldId id="1215"/>
            <p14:sldId id="1203"/>
            <p14:sldId id="11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1BCBE"/>
    <a:srgbClr val="F2F2F2"/>
    <a:srgbClr val="FFA200"/>
    <a:srgbClr val="FF8100"/>
    <a:srgbClr val="F78C00"/>
    <a:srgbClr val="2C3E48"/>
    <a:srgbClr val="FFFFFF"/>
    <a:srgbClr val="606263"/>
    <a:srgbClr val="399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7436" autoAdjust="0"/>
  </p:normalViewPr>
  <p:slideViewPr>
    <p:cSldViewPr snapToGrid="0">
      <p:cViewPr varScale="1">
        <p:scale>
          <a:sx n="86" d="100"/>
          <a:sy n="86" d="100"/>
        </p:scale>
        <p:origin x="48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31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97EB6F6-493D-DA97-B965-35A248815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1125C-C473-FE55-FBF5-2E740DF5F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0F1D3-59CB-4FC3-B85E-961C88BF436F}" type="datetimeFigureOut">
              <a:rPr lang="de-DE" smtClean="0"/>
              <a:t>14.11.2024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2802B8-DF76-CE14-CDF1-E4D4482486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1C7241-9A8C-8C18-A1A5-1392A91AC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BDDE2-899A-4F21-8C99-5A28EBA6801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14.11.2024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Ein Bild, das Screenshot, Schwarz, Dunkelheit enthält.&#10;&#10;Automatisch generierte Beschreibung">
            <a:extLst>
              <a:ext uri="{FF2B5EF4-FFF2-40B4-BE49-F238E27FC236}">
                <a16:creationId xmlns:a16="http://schemas.microsoft.com/office/drawing/2014/main" id="{5C1344FB-4045-D1BB-48FD-350CE8957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r="12000" b="42887"/>
          <a:stretch/>
        </p:blipFill>
        <p:spPr>
          <a:xfrm rot="13138923">
            <a:off x="7813028" y="-709758"/>
            <a:ext cx="5600598" cy="3916818"/>
          </a:xfrm>
          <a:custGeom>
            <a:avLst/>
            <a:gdLst>
              <a:gd name="connsiteX0" fmla="*/ 5600598 w 5600598"/>
              <a:gd name="connsiteY0" fmla="*/ 1294670 h 3916818"/>
              <a:gd name="connsiteX1" fmla="*/ 2360440 w 5600598"/>
              <a:gd name="connsiteY1" fmla="*/ 3916818 h 3916818"/>
              <a:gd name="connsiteX2" fmla="*/ 0 w 5600598"/>
              <a:gd name="connsiteY2" fmla="*/ 1000049 h 3916818"/>
              <a:gd name="connsiteX3" fmla="*/ 1235749 w 5600598"/>
              <a:gd name="connsiteY3" fmla="*/ 0 h 3916818"/>
              <a:gd name="connsiteX4" fmla="*/ 5600598 w 5600598"/>
              <a:gd name="connsiteY4" fmla="*/ 0 h 391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0598" h="3916818">
                <a:moveTo>
                  <a:pt x="5600598" y="1294670"/>
                </a:moveTo>
                <a:lnTo>
                  <a:pt x="2360440" y="3916818"/>
                </a:lnTo>
                <a:lnTo>
                  <a:pt x="0" y="1000049"/>
                </a:lnTo>
                <a:lnTo>
                  <a:pt x="1235749" y="0"/>
                </a:lnTo>
                <a:lnTo>
                  <a:pt x="5600598" y="0"/>
                </a:lnTo>
                <a:close/>
              </a:path>
            </a:pathLst>
          </a:cu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r>
              <a:rPr lang="de-DE" sz="1000" dirty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xx.xx.2024</a:t>
            </a:r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33740E4-DBFF-ED4E-3B33-C3785B1F6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7889" y="6169583"/>
            <a:ext cx="1853671" cy="55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1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r>
              <a:rPr lang="de-DE" sz="1000" dirty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xx.xx.2024</a:t>
            </a:r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647A44-1BE1-D8C4-64E2-48910E5FC2F7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rgbClr val="2C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545" t="220" r="182" b="34710"/>
          <a:stretch/>
        </p:blipFill>
        <p:spPr>
          <a:xfrm>
            <a:off x="3886200" y="1"/>
            <a:ext cx="8305800" cy="4493986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849BAAD-819F-FD17-80DF-57FBF1AC5F33}"/>
              </a:ext>
            </a:extLst>
          </p:cNvPr>
          <p:cNvSpPr/>
          <p:nvPr userDrawn="1"/>
        </p:nvSpPr>
        <p:spPr>
          <a:xfrm>
            <a:off x="0" y="4673600"/>
            <a:ext cx="12192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CDA7B6D-2535-0335-A88B-441A3A5D0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198" y="4859820"/>
            <a:ext cx="3274060" cy="98036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32ADFC2-4F38-D2D1-1E96-C07243355627}"/>
              </a:ext>
            </a:extLst>
          </p:cNvPr>
          <p:cNvSpPr/>
          <p:nvPr userDrawn="1"/>
        </p:nvSpPr>
        <p:spPr>
          <a:xfrm>
            <a:off x="7124702" y="4859820"/>
            <a:ext cx="3644900" cy="980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de-DE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Gluth Systemtechnik GmbH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Steinweg 66  |  94315 Straubing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+49 9421 544-0  </a:t>
            </a:r>
            <a:r>
              <a:rPr lang="de-DE" sz="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rPr>
              <a:t>|  info@gluth.de  |  www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.gluth.de</a:t>
            </a:r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5.png"/><Relationship Id="rId7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microsoft.com/office/2007/relationships/hdphoto" Target="../media/hdphoto2.wdp"/><Relationship Id="rId4" Type="http://schemas.openxmlformats.org/officeDocument/2006/relationships/image" Target="../media/image23.png"/><Relationship Id="rId9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25.png"/><Relationship Id="rId7" Type="http://schemas.microsoft.com/office/2007/relationships/hdphoto" Target="../media/hdphoto3.wdp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image" Target="../media/image17.pn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microsoft.com/office/2007/relationships/hdphoto" Target="../media/hdphoto2.wdp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22.svg"/><Relationship Id="rId14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762453"/>
            <a:ext cx="5648068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sz="3691" dirty="0" err="1">
                <a:latin typeface="+mj-lt"/>
              </a:rPr>
              <a:t>Herzlich</a:t>
            </a:r>
            <a:r>
              <a:rPr sz="3691" dirty="0">
                <a:latin typeface="+mj-lt"/>
              </a:rPr>
              <a:t> </a:t>
            </a:r>
            <a:r>
              <a:rPr sz="3691" dirty="0" err="1">
                <a:latin typeface="+mj-lt"/>
              </a:rPr>
              <a:t>Willkommen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Konzept WT / Biegestation</a:t>
            </a:r>
            <a:endParaRPr sz="3691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5027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+mj-lt"/>
              </a:rPr>
              <a:t>xx.xx.2024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1582"/>
              </a:lnSpc>
            </a:pPr>
            <a:r>
              <a:rPr lang="de-DE" sz="1400" dirty="0">
                <a:solidFill>
                  <a:srgbClr val="FFFFFF"/>
                </a:solidFill>
                <a:latin typeface="+mj-lt"/>
              </a:rPr>
              <a:t>Dräxlmaier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600" dirty="0">
                <a:latin typeface="+mj-lt"/>
              </a:rPr>
              <a:t>WT Konzept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AB11A1F-18B2-2D1B-5B04-0FAC25D79ACA}"/>
              </a:ext>
            </a:extLst>
          </p:cNvPr>
          <p:cNvSpPr/>
          <p:nvPr/>
        </p:nvSpPr>
        <p:spPr>
          <a:xfrm>
            <a:off x="2827087" y="1378982"/>
            <a:ext cx="335560" cy="455522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C986C17-79E3-4EDB-C832-9A5F16B07118}"/>
              </a:ext>
            </a:extLst>
          </p:cNvPr>
          <p:cNvSpPr/>
          <p:nvPr/>
        </p:nvSpPr>
        <p:spPr>
          <a:xfrm>
            <a:off x="3162647" y="1915877"/>
            <a:ext cx="1568742" cy="939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A698A58-8DAB-E36E-BF77-1488F13150B5}"/>
              </a:ext>
            </a:extLst>
          </p:cNvPr>
          <p:cNvSpPr/>
          <p:nvPr/>
        </p:nvSpPr>
        <p:spPr>
          <a:xfrm>
            <a:off x="1929466" y="2041712"/>
            <a:ext cx="1820411" cy="6375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02CB0A-4863-4CB8-0C64-47C73362ABC3}"/>
              </a:ext>
            </a:extLst>
          </p:cNvPr>
          <p:cNvSpPr/>
          <p:nvPr/>
        </p:nvSpPr>
        <p:spPr>
          <a:xfrm>
            <a:off x="7910818" y="2075268"/>
            <a:ext cx="838899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676218F-4E6F-F9AC-7F1E-36D074479229}"/>
              </a:ext>
            </a:extLst>
          </p:cNvPr>
          <p:cNvSpPr/>
          <p:nvPr/>
        </p:nvSpPr>
        <p:spPr>
          <a:xfrm>
            <a:off x="7491368" y="2075268"/>
            <a:ext cx="540000" cy="54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Halbbogen 7">
            <a:extLst>
              <a:ext uri="{FF2B5EF4-FFF2-40B4-BE49-F238E27FC236}">
                <a16:creationId xmlns:a16="http://schemas.microsoft.com/office/drawing/2014/main" id="{E4033C14-F4AD-32D8-6F7C-BFE4F2E40482}"/>
              </a:ext>
            </a:extLst>
          </p:cNvPr>
          <p:cNvSpPr/>
          <p:nvPr/>
        </p:nvSpPr>
        <p:spPr>
          <a:xfrm rot="16200000">
            <a:off x="7197835" y="1593755"/>
            <a:ext cx="1315520" cy="1503026"/>
          </a:xfrm>
          <a:prstGeom prst="blockArc">
            <a:avLst>
              <a:gd name="adj1" fmla="val 8776594"/>
              <a:gd name="adj2" fmla="val 1556647"/>
              <a:gd name="adj3" fmla="val 2724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BE918-539D-F3F2-CFE9-108177B1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600" dirty="0">
                <a:latin typeface="+mj-lt"/>
              </a:rPr>
              <a:t>WT Konzept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35CD1D9-30F3-9614-5838-D9CEB5659C17}"/>
              </a:ext>
            </a:extLst>
          </p:cNvPr>
          <p:cNvSpPr/>
          <p:nvPr/>
        </p:nvSpPr>
        <p:spPr>
          <a:xfrm>
            <a:off x="2357307" y="1468074"/>
            <a:ext cx="6241409" cy="416093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BBDE3BA-7D79-CCDB-4517-BE79AF167EAE}"/>
              </a:ext>
            </a:extLst>
          </p:cNvPr>
          <p:cNvSpPr/>
          <p:nvPr/>
        </p:nvSpPr>
        <p:spPr>
          <a:xfrm>
            <a:off x="3638028" y="1333849"/>
            <a:ext cx="947956" cy="25166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E732500-D5DA-6D39-0B36-82489C6C01F7}"/>
              </a:ext>
            </a:extLst>
          </p:cNvPr>
          <p:cNvSpPr/>
          <p:nvPr/>
        </p:nvSpPr>
        <p:spPr>
          <a:xfrm>
            <a:off x="6588158" y="1333849"/>
            <a:ext cx="947956" cy="25166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D6FB391-194B-972A-676E-C83626C3F0F7}"/>
              </a:ext>
            </a:extLst>
          </p:cNvPr>
          <p:cNvSpPr/>
          <p:nvPr/>
        </p:nvSpPr>
        <p:spPr>
          <a:xfrm>
            <a:off x="6792136" y="3278543"/>
            <a:ext cx="540000" cy="54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Flussdiagramm: Gespeicherte Daten 7">
            <a:extLst>
              <a:ext uri="{FF2B5EF4-FFF2-40B4-BE49-F238E27FC236}">
                <a16:creationId xmlns:a16="http://schemas.microsoft.com/office/drawing/2014/main" id="{AA9A9CA2-6F20-82C6-E5FD-ED46148FE453}"/>
              </a:ext>
            </a:extLst>
          </p:cNvPr>
          <p:cNvSpPr/>
          <p:nvPr/>
        </p:nvSpPr>
        <p:spPr>
          <a:xfrm rot="5400000">
            <a:off x="6757336" y="2830995"/>
            <a:ext cx="626380" cy="458752"/>
          </a:xfrm>
          <a:prstGeom prst="flowChartOnlineStorag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9" name="Bogen 8">
            <a:extLst>
              <a:ext uri="{FF2B5EF4-FFF2-40B4-BE49-F238E27FC236}">
                <a16:creationId xmlns:a16="http://schemas.microsoft.com/office/drawing/2014/main" id="{DE2E2B6E-AF3C-75E3-CDD7-1EBB16F91FC7}"/>
              </a:ext>
            </a:extLst>
          </p:cNvPr>
          <p:cNvSpPr/>
          <p:nvPr/>
        </p:nvSpPr>
        <p:spPr>
          <a:xfrm>
            <a:off x="7062136" y="2184771"/>
            <a:ext cx="1800000" cy="1800000"/>
          </a:xfrm>
          <a:prstGeom prst="arc">
            <a:avLst>
              <a:gd name="adj1" fmla="val 10779196"/>
              <a:gd name="adj2" fmla="val 16366591"/>
            </a:avLst>
          </a:prstGeom>
          <a:ln w="381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Halber Rahmen 9">
            <a:extLst>
              <a:ext uri="{FF2B5EF4-FFF2-40B4-BE49-F238E27FC236}">
                <a16:creationId xmlns:a16="http://schemas.microsoft.com/office/drawing/2014/main" id="{DB85C4BC-584E-3DA9-68A1-2A282FCFC412}"/>
              </a:ext>
            </a:extLst>
          </p:cNvPr>
          <p:cNvSpPr/>
          <p:nvPr/>
        </p:nvSpPr>
        <p:spPr>
          <a:xfrm rot="13570852">
            <a:off x="6430166" y="2694187"/>
            <a:ext cx="1297499" cy="1352180"/>
          </a:xfrm>
          <a:prstGeom prst="halfFrame">
            <a:avLst>
              <a:gd name="adj1" fmla="val 21695"/>
              <a:gd name="adj2" fmla="val 2104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23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BE918-539D-F3F2-CFE9-108177B1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600" dirty="0">
                <a:latin typeface="+mj-lt"/>
              </a:rPr>
              <a:t>WT Konzept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485F5C2-BB7F-2AFC-78A7-F0089DA55A22}"/>
              </a:ext>
            </a:extLst>
          </p:cNvPr>
          <p:cNvSpPr/>
          <p:nvPr/>
        </p:nvSpPr>
        <p:spPr>
          <a:xfrm>
            <a:off x="2374084" y="5737734"/>
            <a:ext cx="7608815" cy="5620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722D044-B079-1C9B-23F7-2F75C3CC79FE}"/>
              </a:ext>
            </a:extLst>
          </p:cNvPr>
          <p:cNvSpPr/>
          <p:nvPr/>
        </p:nvSpPr>
        <p:spPr>
          <a:xfrm>
            <a:off x="5897461" y="5393786"/>
            <a:ext cx="1526796" cy="3439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96BF705-47F0-9031-14D0-C62A68731A49}"/>
              </a:ext>
            </a:extLst>
          </p:cNvPr>
          <p:cNvSpPr/>
          <p:nvPr/>
        </p:nvSpPr>
        <p:spPr>
          <a:xfrm>
            <a:off x="6096000" y="4603123"/>
            <a:ext cx="1043032" cy="696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FA2F1E7-614C-596A-85FA-55AEDBECC9ED}"/>
              </a:ext>
            </a:extLst>
          </p:cNvPr>
          <p:cNvCxnSpPr/>
          <p:nvPr/>
        </p:nvCxnSpPr>
        <p:spPr>
          <a:xfrm flipV="1">
            <a:off x="6617516" y="4762889"/>
            <a:ext cx="0" cy="40057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63E1CFB-D977-16A9-2CD6-C4BF3DE85321}"/>
              </a:ext>
            </a:extLst>
          </p:cNvPr>
          <p:cNvCxnSpPr/>
          <p:nvPr/>
        </p:nvCxnSpPr>
        <p:spPr>
          <a:xfrm flipH="1">
            <a:off x="3181847" y="5345018"/>
            <a:ext cx="4901449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1100795B-8B70-15BB-3786-C37B7DE11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58" y="895188"/>
            <a:ext cx="6909683" cy="29839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698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BFDE4A0D-C721-9523-B4B1-762DBE182F57}"/>
              </a:ext>
            </a:extLst>
          </p:cNvPr>
          <p:cNvSpPr/>
          <p:nvPr/>
        </p:nvSpPr>
        <p:spPr>
          <a:xfrm>
            <a:off x="8732463" y="0"/>
            <a:ext cx="70605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44FE3B1-1CCB-A464-4C41-A73811720F70}"/>
              </a:ext>
            </a:extLst>
          </p:cNvPr>
          <p:cNvSpPr/>
          <p:nvPr/>
        </p:nvSpPr>
        <p:spPr>
          <a:xfrm>
            <a:off x="8854545" y="0"/>
            <a:ext cx="434267" cy="6858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8CAFC02-526F-E717-0878-6A0AF54FAA45}"/>
              </a:ext>
            </a:extLst>
          </p:cNvPr>
          <p:cNvSpPr/>
          <p:nvPr/>
        </p:nvSpPr>
        <p:spPr>
          <a:xfrm>
            <a:off x="2706298" y="0"/>
            <a:ext cx="70605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302DDC4-F455-228C-C7BF-04EFB5CC92E1}"/>
              </a:ext>
            </a:extLst>
          </p:cNvPr>
          <p:cNvSpPr/>
          <p:nvPr/>
        </p:nvSpPr>
        <p:spPr>
          <a:xfrm>
            <a:off x="2842333" y="0"/>
            <a:ext cx="434267" cy="6858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CBC86F6-3414-1D2E-009B-C5DFBEEED059}"/>
              </a:ext>
            </a:extLst>
          </p:cNvPr>
          <p:cNvSpPr/>
          <p:nvPr/>
        </p:nvSpPr>
        <p:spPr>
          <a:xfrm>
            <a:off x="2444601" y="763479"/>
            <a:ext cx="7128769" cy="5681709"/>
          </a:xfrm>
          <a:prstGeom prst="rect">
            <a:avLst/>
          </a:prstGeom>
          <a:solidFill>
            <a:schemeClr val="accent2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503ABC7-9054-ADDF-8EF0-B63E5FFF49FE}"/>
              </a:ext>
            </a:extLst>
          </p:cNvPr>
          <p:cNvSpPr/>
          <p:nvPr/>
        </p:nvSpPr>
        <p:spPr>
          <a:xfrm>
            <a:off x="5166804" y="1152356"/>
            <a:ext cx="2521258" cy="19197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033136-A316-BA4F-F239-8FCB7A791C89}"/>
              </a:ext>
            </a:extLst>
          </p:cNvPr>
          <p:cNvSpPr/>
          <p:nvPr/>
        </p:nvSpPr>
        <p:spPr>
          <a:xfrm rot="5400000">
            <a:off x="4425498" y="-1133825"/>
            <a:ext cx="335560" cy="64559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440021F-B40C-3EBA-BA58-09BC0462DC4E}"/>
              </a:ext>
            </a:extLst>
          </p:cNvPr>
          <p:cNvSpPr/>
          <p:nvPr/>
        </p:nvSpPr>
        <p:spPr>
          <a:xfrm rot="5400000">
            <a:off x="4425498" y="1957084"/>
            <a:ext cx="335560" cy="64559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AD6CC519-CA6F-25A5-8944-91609D0F3FA3}"/>
              </a:ext>
            </a:extLst>
          </p:cNvPr>
          <p:cNvSpPr/>
          <p:nvPr/>
        </p:nvSpPr>
        <p:spPr>
          <a:xfrm>
            <a:off x="44310" y="2095130"/>
            <a:ext cx="1331729" cy="3142563"/>
          </a:xfrm>
          <a:custGeom>
            <a:avLst/>
            <a:gdLst>
              <a:gd name="connsiteX0" fmla="*/ 1313973 w 1331729"/>
              <a:gd name="connsiteY0" fmla="*/ 0 h 3142563"/>
              <a:gd name="connsiteX1" fmla="*/ 346307 w 1331729"/>
              <a:gd name="connsiteY1" fmla="*/ 53266 h 3142563"/>
              <a:gd name="connsiteX2" fmla="*/ 53344 w 1331729"/>
              <a:gd name="connsiteY2" fmla="*/ 292963 h 3142563"/>
              <a:gd name="connsiteX3" fmla="*/ 78 w 1331729"/>
              <a:gd name="connsiteY3" fmla="*/ 1091953 h 3142563"/>
              <a:gd name="connsiteX4" fmla="*/ 53344 w 1331729"/>
              <a:gd name="connsiteY4" fmla="*/ 2432482 h 3142563"/>
              <a:gd name="connsiteX5" fmla="*/ 222020 w 1331729"/>
              <a:gd name="connsiteY5" fmla="*/ 3071674 h 3142563"/>
              <a:gd name="connsiteX6" fmla="*/ 1331729 w 1331729"/>
              <a:gd name="connsiteY6" fmla="*/ 3098307 h 314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1729" h="3142563">
                <a:moveTo>
                  <a:pt x="1313973" y="0"/>
                </a:moveTo>
                <a:cubicBezTo>
                  <a:pt x="935192" y="2219"/>
                  <a:pt x="556412" y="4439"/>
                  <a:pt x="346307" y="53266"/>
                </a:cubicBezTo>
                <a:cubicBezTo>
                  <a:pt x="136202" y="102093"/>
                  <a:pt x="111049" y="119848"/>
                  <a:pt x="53344" y="292963"/>
                </a:cubicBezTo>
                <a:cubicBezTo>
                  <a:pt x="-4361" y="466078"/>
                  <a:pt x="78" y="735367"/>
                  <a:pt x="78" y="1091953"/>
                </a:cubicBezTo>
                <a:cubicBezTo>
                  <a:pt x="78" y="1448539"/>
                  <a:pt x="16354" y="2102528"/>
                  <a:pt x="53344" y="2432482"/>
                </a:cubicBezTo>
                <a:cubicBezTo>
                  <a:pt x="90334" y="2762436"/>
                  <a:pt x="8956" y="2960703"/>
                  <a:pt x="222020" y="3071674"/>
                </a:cubicBezTo>
                <a:cubicBezTo>
                  <a:pt x="435084" y="3182645"/>
                  <a:pt x="883406" y="3140476"/>
                  <a:pt x="1331729" y="3098307"/>
                </a:cubicBezTo>
              </a:path>
            </a:pathLst>
          </a:custGeom>
          <a:noFill/>
          <a:ln w="76200">
            <a:solidFill>
              <a:srgbClr val="FF0000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6E3258A-B035-2721-0DD8-A6F053E65BC5}"/>
              </a:ext>
            </a:extLst>
          </p:cNvPr>
          <p:cNvSpPr/>
          <p:nvPr/>
        </p:nvSpPr>
        <p:spPr>
          <a:xfrm rot="5400000">
            <a:off x="6259653" y="1540854"/>
            <a:ext cx="335560" cy="1802168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781F1B9-7CC6-5BDB-1ED4-66BCDFE5C82A}"/>
              </a:ext>
            </a:extLst>
          </p:cNvPr>
          <p:cNvSpPr/>
          <p:nvPr/>
        </p:nvSpPr>
        <p:spPr>
          <a:xfrm rot="5400000">
            <a:off x="6259653" y="830823"/>
            <a:ext cx="335560" cy="1802168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B9538A2-168D-61C3-4B09-872BDA90F7BA}"/>
              </a:ext>
            </a:extLst>
          </p:cNvPr>
          <p:cNvSpPr/>
          <p:nvPr/>
        </p:nvSpPr>
        <p:spPr>
          <a:xfrm>
            <a:off x="6008985" y="1258671"/>
            <a:ext cx="254493" cy="674703"/>
          </a:xfrm>
          <a:prstGeom prst="roundRect">
            <a:avLst/>
          </a:prstGeom>
          <a:solidFill>
            <a:schemeClr val="accent4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717B58A-CD20-3FCA-A6E2-5D1A4492CE45}"/>
              </a:ext>
            </a:extLst>
          </p:cNvPr>
          <p:cNvSpPr/>
          <p:nvPr/>
        </p:nvSpPr>
        <p:spPr>
          <a:xfrm>
            <a:off x="6554679" y="1258671"/>
            <a:ext cx="254493" cy="674703"/>
          </a:xfrm>
          <a:prstGeom prst="roundRect">
            <a:avLst/>
          </a:prstGeom>
          <a:solidFill>
            <a:schemeClr val="accent4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2CF50BF-1BE4-DAF3-6427-D118A781DCFC}"/>
              </a:ext>
            </a:extLst>
          </p:cNvPr>
          <p:cNvCxnSpPr>
            <a:cxnSpLocks/>
            <a:stCxn id="11" idx="0"/>
            <a:endCxn id="11" idx="2"/>
          </p:cNvCxnSpPr>
          <p:nvPr/>
        </p:nvCxnSpPr>
        <p:spPr>
          <a:xfrm>
            <a:off x="6681926" y="1258671"/>
            <a:ext cx="0" cy="67470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86F57FE-9507-408F-4495-9BDFB89D2BC5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6136232" y="1258671"/>
            <a:ext cx="0" cy="67470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1572B60-D681-B551-E8B1-68CB8D0D42D5}"/>
              </a:ext>
            </a:extLst>
          </p:cNvPr>
          <p:cNvCxnSpPr/>
          <p:nvPr/>
        </p:nvCxnSpPr>
        <p:spPr>
          <a:xfrm>
            <a:off x="9085491" y="0"/>
            <a:ext cx="0" cy="603681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7FE90251-D876-ED0E-CF6C-D3153FB18076}"/>
              </a:ext>
            </a:extLst>
          </p:cNvPr>
          <p:cNvCxnSpPr/>
          <p:nvPr/>
        </p:nvCxnSpPr>
        <p:spPr>
          <a:xfrm>
            <a:off x="3046685" y="0"/>
            <a:ext cx="0" cy="603681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echteck: eine Ecke abgeschnitten 30">
            <a:extLst>
              <a:ext uri="{FF2B5EF4-FFF2-40B4-BE49-F238E27FC236}">
                <a16:creationId xmlns:a16="http://schemas.microsoft.com/office/drawing/2014/main" id="{468EDA16-4AA6-1E25-7D88-57322469D09E}"/>
              </a:ext>
            </a:extLst>
          </p:cNvPr>
          <p:cNvSpPr/>
          <p:nvPr/>
        </p:nvSpPr>
        <p:spPr>
          <a:xfrm rot="10800000">
            <a:off x="10903209" y="975722"/>
            <a:ext cx="1244481" cy="1269190"/>
          </a:xfrm>
          <a:prstGeom prst="snip1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534F710-FB4D-6475-F4AA-72484DD80CBA}"/>
              </a:ext>
            </a:extLst>
          </p:cNvPr>
          <p:cNvSpPr/>
          <p:nvPr/>
        </p:nvSpPr>
        <p:spPr>
          <a:xfrm>
            <a:off x="10768359" y="1734158"/>
            <a:ext cx="540000" cy="54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4" name="L-Form 33">
            <a:extLst>
              <a:ext uri="{FF2B5EF4-FFF2-40B4-BE49-F238E27FC236}">
                <a16:creationId xmlns:a16="http://schemas.microsoft.com/office/drawing/2014/main" id="{28875B37-6E5B-EAF3-3819-BF9DD6B77D3E}"/>
              </a:ext>
            </a:extLst>
          </p:cNvPr>
          <p:cNvSpPr/>
          <p:nvPr/>
        </p:nvSpPr>
        <p:spPr>
          <a:xfrm>
            <a:off x="10024575" y="1066584"/>
            <a:ext cx="1908699" cy="1946168"/>
          </a:xfrm>
          <a:prstGeom prst="corner">
            <a:avLst>
              <a:gd name="adj1" fmla="val 38372"/>
              <a:gd name="adj2" fmla="val 39302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4F048EA7-40CD-6B94-C2AE-C67FBE6CE2A7}"/>
              </a:ext>
            </a:extLst>
          </p:cNvPr>
          <p:cNvCxnSpPr>
            <a:cxnSpLocks/>
          </p:cNvCxnSpPr>
          <p:nvPr/>
        </p:nvCxnSpPr>
        <p:spPr>
          <a:xfrm flipH="1">
            <a:off x="11308359" y="1597681"/>
            <a:ext cx="783606" cy="541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F202B119-1D01-88A2-5083-D2E595190A45}"/>
              </a:ext>
            </a:extLst>
          </p:cNvPr>
          <p:cNvSpPr/>
          <p:nvPr/>
        </p:nvSpPr>
        <p:spPr>
          <a:xfrm>
            <a:off x="9519758" y="511599"/>
            <a:ext cx="3253754" cy="298511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E93F083-BBDE-5455-6D70-92319793C6CB}"/>
              </a:ext>
            </a:extLst>
          </p:cNvPr>
          <p:cNvSpPr/>
          <p:nvPr/>
        </p:nvSpPr>
        <p:spPr>
          <a:xfrm>
            <a:off x="2640822" y="1449183"/>
            <a:ext cx="432000" cy="432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0F22E22-B17E-6CC7-DC81-E23AF173420C}"/>
              </a:ext>
            </a:extLst>
          </p:cNvPr>
          <p:cNvSpPr/>
          <p:nvPr/>
        </p:nvSpPr>
        <p:spPr>
          <a:xfrm>
            <a:off x="2635573" y="2307068"/>
            <a:ext cx="432000" cy="432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E69DC0A6-3FA7-93BB-329E-3EE4464ABCEA}"/>
              </a:ext>
            </a:extLst>
          </p:cNvPr>
          <p:cNvSpPr/>
          <p:nvPr/>
        </p:nvSpPr>
        <p:spPr>
          <a:xfrm>
            <a:off x="2635573" y="4540092"/>
            <a:ext cx="432000" cy="432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17853E1-7435-7A39-C05F-1CE7D3325E55}"/>
              </a:ext>
            </a:extLst>
          </p:cNvPr>
          <p:cNvSpPr/>
          <p:nvPr/>
        </p:nvSpPr>
        <p:spPr>
          <a:xfrm>
            <a:off x="2640703" y="5405365"/>
            <a:ext cx="432000" cy="432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212790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 63">
            <a:extLst>
              <a:ext uri="{FF2B5EF4-FFF2-40B4-BE49-F238E27FC236}">
                <a16:creationId xmlns:a16="http://schemas.microsoft.com/office/drawing/2014/main" id="{C95A65A8-9D43-5535-CC32-127E563B2053}"/>
              </a:ext>
            </a:extLst>
          </p:cNvPr>
          <p:cNvSpPr/>
          <p:nvPr/>
        </p:nvSpPr>
        <p:spPr>
          <a:xfrm>
            <a:off x="8985504" y="1040450"/>
            <a:ext cx="1688591" cy="4878766"/>
          </a:xfrm>
          <a:prstGeom prst="rect">
            <a:avLst/>
          </a:prstGeom>
          <a:solidFill>
            <a:srgbClr val="7030A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2618C3-FB46-DA29-BB9C-FE120314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C08230-4895-CF74-F701-0C5FA077DB36}"/>
              </a:ext>
            </a:extLst>
          </p:cNvPr>
          <p:cNvSpPr/>
          <p:nvPr/>
        </p:nvSpPr>
        <p:spPr>
          <a:xfrm>
            <a:off x="7724904" y="1260745"/>
            <a:ext cx="446460" cy="43365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C71DB36-A821-1742-796C-A8C611C76B1E}"/>
              </a:ext>
            </a:extLst>
          </p:cNvPr>
          <p:cNvSpPr/>
          <p:nvPr/>
        </p:nvSpPr>
        <p:spPr>
          <a:xfrm>
            <a:off x="7802100" y="1260745"/>
            <a:ext cx="274599" cy="433651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231E5A-BAE7-075B-33E9-5A61A27A4F4D}"/>
              </a:ext>
            </a:extLst>
          </p:cNvPr>
          <p:cNvSpPr/>
          <p:nvPr/>
        </p:nvSpPr>
        <p:spPr>
          <a:xfrm>
            <a:off x="3914387" y="1260745"/>
            <a:ext cx="446460" cy="43365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EC96241-8218-BDAF-C3E0-DAB180131945}"/>
              </a:ext>
            </a:extLst>
          </p:cNvPr>
          <p:cNvSpPr/>
          <p:nvPr/>
        </p:nvSpPr>
        <p:spPr>
          <a:xfrm>
            <a:off x="4000406" y="1260745"/>
            <a:ext cx="274599" cy="433651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2D91705-E063-61FC-5895-25B783CB5684}"/>
              </a:ext>
            </a:extLst>
          </p:cNvPr>
          <p:cNvSpPr/>
          <p:nvPr/>
        </p:nvSpPr>
        <p:spPr>
          <a:xfrm>
            <a:off x="3748909" y="1743515"/>
            <a:ext cx="4507725" cy="3592707"/>
          </a:xfrm>
          <a:prstGeom prst="rect">
            <a:avLst/>
          </a:prstGeom>
          <a:solidFill>
            <a:schemeClr val="accent2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4671C92C-63C5-3F31-1C96-0CE8D1848E15}"/>
              </a:ext>
            </a:extLst>
          </p:cNvPr>
          <p:cNvSpPr/>
          <p:nvPr/>
        </p:nvSpPr>
        <p:spPr>
          <a:xfrm>
            <a:off x="4524346" y="2399174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92BA218-3D2D-C5F3-A9DE-E40574C39C91}"/>
              </a:ext>
            </a:extLst>
          </p:cNvPr>
          <p:cNvSpPr/>
          <p:nvPr/>
        </p:nvSpPr>
        <p:spPr>
          <a:xfrm>
            <a:off x="5470236" y="1989413"/>
            <a:ext cx="1594264" cy="12139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4C2BFFC-843C-89B0-13E9-E142500EF14E}"/>
              </a:ext>
            </a:extLst>
          </p:cNvPr>
          <p:cNvSpPr/>
          <p:nvPr/>
        </p:nvSpPr>
        <p:spPr>
          <a:xfrm>
            <a:off x="5383471" y="2404920"/>
            <a:ext cx="360000" cy="360000"/>
          </a:xfrm>
          <a:prstGeom prst="ellipse">
            <a:avLst/>
          </a:prstGeom>
          <a:solidFill>
            <a:srgbClr val="FFA20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4FF286-192C-0DC0-6C2B-55867DF03DB9}"/>
              </a:ext>
            </a:extLst>
          </p:cNvPr>
          <p:cNvSpPr/>
          <p:nvPr/>
        </p:nvSpPr>
        <p:spPr>
          <a:xfrm rot="5400000">
            <a:off x="5001487" y="543795"/>
            <a:ext cx="212184" cy="408225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ECF0DC9B-59C1-EB1F-7854-5CA23C5C7804}"/>
              </a:ext>
            </a:extLst>
          </p:cNvPr>
          <p:cNvSpPr/>
          <p:nvPr/>
        </p:nvSpPr>
        <p:spPr>
          <a:xfrm>
            <a:off x="2231136" y="2585556"/>
            <a:ext cx="842090" cy="1987133"/>
          </a:xfrm>
          <a:custGeom>
            <a:avLst/>
            <a:gdLst>
              <a:gd name="connsiteX0" fmla="*/ 1313973 w 1331729"/>
              <a:gd name="connsiteY0" fmla="*/ 0 h 3142563"/>
              <a:gd name="connsiteX1" fmla="*/ 346307 w 1331729"/>
              <a:gd name="connsiteY1" fmla="*/ 53266 h 3142563"/>
              <a:gd name="connsiteX2" fmla="*/ 53344 w 1331729"/>
              <a:gd name="connsiteY2" fmla="*/ 292963 h 3142563"/>
              <a:gd name="connsiteX3" fmla="*/ 78 w 1331729"/>
              <a:gd name="connsiteY3" fmla="*/ 1091953 h 3142563"/>
              <a:gd name="connsiteX4" fmla="*/ 53344 w 1331729"/>
              <a:gd name="connsiteY4" fmla="*/ 2432482 h 3142563"/>
              <a:gd name="connsiteX5" fmla="*/ 222020 w 1331729"/>
              <a:gd name="connsiteY5" fmla="*/ 3071674 h 3142563"/>
              <a:gd name="connsiteX6" fmla="*/ 1331729 w 1331729"/>
              <a:gd name="connsiteY6" fmla="*/ 3098307 h 314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1729" h="3142563">
                <a:moveTo>
                  <a:pt x="1313973" y="0"/>
                </a:moveTo>
                <a:cubicBezTo>
                  <a:pt x="935192" y="2219"/>
                  <a:pt x="556412" y="4439"/>
                  <a:pt x="346307" y="53266"/>
                </a:cubicBezTo>
                <a:cubicBezTo>
                  <a:pt x="136202" y="102093"/>
                  <a:pt x="111049" y="119848"/>
                  <a:pt x="53344" y="292963"/>
                </a:cubicBezTo>
                <a:cubicBezTo>
                  <a:pt x="-4361" y="466078"/>
                  <a:pt x="78" y="735367"/>
                  <a:pt x="78" y="1091953"/>
                </a:cubicBezTo>
                <a:cubicBezTo>
                  <a:pt x="78" y="1448539"/>
                  <a:pt x="16354" y="2102528"/>
                  <a:pt x="53344" y="2432482"/>
                </a:cubicBezTo>
                <a:cubicBezTo>
                  <a:pt x="90334" y="2762436"/>
                  <a:pt x="8956" y="2960703"/>
                  <a:pt x="222020" y="3071674"/>
                </a:cubicBezTo>
                <a:cubicBezTo>
                  <a:pt x="435084" y="3182645"/>
                  <a:pt x="883406" y="3140476"/>
                  <a:pt x="1331729" y="3098307"/>
                </a:cubicBezTo>
              </a:path>
            </a:pathLst>
          </a:custGeom>
          <a:noFill/>
          <a:ln w="76200">
            <a:solidFill>
              <a:srgbClr val="FF0000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766C595-2819-C40D-4822-ABCD280E265D}"/>
              </a:ext>
            </a:extLst>
          </p:cNvPr>
          <p:cNvSpPr/>
          <p:nvPr/>
        </p:nvSpPr>
        <p:spPr>
          <a:xfrm rot="5400000">
            <a:off x="6161276" y="2235071"/>
            <a:ext cx="212184" cy="1139563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6DC57B3-4AED-3AA9-2A39-6CEEB0FE5E55}"/>
              </a:ext>
            </a:extLst>
          </p:cNvPr>
          <p:cNvSpPr/>
          <p:nvPr/>
        </p:nvSpPr>
        <p:spPr>
          <a:xfrm rot="5400000">
            <a:off x="6161276" y="1786098"/>
            <a:ext cx="212184" cy="1139563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2C0131D3-5B17-D1D8-A726-8F7165A3D933}"/>
              </a:ext>
            </a:extLst>
          </p:cNvPr>
          <p:cNvSpPr/>
          <p:nvPr/>
        </p:nvSpPr>
        <p:spPr>
          <a:xfrm>
            <a:off x="6002771" y="2056639"/>
            <a:ext cx="160923" cy="4266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74BF4D2-CDEE-7075-68A1-25CAAB4CD6E7}"/>
              </a:ext>
            </a:extLst>
          </p:cNvPr>
          <p:cNvSpPr/>
          <p:nvPr/>
        </p:nvSpPr>
        <p:spPr>
          <a:xfrm>
            <a:off x="6347829" y="2056639"/>
            <a:ext cx="160923" cy="4266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51CFBDF-6647-DCA4-213B-C2022C96DEFE}"/>
              </a:ext>
            </a:extLst>
          </p:cNvPr>
          <p:cNvCxnSpPr>
            <a:cxnSpLocks/>
            <a:stCxn id="15" idx="0"/>
            <a:endCxn id="15" idx="2"/>
          </p:cNvCxnSpPr>
          <p:nvPr/>
        </p:nvCxnSpPr>
        <p:spPr>
          <a:xfrm>
            <a:off x="6428291" y="2056639"/>
            <a:ext cx="0" cy="42663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3188091-60BE-314D-8694-CB88162FB87E}"/>
              </a:ext>
            </a:extLst>
          </p:cNvPr>
          <p:cNvCxnSpPr>
            <a:cxnSpLocks/>
            <a:stCxn id="14" idx="0"/>
            <a:endCxn id="14" idx="2"/>
          </p:cNvCxnSpPr>
          <p:nvPr/>
        </p:nvCxnSpPr>
        <p:spPr>
          <a:xfrm>
            <a:off x="6083233" y="2056639"/>
            <a:ext cx="0" cy="42663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816D1F2-5FE5-3116-5322-8358E380DCB3}"/>
              </a:ext>
            </a:extLst>
          </p:cNvPr>
          <p:cNvCxnSpPr/>
          <p:nvPr/>
        </p:nvCxnSpPr>
        <p:spPr>
          <a:xfrm>
            <a:off x="7948134" y="1260745"/>
            <a:ext cx="0" cy="38172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D6472C7-677C-C1EE-3268-E7FC788A0788}"/>
              </a:ext>
            </a:extLst>
          </p:cNvPr>
          <p:cNvCxnSpPr/>
          <p:nvPr/>
        </p:nvCxnSpPr>
        <p:spPr>
          <a:xfrm>
            <a:off x="4129624" y="1260745"/>
            <a:ext cx="0" cy="38172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B43F3156-60FD-41DE-6363-76F27A9A6AAD}"/>
              </a:ext>
            </a:extLst>
          </p:cNvPr>
          <p:cNvSpPr/>
          <p:nvPr/>
        </p:nvSpPr>
        <p:spPr>
          <a:xfrm>
            <a:off x="3872985" y="2177105"/>
            <a:ext cx="273166" cy="2731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2C3853C-FC76-F01D-E46D-6223C86CCE40}"/>
              </a:ext>
            </a:extLst>
          </p:cNvPr>
          <p:cNvSpPr/>
          <p:nvPr/>
        </p:nvSpPr>
        <p:spPr>
          <a:xfrm>
            <a:off x="3869666" y="2719570"/>
            <a:ext cx="273166" cy="2731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557D6FA-4CD7-0A33-9C26-56F22CE56CF2}"/>
              </a:ext>
            </a:extLst>
          </p:cNvPr>
          <p:cNvSpPr/>
          <p:nvPr/>
        </p:nvSpPr>
        <p:spPr>
          <a:xfrm>
            <a:off x="3869666" y="4131575"/>
            <a:ext cx="273166" cy="2731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08B8439-4C66-8653-E03F-CD9424A5585A}"/>
              </a:ext>
            </a:extLst>
          </p:cNvPr>
          <p:cNvSpPr/>
          <p:nvPr/>
        </p:nvSpPr>
        <p:spPr>
          <a:xfrm>
            <a:off x="3872910" y="4678712"/>
            <a:ext cx="273166" cy="2731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7F0592D-0472-FAD2-8654-9A8024555EAE}"/>
              </a:ext>
            </a:extLst>
          </p:cNvPr>
          <p:cNvSpPr/>
          <p:nvPr/>
        </p:nvSpPr>
        <p:spPr>
          <a:xfrm>
            <a:off x="7208039" y="2024418"/>
            <a:ext cx="1956816" cy="1143931"/>
          </a:xfrm>
          <a:prstGeom prst="rect">
            <a:avLst/>
          </a:prstGeom>
          <a:solidFill>
            <a:srgbClr val="7030A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/>
              <a:t>Stop</a:t>
            </a:r>
            <a:r>
              <a:rPr lang="de-DE" sz="1600" dirty="0"/>
              <a:t> </a:t>
            </a:r>
            <a:r>
              <a:rPr lang="de-DE" sz="1600" dirty="0" err="1"/>
              <a:t>element</a:t>
            </a:r>
            <a:endParaRPr lang="de-DE" sz="1600" dirty="0"/>
          </a:p>
          <a:p>
            <a:pPr algn="ctr"/>
            <a:endParaRPr lang="de-DE" sz="1600" dirty="0"/>
          </a:p>
          <a:p>
            <a:pPr algn="ctr"/>
            <a:endParaRPr lang="de-DE" sz="1600" dirty="0"/>
          </a:p>
          <a:p>
            <a:pPr algn="ctr"/>
            <a:endParaRPr lang="de-DE" sz="16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FC2C9A-7394-720E-3A16-4369984E0AFB}"/>
              </a:ext>
            </a:extLst>
          </p:cNvPr>
          <p:cNvSpPr/>
          <p:nvPr/>
        </p:nvSpPr>
        <p:spPr>
          <a:xfrm>
            <a:off x="7214135" y="2461972"/>
            <a:ext cx="2100553" cy="257598"/>
          </a:xfrm>
          <a:prstGeom prst="rect">
            <a:avLst/>
          </a:prstGeom>
          <a:solidFill>
            <a:srgbClr val="FFA20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Inductiv</a:t>
            </a:r>
            <a:r>
              <a:rPr lang="en-GB" sz="1400" dirty="0"/>
              <a:t> sensor</a:t>
            </a: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E3464FA4-38AC-F7D4-B953-53DD0EB81E41}"/>
              </a:ext>
            </a:extLst>
          </p:cNvPr>
          <p:cNvSpPr/>
          <p:nvPr/>
        </p:nvSpPr>
        <p:spPr>
          <a:xfrm>
            <a:off x="9308592" y="2292045"/>
            <a:ext cx="2840736" cy="1121146"/>
          </a:xfrm>
          <a:custGeom>
            <a:avLst/>
            <a:gdLst>
              <a:gd name="connsiteX0" fmla="*/ 0 w 2840736"/>
              <a:gd name="connsiteY0" fmla="*/ 280467 h 1121146"/>
              <a:gd name="connsiteX1" fmla="*/ 859536 w 2840736"/>
              <a:gd name="connsiteY1" fmla="*/ 359715 h 1121146"/>
              <a:gd name="connsiteX2" fmla="*/ 987552 w 2840736"/>
              <a:gd name="connsiteY2" fmla="*/ 658419 h 1121146"/>
              <a:gd name="connsiteX3" fmla="*/ 1517904 w 2840736"/>
              <a:gd name="connsiteY3" fmla="*/ 1103427 h 1121146"/>
              <a:gd name="connsiteX4" fmla="*/ 1956816 w 2840736"/>
              <a:gd name="connsiteY4" fmla="*/ 51 h 1121146"/>
              <a:gd name="connsiteX5" fmla="*/ 2840736 w 2840736"/>
              <a:gd name="connsiteY5" fmla="*/ 1066851 h 1121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736" h="1121146">
                <a:moveTo>
                  <a:pt x="0" y="280467"/>
                </a:moveTo>
                <a:cubicBezTo>
                  <a:pt x="347472" y="288595"/>
                  <a:pt x="694944" y="296723"/>
                  <a:pt x="859536" y="359715"/>
                </a:cubicBezTo>
                <a:cubicBezTo>
                  <a:pt x="1024128" y="422707"/>
                  <a:pt x="877824" y="534467"/>
                  <a:pt x="987552" y="658419"/>
                </a:cubicBezTo>
                <a:cubicBezTo>
                  <a:pt x="1097280" y="782371"/>
                  <a:pt x="1356360" y="1213155"/>
                  <a:pt x="1517904" y="1103427"/>
                </a:cubicBezTo>
                <a:cubicBezTo>
                  <a:pt x="1679448" y="993699"/>
                  <a:pt x="1736344" y="6147"/>
                  <a:pt x="1956816" y="51"/>
                </a:cubicBezTo>
                <a:cubicBezTo>
                  <a:pt x="2177288" y="-6045"/>
                  <a:pt x="2509012" y="530403"/>
                  <a:pt x="2840736" y="1066851"/>
                </a:cubicBezTo>
              </a:path>
            </a:pathLst>
          </a:custGeom>
          <a:noFill/>
          <a:ln>
            <a:solidFill>
              <a:srgbClr val="F78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775E9D54-9FB7-0871-9CB6-EDAA028B8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84404" y1="30682" x2="84404" y2="30682"/>
                        <a14:foregroundMark x1="86239" y1="73864" x2="86239" y2="73864"/>
                        <a14:foregroundMark x1="55046" y1="89773" x2="55046" y2="89773"/>
                        <a14:foregroundMark x1="65138" y1="54545" x2="65138" y2="54545"/>
                        <a14:foregroundMark x1="10092" y1="39773" x2="10092" y2="3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4993" y="2385092"/>
            <a:ext cx="2957939" cy="2388060"/>
          </a:xfrm>
          <a:prstGeom prst="rect">
            <a:avLst/>
          </a:prstGeom>
        </p:spPr>
      </p:pic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B119FD73-E085-A209-1551-6AFA42821DC6}"/>
              </a:ext>
            </a:extLst>
          </p:cNvPr>
          <p:cNvSpPr/>
          <p:nvPr/>
        </p:nvSpPr>
        <p:spPr>
          <a:xfrm>
            <a:off x="5470236" y="3935084"/>
            <a:ext cx="1594264" cy="12139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6BC48934-2862-E4CA-E53E-DB9BA9D1BBB7}"/>
              </a:ext>
            </a:extLst>
          </p:cNvPr>
          <p:cNvSpPr/>
          <p:nvPr/>
        </p:nvSpPr>
        <p:spPr>
          <a:xfrm rot="5400000">
            <a:off x="6161276" y="4180742"/>
            <a:ext cx="212184" cy="1139563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237F7440-CF93-4D65-8827-77FFCE1DE742}"/>
              </a:ext>
            </a:extLst>
          </p:cNvPr>
          <p:cNvSpPr/>
          <p:nvPr/>
        </p:nvSpPr>
        <p:spPr>
          <a:xfrm rot="5400000">
            <a:off x="6161276" y="3731769"/>
            <a:ext cx="212184" cy="1139563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33AF07D3-54B6-421A-6B4B-4FDC949EEF3E}"/>
              </a:ext>
            </a:extLst>
          </p:cNvPr>
          <p:cNvSpPr/>
          <p:nvPr/>
        </p:nvSpPr>
        <p:spPr>
          <a:xfrm>
            <a:off x="6002771" y="4002310"/>
            <a:ext cx="160923" cy="4266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FF29D032-49E6-77DC-FBAF-4E34C8BBD8AF}"/>
              </a:ext>
            </a:extLst>
          </p:cNvPr>
          <p:cNvSpPr/>
          <p:nvPr/>
        </p:nvSpPr>
        <p:spPr>
          <a:xfrm>
            <a:off x="6347829" y="4002310"/>
            <a:ext cx="160923" cy="4266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E70C8F-29E4-2386-F30F-8D13696C03F6}"/>
              </a:ext>
            </a:extLst>
          </p:cNvPr>
          <p:cNvCxnSpPr>
            <a:cxnSpLocks/>
            <a:stCxn id="34" idx="0"/>
            <a:endCxn id="34" idx="2"/>
          </p:cNvCxnSpPr>
          <p:nvPr/>
        </p:nvCxnSpPr>
        <p:spPr>
          <a:xfrm>
            <a:off x="6428291" y="4002310"/>
            <a:ext cx="0" cy="42663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D2D4FB5-FA85-E504-FF98-CDA40B49FBBE}"/>
              </a:ext>
            </a:extLst>
          </p:cNvPr>
          <p:cNvCxnSpPr>
            <a:cxnSpLocks/>
            <a:stCxn id="33" idx="0"/>
            <a:endCxn id="33" idx="2"/>
          </p:cNvCxnSpPr>
          <p:nvPr/>
        </p:nvCxnSpPr>
        <p:spPr>
          <a:xfrm>
            <a:off x="6083233" y="4002310"/>
            <a:ext cx="0" cy="42663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20A71DCA-D2A7-469B-A40E-84535A02E7FE}"/>
              </a:ext>
            </a:extLst>
          </p:cNvPr>
          <p:cNvSpPr/>
          <p:nvPr/>
        </p:nvSpPr>
        <p:spPr>
          <a:xfrm>
            <a:off x="7208039" y="3970089"/>
            <a:ext cx="1956816" cy="1143931"/>
          </a:xfrm>
          <a:prstGeom prst="rect">
            <a:avLst/>
          </a:prstGeom>
          <a:solidFill>
            <a:srgbClr val="7030A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/>
              <a:t>Stop</a:t>
            </a:r>
            <a:r>
              <a:rPr lang="de-DE" sz="1600" dirty="0"/>
              <a:t> </a:t>
            </a:r>
            <a:r>
              <a:rPr lang="de-DE" sz="1600" dirty="0" err="1"/>
              <a:t>element</a:t>
            </a:r>
            <a:endParaRPr lang="de-DE" sz="1600" dirty="0"/>
          </a:p>
          <a:p>
            <a:pPr algn="ctr"/>
            <a:endParaRPr lang="de-DE" sz="1600" dirty="0"/>
          </a:p>
          <a:p>
            <a:pPr algn="ctr"/>
            <a:endParaRPr lang="de-DE" sz="1600" dirty="0"/>
          </a:p>
          <a:p>
            <a:pPr algn="ctr"/>
            <a:endParaRPr lang="de-DE" sz="1600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9B9CFE5-10DE-8E9C-2E05-EC96DF8590D6}"/>
              </a:ext>
            </a:extLst>
          </p:cNvPr>
          <p:cNvSpPr/>
          <p:nvPr/>
        </p:nvSpPr>
        <p:spPr>
          <a:xfrm>
            <a:off x="7214135" y="4407643"/>
            <a:ext cx="2100553" cy="257598"/>
          </a:xfrm>
          <a:prstGeom prst="rect">
            <a:avLst/>
          </a:prstGeom>
          <a:solidFill>
            <a:srgbClr val="FFA20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Inductive sensor</a:t>
            </a: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755F2488-5021-8C18-4914-D5388F3EE1F3}"/>
              </a:ext>
            </a:extLst>
          </p:cNvPr>
          <p:cNvSpPr/>
          <p:nvPr/>
        </p:nvSpPr>
        <p:spPr>
          <a:xfrm>
            <a:off x="9308592" y="4237716"/>
            <a:ext cx="2840736" cy="1121146"/>
          </a:xfrm>
          <a:custGeom>
            <a:avLst/>
            <a:gdLst>
              <a:gd name="connsiteX0" fmla="*/ 0 w 2840736"/>
              <a:gd name="connsiteY0" fmla="*/ 280467 h 1121146"/>
              <a:gd name="connsiteX1" fmla="*/ 859536 w 2840736"/>
              <a:gd name="connsiteY1" fmla="*/ 359715 h 1121146"/>
              <a:gd name="connsiteX2" fmla="*/ 987552 w 2840736"/>
              <a:gd name="connsiteY2" fmla="*/ 658419 h 1121146"/>
              <a:gd name="connsiteX3" fmla="*/ 1517904 w 2840736"/>
              <a:gd name="connsiteY3" fmla="*/ 1103427 h 1121146"/>
              <a:gd name="connsiteX4" fmla="*/ 1956816 w 2840736"/>
              <a:gd name="connsiteY4" fmla="*/ 51 h 1121146"/>
              <a:gd name="connsiteX5" fmla="*/ 2840736 w 2840736"/>
              <a:gd name="connsiteY5" fmla="*/ 1066851 h 1121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0736" h="1121146">
                <a:moveTo>
                  <a:pt x="0" y="280467"/>
                </a:moveTo>
                <a:cubicBezTo>
                  <a:pt x="347472" y="288595"/>
                  <a:pt x="694944" y="296723"/>
                  <a:pt x="859536" y="359715"/>
                </a:cubicBezTo>
                <a:cubicBezTo>
                  <a:pt x="1024128" y="422707"/>
                  <a:pt x="877824" y="534467"/>
                  <a:pt x="987552" y="658419"/>
                </a:cubicBezTo>
                <a:cubicBezTo>
                  <a:pt x="1097280" y="782371"/>
                  <a:pt x="1356360" y="1213155"/>
                  <a:pt x="1517904" y="1103427"/>
                </a:cubicBezTo>
                <a:cubicBezTo>
                  <a:pt x="1679448" y="993699"/>
                  <a:pt x="1736344" y="6147"/>
                  <a:pt x="1956816" y="51"/>
                </a:cubicBezTo>
                <a:cubicBezTo>
                  <a:pt x="2177288" y="-6045"/>
                  <a:pt x="2509012" y="530403"/>
                  <a:pt x="2840736" y="1066851"/>
                </a:cubicBezTo>
              </a:path>
            </a:pathLst>
          </a:custGeom>
          <a:noFill/>
          <a:ln>
            <a:solidFill>
              <a:srgbClr val="F78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2EC20475-8AFE-E0E9-1D9D-5D4A37540E43}"/>
              </a:ext>
            </a:extLst>
          </p:cNvPr>
          <p:cNvSpPr/>
          <p:nvPr/>
        </p:nvSpPr>
        <p:spPr>
          <a:xfrm>
            <a:off x="4524346" y="4365836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E5AA5EE-045A-F8E9-4949-CBC16291DAAF}"/>
              </a:ext>
            </a:extLst>
          </p:cNvPr>
          <p:cNvSpPr/>
          <p:nvPr/>
        </p:nvSpPr>
        <p:spPr>
          <a:xfrm>
            <a:off x="5383471" y="4362054"/>
            <a:ext cx="360000" cy="360000"/>
          </a:xfrm>
          <a:prstGeom prst="ellipse">
            <a:avLst/>
          </a:prstGeom>
          <a:solidFill>
            <a:srgbClr val="FFA20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7B1866-599C-BB54-3F5B-06422F6B9391}"/>
              </a:ext>
            </a:extLst>
          </p:cNvPr>
          <p:cNvSpPr/>
          <p:nvPr/>
        </p:nvSpPr>
        <p:spPr>
          <a:xfrm rot="5400000">
            <a:off x="5001487" y="2498265"/>
            <a:ext cx="212184" cy="408225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31E3B1A-B8BE-8A50-49B8-13764E8409F6}"/>
              </a:ext>
            </a:extLst>
          </p:cNvPr>
          <p:cNvSpPr txBox="1"/>
          <p:nvPr/>
        </p:nvSpPr>
        <p:spPr>
          <a:xfrm>
            <a:off x="4193265" y="622265"/>
            <a:ext cx="219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Inductive sensor</a:t>
            </a:r>
            <a:br>
              <a:rPr lang="en-GB" sz="1400" dirty="0"/>
            </a:br>
            <a:r>
              <a:rPr lang="en-GB" sz="1400" dirty="0"/>
              <a:t>for cable</a:t>
            </a: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A875D0C-7972-7090-6CE7-8F6BB1327AC2}"/>
              </a:ext>
            </a:extLst>
          </p:cNvPr>
          <p:cNvCxnSpPr>
            <a:stCxn id="42" idx="2"/>
            <a:endCxn id="40" idx="0"/>
          </p:cNvCxnSpPr>
          <p:nvPr/>
        </p:nvCxnSpPr>
        <p:spPr>
          <a:xfrm>
            <a:off x="5290545" y="1145485"/>
            <a:ext cx="272926" cy="1259435"/>
          </a:xfrm>
          <a:prstGeom prst="line">
            <a:avLst/>
          </a:prstGeom>
          <a:ln w="31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260382C9-900F-8765-80D8-087DF3F21D32}"/>
              </a:ext>
            </a:extLst>
          </p:cNvPr>
          <p:cNvSpPr txBox="1"/>
          <p:nvPr/>
        </p:nvSpPr>
        <p:spPr>
          <a:xfrm>
            <a:off x="6401914" y="526654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Cable holder with gripper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7D750C3-1290-EEE9-F011-77AF9181C35E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6530494" y="834431"/>
            <a:ext cx="968700" cy="1414414"/>
          </a:xfrm>
          <a:prstGeom prst="line">
            <a:avLst/>
          </a:prstGeom>
          <a:ln w="31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B6998AD-FC1A-22D6-1CA2-5429BC1CEE80}"/>
              </a:ext>
            </a:extLst>
          </p:cNvPr>
          <p:cNvSpPr txBox="1"/>
          <p:nvPr/>
        </p:nvSpPr>
        <p:spPr>
          <a:xfrm>
            <a:off x="469127" y="837276"/>
            <a:ext cx="219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Stopper for shrink tube</a:t>
            </a:r>
            <a:br>
              <a:rPr lang="en-GB" sz="1400" dirty="0"/>
            </a:br>
            <a:r>
              <a:rPr lang="en-GB" sz="1400" dirty="0"/>
              <a:t>and cable positioning 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429F8E96-E54C-406D-CF08-B014EAC6F930}"/>
              </a:ext>
            </a:extLst>
          </p:cNvPr>
          <p:cNvCxnSpPr>
            <a:cxnSpLocks/>
            <a:stCxn id="50" idx="2"/>
            <a:endCxn id="20" idx="1"/>
          </p:cNvCxnSpPr>
          <p:nvPr/>
        </p:nvCxnSpPr>
        <p:spPr>
          <a:xfrm>
            <a:off x="1566407" y="1360496"/>
            <a:ext cx="2346582" cy="856613"/>
          </a:xfrm>
          <a:prstGeom prst="line">
            <a:avLst/>
          </a:prstGeom>
          <a:ln w="31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94AAC51-AEB1-AE2F-7F76-75F54215E652}"/>
              </a:ext>
            </a:extLst>
          </p:cNvPr>
          <p:cNvCxnSpPr>
            <a:cxnSpLocks/>
            <a:stCxn id="50" idx="2"/>
            <a:endCxn id="21" idx="1"/>
          </p:cNvCxnSpPr>
          <p:nvPr/>
        </p:nvCxnSpPr>
        <p:spPr>
          <a:xfrm>
            <a:off x="1566407" y="1360496"/>
            <a:ext cx="2343263" cy="1399078"/>
          </a:xfrm>
          <a:prstGeom prst="line">
            <a:avLst/>
          </a:prstGeom>
          <a:ln w="31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6B32B23D-8546-BA77-FAF2-05287E640AA0}"/>
              </a:ext>
            </a:extLst>
          </p:cNvPr>
          <p:cNvSpPr txBox="1"/>
          <p:nvPr/>
        </p:nvSpPr>
        <p:spPr>
          <a:xfrm>
            <a:off x="2329786" y="517230"/>
            <a:ext cx="219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Color</a:t>
            </a:r>
            <a:r>
              <a:rPr lang="en-GB" sz="1400" dirty="0"/>
              <a:t> sensor </a:t>
            </a:r>
            <a:br>
              <a:rPr lang="en-GB" sz="1400" dirty="0"/>
            </a:br>
            <a:r>
              <a:rPr lang="en-GB" sz="1400" dirty="0"/>
              <a:t>for shrink tube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FF6A1688-2AE7-26D7-0D9A-1DA900562C0D}"/>
              </a:ext>
            </a:extLst>
          </p:cNvPr>
          <p:cNvCxnSpPr>
            <a:cxnSpLocks/>
            <a:stCxn id="60" idx="2"/>
            <a:endCxn id="58" idx="0"/>
          </p:cNvCxnSpPr>
          <p:nvPr/>
        </p:nvCxnSpPr>
        <p:spPr>
          <a:xfrm>
            <a:off x="3427066" y="1040450"/>
            <a:ext cx="1277280" cy="1358724"/>
          </a:xfrm>
          <a:prstGeom prst="line">
            <a:avLst/>
          </a:prstGeom>
          <a:ln w="31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79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1BBE6C-580C-B5C4-C784-FAD8F9B68FBB}"/>
              </a:ext>
            </a:extLst>
          </p:cNvPr>
          <p:cNvSpPr/>
          <p:nvPr/>
        </p:nvSpPr>
        <p:spPr>
          <a:xfrm>
            <a:off x="1792224" y="4334256"/>
            <a:ext cx="3425952" cy="286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AC2746-0BFB-9B28-196E-2BC300F34A3D}"/>
              </a:ext>
            </a:extLst>
          </p:cNvPr>
          <p:cNvSpPr/>
          <p:nvPr/>
        </p:nvSpPr>
        <p:spPr>
          <a:xfrm>
            <a:off x="4512119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4FFA3-31AB-F128-8D85-B3D2845A6147}"/>
              </a:ext>
            </a:extLst>
          </p:cNvPr>
          <p:cNvSpPr/>
          <p:nvPr/>
        </p:nvSpPr>
        <p:spPr>
          <a:xfrm>
            <a:off x="4634201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80089-17CA-6504-A802-8E6BB91E61FF}"/>
              </a:ext>
            </a:extLst>
          </p:cNvPr>
          <p:cNvSpPr/>
          <p:nvPr/>
        </p:nvSpPr>
        <p:spPr>
          <a:xfrm>
            <a:off x="1792224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B7B463-98AC-89E9-403B-0FE542EFD766}"/>
              </a:ext>
            </a:extLst>
          </p:cNvPr>
          <p:cNvSpPr/>
          <p:nvPr/>
        </p:nvSpPr>
        <p:spPr>
          <a:xfrm>
            <a:off x="1914306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7BF9515-FE36-B443-9FE4-606DF9B22C23}"/>
              </a:ext>
            </a:extLst>
          </p:cNvPr>
          <p:cNvSpPr/>
          <p:nvPr/>
        </p:nvSpPr>
        <p:spPr>
          <a:xfrm>
            <a:off x="3758909" y="3870960"/>
            <a:ext cx="1092425" cy="46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CA8F495-2A36-FA76-DC7D-3BCE022415C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17B0842-B114-7846-15A9-0F1E760C96BE}"/>
              </a:ext>
            </a:extLst>
          </p:cNvPr>
          <p:cNvGrpSpPr/>
          <p:nvPr/>
        </p:nvGrpSpPr>
        <p:grpSpPr>
          <a:xfrm>
            <a:off x="2255345" y="3191256"/>
            <a:ext cx="2962832" cy="1025086"/>
            <a:chOff x="2255345" y="3191256"/>
            <a:chExt cx="2962832" cy="1025086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413EF24-6328-7B30-9CE7-C1472D7BC350}"/>
                </a:ext>
              </a:extLst>
            </p:cNvPr>
            <p:cNvSpPr/>
            <p:nvPr/>
          </p:nvSpPr>
          <p:spPr>
            <a:xfrm>
              <a:off x="2639568" y="3191256"/>
              <a:ext cx="963168" cy="6145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9B70731-2240-4130-B6D2-C11D453356D0}"/>
                </a:ext>
              </a:extLst>
            </p:cNvPr>
            <p:cNvSpPr/>
            <p:nvPr/>
          </p:nvSpPr>
          <p:spPr>
            <a:xfrm>
              <a:off x="2712953" y="3801262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A980A08-3459-8B38-8B55-0C7F8792EE87}"/>
                </a:ext>
              </a:extLst>
            </p:cNvPr>
            <p:cNvSpPr/>
            <p:nvPr/>
          </p:nvSpPr>
          <p:spPr>
            <a:xfrm rot="5400000">
              <a:off x="3669561" y="2621192"/>
              <a:ext cx="134399" cy="29628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43AD6DD-ABB7-2BC0-0493-09B06B27B094}"/>
                </a:ext>
              </a:extLst>
            </p:cNvPr>
            <p:cNvSpPr/>
            <p:nvPr/>
          </p:nvSpPr>
          <p:spPr>
            <a:xfrm>
              <a:off x="3217469" y="3803556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50912E96-F4B2-FF7B-0DF5-044B050DBB1B}"/>
              </a:ext>
            </a:extLst>
          </p:cNvPr>
          <p:cNvSpPr/>
          <p:nvPr/>
        </p:nvSpPr>
        <p:spPr>
          <a:xfrm>
            <a:off x="7223760" y="207264"/>
            <a:ext cx="4675629" cy="6028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0B236ED-B77D-DB50-D12C-7248BF31D46C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DF35A0E-AD14-56D7-E8A4-91991AFAD184}"/>
              </a:ext>
            </a:extLst>
          </p:cNvPr>
          <p:cNvGrpSpPr/>
          <p:nvPr/>
        </p:nvGrpSpPr>
        <p:grpSpPr>
          <a:xfrm rot="10800000">
            <a:off x="7705343" y="3144722"/>
            <a:ext cx="963168" cy="1025086"/>
            <a:chOff x="8095488" y="2883959"/>
            <a:chExt cx="963168" cy="102508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19FCA05-4186-B4DD-74E8-FDDFC5B20E63}"/>
                </a:ext>
              </a:extLst>
            </p:cNvPr>
            <p:cNvSpPr/>
            <p:nvPr/>
          </p:nvSpPr>
          <p:spPr>
            <a:xfrm>
              <a:off x="8095488" y="2883959"/>
              <a:ext cx="963168" cy="6145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10EF2BA-C45A-F847-D0AA-D0694CB4778F}"/>
                </a:ext>
              </a:extLst>
            </p:cNvPr>
            <p:cNvSpPr/>
            <p:nvPr/>
          </p:nvSpPr>
          <p:spPr>
            <a:xfrm>
              <a:off x="8168873" y="3493965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D811227-77E2-3533-E589-CA13D1A85C18}"/>
                </a:ext>
              </a:extLst>
            </p:cNvPr>
            <p:cNvSpPr/>
            <p:nvPr/>
          </p:nvSpPr>
          <p:spPr>
            <a:xfrm>
              <a:off x="8673389" y="3496259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9" name="Grafik 28" descr="Schraubenschlüssel Silhouette">
            <a:extLst>
              <a:ext uri="{FF2B5EF4-FFF2-40B4-BE49-F238E27FC236}">
                <a16:creationId xmlns:a16="http://schemas.microsoft.com/office/drawing/2014/main" id="{FBDF45E1-61BC-8F69-B133-A23166C3E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7760" y="26875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1BBE6C-580C-B5C4-C784-FAD8F9B68FBB}"/>
              </a:ext>
            </a:extLst>
          </p:cNvPr>
          <p:cNvSpPr/>
          <p:nvPr/>
        </p:nvSpPr>
        <p:spPr>
          <a:xfrm>
            <a:off x="1792224" y="4334256"/>
            <a:ext cx="3425952" cy="286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AC2746-0BFB-9B28-196E-2BC300F34A3D}"/>
              </a:ext>
            </a:extLst>
          </p:cNvPr>
          <p:cNvSpPr/>
          <p:nvPr/>
        </p:nvSpPr>
        <p:spPr>
          <a:xfrm>
            <a:off x="4512119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4FFA3-31AB-F128-8D85-B3D2845A6147}"/>
              </a:ext>
            </a:extLst>
          </p:cNvPr>
          <p:cNvSpPr/>
          <p:nvPr/>
        </p:nvSpPr>
        <p:spPr>
          <a:xfrm>
            <a:off x="4634201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80089-17CA-6504-A802-8E6BB91E61FF}"/>
              </a:ext>
            </a:extLst>
          </p:cNvPr>
          <p:cNvSpPr/>
          <p:nvPr/>
        </p:nvSpPr>
        <p:spPr>
          <a:xfrm>
            <a:off x="1792224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B7B463-98AC-89E9-403B-0FE542EFD766}"/>
              </a:ext>
            </a:extLst>
          </p:cNvPr>
          <p:cNvSpPr/>
          <p:nvPr/>
        </p:nvSpPr>
        <p:spPr>
          <a:xfrm>
            <a:off x="1914306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7BF9515-FE36-B443-9FE4-606DF9B22C23}"/>
              </a:ext>
            </a:extLst>
          </p:cNvPr>
          <p:cNvSpPr/>
          <p:nvPr/>
        </p:nvSpPr>
        <p:spPr>
          <a:xfrm>
            <a:off x="3758909" y="3870960"/>
            <a:ext cx="1092425" cy="46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CA8F495-2A36-FA76-DC7D-3BCE022415C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5092F7F-48AF-C8E5-E002-A10461FC4205}"/>
              </a:ext>
            </a:extLst>
          </p:cNvPr>
          <p:cNvGrpSpPr/>
          <p:nvPr/>
        </p:nvGrpSpPr>
        <p:grpSpPr>
          <a:xfrm>
            <a:off x="2255345" y="1636776"/>
            <a:ext cx="2962832" cy="1025086"/>
            <a:chOff x="2255345" y="3191256"/>
            <a:chExt cx="2962832" cy="1025086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413EF24-6328-7B30-9CE7-C1472D7BC350}"/>
                </a:ext>
              </a:extLst>
            </p:cNvPr>
            <p:cNvSpPr/>
            <p:nvPr/>
          </p:nvSpPr>
          <p:spPr>
            <a:xfrm>
              <a:off x="2639568" y="3191256"/>
              <a:ext cx="963168" cy="6145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9B70731-2240-4130-B6D2-C11D453356D0}"/>
                </a:ext>
              </a:extLst>
            </p:cNvPr>
            <p:cNvSpPr/>
            <p:nvPr/>
          </p:nvSpPr>
          <p:spPr>
            <a:xfrm>
              <a:off x="2712953" y="3801262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A980A08-3459-8B38-8B55-0C7F8792EE87}"/>
                </a:ext>
              </a:extLst>
            </p:cNvPr>
            <p:cNvSpPr/>
            <p:nvPr/>
          </p:nvSpPr>
          <p:spPr>
            <a:xfrm rot="5400000">
              <a:off x="3669561" y="2621192"/>
              <a:ext cx="134399" cy="29628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43AD6DD-ABB7-2BC0-0493-09B06B27B094}"/>
                </a:ext>
              </a:extLst>
            </p:cNvPr>
            <p:cNvSpPr/>
            <p:nvPr/>
          </p:nvSpPr>
          <p:spPr>
            <a:xfrm>
              <a:off x="3217469" y="3803556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50912E96-F4B2-FF7B-0DF5-044B050DBB1B}"/>
              </a:ext>
            </a:extLst>
          </p:cNvPr>
          <p:cNvSpPr/>
          <p:nvPr/>
        </p:nvSpPr>
        <p:spPr>
          <a:xfrm>
            <a:off x="7223760" y="207264"/>
            <a:ext cx="4675629" cy="6028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0B236ED-B77D-DB50-D12C-7248BF31D46C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DF35A0E-AD14-56D7-E8A4-91991AFAD184}"/>
              </a:ext>
            </a:extLst>
          </p:cNvPr>
          <p:cNvGrpSpPr/>
          <p:nvPr/>
        </p:nvGrpSpPr>
        <p:grpSpPr>
          <a:xfrm rot="10800000">
            <a:off x="7705343" y="3144722"/>
            <a:ext cx="963168" cy="1025086"/>
            <a:chOff x="8095488" y="2883959"/>
            <a:chExt cx="963168" cy="102508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19FCA05-4186-B4DD-74E8-FDDFC5B20E63}"/>
                </a:ext>
              </a:extLst>
            </p:cNvPr>
            <p:cNvSpPr/>
            <p:nvPr/>
          </p:nvSpPr>
          <p:spPr>
            <a:xfrm>
              <a:off x="8095488" y="2883959"/>
              <a:ext cx="963168" cy="6145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10EF2BA-C45A-F847-D0AA-D0694CB4778F}"/>
                </a:ext>
              </a:extLst>
            </p:cNvPr>
            <p:cNvSpPr/>
            <p:nvPr/>
          </p:nvSpPr>
          <p:spPr>
            <a:xfrm>
              <a:off x="8168873" y="3493965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D811227-77E2-3533-E589-CA13D1A85C18}"/>
                </a:ext>
              </a:extLst>
            </p:cNvPr>
            <p:cNvSpPr/>
            <p:nvPr/>
          </p:nvSpPr>
          <p:spPr>
            <a:xfrm>
              <a:off x="8673389" y="3496259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9" name="Grafik 28" descr="Schraubenschlüssel Silhouette">
            <a:extLst>
              <a:ext uri="{FF2B5EF4-FFF2-40B4-BE49-F238E27FC236}">
                <a16:creationId xmlns:a16="http://schemas.microsoft.com/office/drawing/2014/main" id="{FBDF45E1-61BC-8F69-B133-A23166C3E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7760" y="26875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6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1BBE6C-580C-B5C4-C784-FAD8F9B68FBB}"/>
              </a:ext>
            </a:extLst>
          </p:cNvPr>
          <p:cNvSpPr/>
          <p:nvPr/>
        </p:nvSpPr>
        <p:spPr>
          <a:xfrm>
            <a:off x="1792224" y="4334256"/>
            <a:ext cx="3425952" cy="286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AC2746-0BFB-9B28-196E-2BC300F34A3D}"/>
              </a:ext>
            </a:extLst>
          </p:cNvPr>
          <p:cNvSpPr/>
          <p:nvPr/>
        </p:nvSpPr>
        <p:spPr>
          <a:xfrm>
            <a:off x="4512119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4FFA3-31AB-F128-8D85-B3D2845A6147}"/>
              </a:ext>
            </a:extLst>
          </p:cNvPr>
          <p:cNvSpPr/>
          <p:nvPr/>
        </p:nvSpPr>
        <p:spPr>
          <a:xfrm>
            <a:off x="4634201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80089-17CA-6504-A802-8E6BB91E61FF}"/>
              </a:ext>
            </a:extLst>
          </p:cNvPr>
          <p:cNvSpPr/>
          <p:nvPr/>
        </p:nvSpPr>
        <p:spPr>
          <a:xfrm>
            <a:off x="1792224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B7B463-98AC-89E9-403B-0FE542EFD766}"/>
              </a:ext>
            </a:extLst>
          </p:cNvPr>
          <p:cNvSpPr/>
          <p:nvPr/>
        </p:nvSpPr>
        <p:spPr>
          <a:xfrm>
            <a:off x="1914306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7BF9515-FE36-B443-9FE4-606DF9B22C23}"/>
              </a:ext>
            </a:extLst>
          </p:cNvPr>
          <p:cNvSpPr/>
          <p:nvPr/>
        </p:nvSpPr>
        <p:spPr>
          <a:xfrm>
            <a:off x="3758909" y="3870960"/>
            <a:ext cx="1092425" cy="46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CA8F495-2A36-FA76-DC7D-3BCE022415C5}"/>
              </a:ext>
            </a:extLst>
          </p:cNvPr>
          <p:cNvCxnSpPr>
            <a:cxnSpLocks/>
          </p:cNvCxnSpPr>
          <p:nvPr/>
        </p:nvCxnSpPr>
        <p:spPr>
          <a:xfrm>
            <a:off x="70835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50912E96-F4B2-FF7B-0DF5-044B050DBB1B}"/>
              </a:ext>
            </a:extLst>
          </p:cNvPr>
          <p:cNvSpPr/>
          <p:nvPr/>
        </p:nvSpPr>
        <p:spPr>
          <a:xfrm>
            <a:off x="7223760" y="207264"/>
            <a:ext cx="4675629" cy="6028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0B236ED-B77D-DB50-D12C-7248BF31D46C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DF35A0E-AD14-56D7-E8A4-91991AFAD184}"/>
              </a:ext>
            </a:extLst>
          </p:cNvPr>
          <p:cNvGrpSpPr/>
          <p:nvPr/>
        </p:nvGrpSpPr>
        <p:grpSpPr>
          <a:xfrm rot="10800000">
            <a:off x="7705343" y="3144722"/>
            <a:ext cx="963168" cy="1025086"/>
            <a:chOff x="8095488" y="2883959"/>
            <a:chExt cx="963168" cy="102508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19FCA05-4186-B4DD-74E8-FDDFC5B20E63}"/>
                </a:ext>
              </a:extLst>
            </p:cNvPr>
            <p:cNvSpPr/>
            <p:nvPr/>
          </p:nvSpPr>
          <p:spPr>
            <a:xfrm>
              <a:off x="8095488" y="2883959"/>
              <a:ext cx="963168" cy="6145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10EF2BA-C45A-F847-D0AA-D0694CB4778F}"/>
                </a:ext>
              </a:extLst>
            </p:cNvPr>
            <p:cNvSpPr/>
            <p:nvPr/>
          </p:nvSpPr>
          <p:spPr>
            <a:xfrm>
              <a:off x="8168873" y="3493965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D811227-77E2-3533-E589-CA13D1A85C18}"/>
                </a:ext>
              </a:extLst>
            </p:cNvPr>
            <p:cNvSpPr/>
            <p:nvPr/>
          </p:nvSpPr>
          <p:spPr>
            <a:xfrm>
              <a:off x="8673389" y="3496259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9" name="Grafik 28" descr="Schraubenschlüssel Silhouette">
            <a:extLst>
              <a:ext uri="{FF2B5EF4-FFF2-40B4-BE49-F238E27FC236}">
                <a16:creationId xmlns:a16="http://schemas.microsoft.com/office/drawing/2014/main" id="{FBDF45E1-61BC-8F69-B133-A23166C3E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7760" y="2687522"/>
            <a:ext cx="914400" cy="914400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5092F7F-48AF-C8E5-E002-A10461FC4205}"/>
              </a:ext>
            </a:extLst>
          </p:cNvPr>
          <p:cNvGrpSpPr/>
          <p:nvPr/>
        </p:nvGrpSpPr>
        <p:grpSpPr>
          <a:xfrm>
            <a:off x="6205553" y="1636776"/>
            <a:ext cx="2962832" cy="1025086"/>
            <a:chOff x="2255345" y="3191256"/>
            <a:chExt cx="2962832" cy="1025086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413EF24-6328-7B30-9CE7-C1472D7BC350}"/>
                </a:ext>
              </a:extLst>
            </p:cNvPr>
            <p:cNvSpPr/>
            <p:nvPr/>
          </p:nvSpPr>
          <p:spPr>
            <a:xfrm>
              <a:off x="2639568" y="3191256"/>
              <a:ext cx="963168" cy="6145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9B70731-2240-4130-B6D2-C11D453356D0}"/>
                </a:ext>
              </a:extLst>
            </p:cNvPr>
            <p:cNvSpPr/>
            <p:nvPr/>
          </p:nvSpPr>
          <p:spPr>
            <a:xfrm>
              <a:off x="2712953" y="3801262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A980A08-3459-8B38-8B55-0C7F8792EE87}"/>
                </a:ext>
              </a:extLst>
            </p:cNvPr>
            <p:cNvSpPr/>
            <p:nvPr/>
          </p:nvSpPr>
          <p:spPr>
            <a:xfrm rot="5400000">
              <a:off x="3669561" y="2621192"/>
              <a:ext cx="134399" cy="29628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43AD6DD-ABB7-2BC0-0493-09B06B27B094}"/>
                </a:ext>
              </a:extLst>
            </p:cNvPr>
            <p:cNvSpPr/>
            <p:nvPr/>
          </p:nvSpPr>
          <p:spPr>
            <a:xfrm>
              <a:off x="3217469" y="3803556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214635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1BBE6C-580C-B5C4-C784-FAD8F9B68FBB}"/>
              </a:ext>
            </a:extLst>
          </p:cNvPr>
          <p:cNvSpPr/>
          <p:nvPr/>
        </p:nvSpPr>
        <p:spPr>
          <a:xfrm>
            <a:off x="1792224" y="4334256"/>
            <a:ext cx="3425952" cy="286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AC2746-0BFB-9B28-196E-2BC300F34A3D}"/>
              </a:ext>
            </a:extLst>
          </p:cNvPr>
          <p:cNvSpPr/>
          <p:nvPr/>
        </p:nvSpPr>
        <p:spPr>
          <a:xfrm>
            <a:off x="4512119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4FFA3-31AB-F128-8D85-B3D2845A6147}"/>
              </a:ext>
            </a:extLst>
          </p:cNvPr>
          <p:cNvSpPr/>
          <p:nvPr/>
        </p:nvSpPr>
        <p:spPr>
          <a:xfrm>
            <a:off x="4634201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80089-17CA-6504-A802-8E6BB91E61FF}"/>
              </a:ext>
            </a:extLst>
          </p:cNvPr>
          <p:cNvSpPr/>
          <p:nvPr/>
        </p:nvSpPr>
        <p:spPr>
          <a:xfrm>
            <a:off x="1792224" y="4620768"/>
            <a:ext cx="706057" cy="292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B7B463-98AC-89E9-403B-0FE542EFD766}"/>
              </a:ext>
            </a:extLst>
          </p:cNvPr>
          <p:cNvSpPr/>
          <p:nvPr/>
        </p:nvSpPr>
        <p:spPr>
          <a:xfrm>
            <a:off x="1914306" y="4620768"/>
            <a:ext cx="434267" cy="6096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7BF9515-FE36-B443-9FE4-606DF9B22C23}"/>
              </a:ext>
            </a:extLst>
          </p:cNvPr>
          <p:cNvSpPr/>
          <p:nvPr/>
        </p:nvSpPr>
        <p:spPr>
          <a:xfrm>
            <a:off x="3758909" y="3870960"/>
            <a:ext cx="1092425" cy="46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CA8F495-2A36-FA76-DC7D-3BCE022415C5}"/>
              </a:ext>
            </a:extLst>
          </p:cNvPr>
          <p:cNvCxnSpPr>
            <a:cxnSpLocks/>
          </p:cNvCxnSpPr>
          <p:nvPr/>
        </p:nvCxnSpPr>
        <p:spPr>
          <a:xfrm>
            <a:off x="70835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50912E96-F4B2-FF7B-0DF5-044B050DBB1B}"/>
              </a:ext>
            </a:extLst>
          </p:cNvPr>
          <p:cNvSpPr/>
          <p:nvPr/>
        </p:nvSpPr>
        <p:spPr>
          <a:xfrm>
            <a:off x="7223760" y="207264"/>
            <a:ext cx="4675629" cy="6028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0B236ED-B77D-DB50-D12C-7248BF31D46C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DF35A0E-AD14-56D7-E8A4-91991AFAD184}"/>
              </a:ext>
            </a:extLst>
          </p:cNvPr>
          <p:cNvGrpSpPr/>
          <p:nvPr/>
        </p:nvGrpSpPr>
        <p:grpSpPr>
          <a:xfrm rot="10800000">
            <a:off x="7705343" y="3144722"/>
            <a:ext cx="963168" cy="1025086"/>
            <a:chOff x="8095488" y="2883959"/>
            <a:chExt cx="963168" cy="102508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19FCA05-4186-B4DD-74E8-FDDFC5B20E63}"/>
                </a:ext>
              </a:extLst>
            </p:cNvPr>
            <p:cNvSpPr/>
            <p:nvPr/>
          </p:nvSpPr>
          <p:spPr>
            <a:xfrm>
              <a:off x="8095488" y="2883959"/>
              <a:ext cx="963168" cy="6145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10EF2BA-C45A-F847-D0AA-D0694CB4778F}"/>
                </a:ext>
              </a:extLst>
            </p:cNvPr>
            <p:cNvSpPr/>
            <p:nvPr/>
          </p:nvSpPr>
          <p:spPr>
            <a:xfrm>
              <a:off x="8168873" y="3493965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D811227-77E2-3533-E589-CA13D1A85C18}"/>
                </a:ext>
              </a:extLst>
            </p:cNvPr>
            <p:cNvSpPr/>
            <p:nvPr/>
          </p:nvSpPr>
          <p:spPr>
            <a:xfrm>
              <a:off x="8673389" y="3496259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9" name="Grafik 28" descr="Schraubenschlüssel Silhouette">
            <a:extLst>
              <a:ext uri="{FF2B5EF4-FFF2-40B4-BE49-F238E27FC236}">
                <a16:creationId xmlns:a16="http://schemas.microsoft.com/office/drawing/2014/main" id="{FBDF45E1-61BC-8F69-B133-A23166C3E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7760" y="2687522"/>
            <a:ext cx="914400" cy="914400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5092F7F-48AF-C8E5-E002-A10461FC4205}"/>
              </a:ext>
            </a:extLst>
          </p:cNvPr>
          <p:cNvGrpSpPr/>
          <p:nvPr/>
        </p:nvGrpSpPr>
        <p:grpSpPr>
          <a:xfrm>
            <a:off x="6205553" y="2575560"/>
            <a:ext cx="2962832" cy="1025086"/>
            <a:chOff x="2255345" y="3191256"/>
            <a:chExt cx="2962832" cy="1025086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413EF24-6328-7B30-9CE7-C1472D7BC350}"/>
                </a:ext>
              </a:extLst>
            </p:cNvPr>
            <p:cNvSpPr/>
            <p:nvPr/>
          </p:nvSpPr>
          <p:spPr>
            <a:xfrm>
              <a:off x="2639568" y="3191256"/>
              <a:ext cx="963168" cy="6145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9B70731-2240-4130-B6D2-C11D453356D0}"/>
                </a:ext>
              </a:extLst>
            </p:cNvPr>
            <p:cNvSpPr/>
            <p:nvPr/>
          </p:nvSpPr>
          <p:spPr>
            <a:xfrm>
              <a:off x="2712953" y="3801262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A980A08-3459-8B38-8B55-0C7F8792EE87}"/>
                </a:ext>
              </a:extLst>
            </p:cNvPr>
            <p:cNvSpPr/>
            <p:nvPr/>
          </p:nvSpPr>
          <p:spPr>
            <a:xfrm rot="5400000">
              <a:off x="3669561" y="2621192"/>
              <a:ext cx="134399" cy="29628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43AD6DD-ABB7-2BC0-0493-09B06B27B094}"/>
                </a:ext>
              </a:extLst>
            </p:cNvPr>
            <p:cNvSpPr/>
            <p:nvPr/>
          </p:nvSpPr>
          <p:spPr>
            <a:xfrm>
              <a:off x="3217469" y="3803556"/>
              <a:ext cx="311882" cy="41278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89022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9C102-1D9E-E8BC-33EE-FE813225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Biegekonzept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05B8D6B-CCB7-241A-C7A0-8B545C92B964}"/>
              </a:ext>
            </a:extLst>
          </p:cNvPr>
          <p:cNvGrpSpPr/>
          <p:nvPr/>
        </p:nvGrpSpPr>
        <p:grpSpPr>
          <a:xfrm>
            <a:off x="391777" y="987713"/>
            <a:ext cx="1638912" cy="1082180"/>
            <a:chOff x="2357307" y="1333849"/>
            <a:chExt cx="6504829" cy="4295164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8C85D9F4-ECA5-9687-4859-F911692E787B}"/>
                </a:ext>
              </a:extLst>
            </p:cNvPr>
            <p:cNvSpPr/>
            <p:nvPr/>
          </p:nvSpPr>
          <p:spPr>
            <a:xfrm>
              <a:off x="2357307" y="1468074"/>
              <a:ext cx="6241409" cy="41609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26934D78-B147-0792-962B-E03B5175766C}"/>
                </a:ext>
              </a:extLst>
            </p:cNvPr>
            <p:cNvSpPr/>
            <p:nvPr/>
          </p:nvSpPr>
          <p:spPr>
            <a:xfrm>
              <a:off x="3638028" y="1333849"/>
              <a:ext cx="947956" cy="251669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1E212E68-7D58-D31C-5852-B25AE90C0BFC}"/>
                </a:ext>
              </a:extLst>
            </p:cNvPr>
            <p:cNvSpPr/>
            <p:nvPr/>
          </p:nvSpPr>
          <p:spPr>
            <a:xfrm>
              <a:off x="6588158" y="1333849"/>
              <a:ext cx="947956" cy="251669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F3917D79-7490-E3BE-F374-762B6FBDAD36}"/>
                </a:ext>
              </a:extLst>
            </p:cNvPr>
            <p:cNvSpPr/>
            <p:nvPr/>
          </p:nvSpPr>
          <p:spPr>
            <a:xfrm>
              <a:off x="6792136" y="327854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7" name="Flussdiagramm: Gespeicherte Daten 6">
              <a:extLst>
                <a:ext uri="{FF2B5EF4-FFF2-40B4-BE49-F238E27FC236}">
                  <a16:creationId xmlns:a16="http://schemas.microsoft.com/office/drawing/2014/main" id="{B85FFB8E-4950-8CD8-BCC9-41AA984DD035}"/>
                </a:ext>
              </a:extLst>
            </p:cNvPr>
            <p:cNvSpPr/>
            <p:nvPr/>
          </p:nvSpPr>
          <p:spPr>
            <a:xfrm rot="5400000">
              <a:off x="6757336" y="2830995"/>
              <a:ext cx="626380" cy="458752"/>
            </a:xfrm>
            <a:prstGeom prst="flowChartOnlineStorag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8" name="Bogen 7">
              <a:extLst>
                <a:ext uri="{FF2B5EF4-FFF2-40B4-BE49-F238E27FC236}">
                  <a16:creationId xmlns:a16="http://schemas.microsoft.com/office/drawing/2014/main" id="{0097E6D9-703C-5D87-516A-2C484A89A5E6}"/>
                </a:ext>
              </a:extLst>
            </p:cNvPr>
            <p:cNvSpPr/>
            <p:nvPr/>
          </p:nvSpPr>
          <p:spPr>
            <a:xfrm>
              <a:off x="7062136" y="2184771"/>
              <a:ext cx="1800000" cy="1800000"/>
            </a:xfrm>
            <a:prstGeom prst="arc">
              <a:avLst>
                <a:gd name="adj1" fmla="val 10779196"/>
                <a:gd name="adj2" fmla="val 16366591"/>
              </a:avLst>
            </a:prstGeom>
            <a:ln w="38100">
              <a:solidFill>
                <a:schemeClr val="accent4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Halber Rahmen 8">
              <a:extLst>
                <a:ext uri="{FF2B5EF4-FFF2-40B4-BE49-F238E27FC236}">
                  <a16:creationId xmlns:a16="http://schemas.microsoft.com/office/drawing/2014/main" id="{E84D6E9A-AD62-C482-3671-0FFFF85A1DE0}"/>
                </a:ext>
              </a:extLst>
            </p:cNvPr>
            <p:cNvSpPr/>
            <p:nvPr/>
          </p:nvSpPr>
          <p:spPr>
            <a:xfrm rot="13570852">
              <a:off x="6430166" y="2694187"/>
              <a:ext cx="1297499" cy="1352180"/>
            </a:xfrm>
            <a:prstGeom prst="halfFrame">
              <a:avLst>
                <a:gd name="adj1" fmla="val 21695"/>
                <a:gd name="adj2" fmla="val 2104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3115EA19-4CD6-2682-5EFB-2201E8A71B82}"/>
              </a:ext>
            </a:extLst>
          </p:cNvPr>
          <p:cNvSpPr/>
          <p:nvPr/>
        </p:nvSpPr>
        <p:spPr>
          <a:xfrm rot="5400000">
            <a:off x="2321346" y="1304758"/>
            <a:ext cx="377504" cy="521855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2" name="Pfeil: nach links und rechts 11">
            <a:extLst>
              <a:ext uri="{FF2B5EF4-FFF2-40B4-BE49-F238E27FC236}">
                <a16:creationId xmlns:a16="http://schemas.microsoft.com/office/drawing/2014/main" id="{5F2F73F7-7496-B285-BCDF-171037DCA44B}"/>
              </a:ext>
            </a:extLst>
          </p:cNvPr>
          <p:cNvSpPr/>
          <p:nvPr/>
        </p:nvSpPr>
        <p:spPr>
          <a:xfrm>
            <a:off x="7664741" y="3039879"/>
            <a:ext cx="1613483" cy="383985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3" name="Pfeil: nach oben gekrümmt 12">
            <a:extLst>
              <a:ext uri="{FF2B5EF4-FFF2-40B4-BE49-F238E27FC236}">
                <a16:creationId xmlns:a16="http://schemas.microsoft.com/office/drawing/2014/main" id="{795B0FD6-E25D-44EF-FC32-688E373F9A3D}"/>
              </a:ext>
            </a:extLst>
          </p:cNvPr>
          <p:cNvSpPr/>
          <p:nvPr/>
        </p:nvSpPr>
        <p:spPr>
          <a:xfrm>
            <a:off x="6706997" y="3357317"/>
            <a:ext cx="805343" cy="813732"/>
          </a:xfrm>
          <a:prstGeom prst="curved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sp>
        <p:nvSpPr>
          <p:cNvPr id="14" name="Pfeil: nach oben gekrümmt 13">
            <a:extLst>
              <a:ext uri="{FF2B5EF4-FFF2-40B4-BE49-F238E27FC236}">
                <a16:creationId xmlns:a16="http://schemas.microsoft.com/office/drawing/2014/main" id="{F9ED0C1E-9FBC-F5B7-1EBE-BCBDCFED43A7}"/>
              </a:ext>
            </a:extLst>
          </p:cNvPr>
          <p:cNvSpPr/>
          <p:nvPr/>
        </p:nvSpPr>
        <p:spPr>
          <a:xfrm rot="10800000">
            <a:off x="6590949" y="2368814"/>
            <a:ext cx="805343" cy="813732"/>
          </a:xfrm>
          <a:prstGeom prst="curved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sp>
        <p:nvSpPr>
          <p:cNvPr id="15" name="Halber Rahmen 14">
            <a:extLst>
              <a:ext uri="{FF2B5EF4-FFF2-40B4-BE49-F238E27FC236}">
                <a16:creationId xmlns:a16="http://schemas.microsoft.com/office/drawing/2014/main" id="{121A9948-7302-3583-75D8-2AF604DC253B}"/>
              </a:ext>
            </a:extLst>
          </p:cNvPr>
          <p:cNvSpPr/>
          <p:nvPr/>
        </p:nvSpPr>
        <p:spPr>
          <a:xfrm rot="10800000">
            <a:off x="4705523" y="2650976"/>
            <a:ext cx="1283516" cy="531571"/>
          </a:xfrm>
          <a:prstGeom prst="halfFram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sp>
        <p:nvSpPr>
          <p:cNvPr id="16" name="Halber Rahmen 15">
            <a:extLst>
              <a:ext uri="{FF2B5EF4-FFF2-40B4-BE49-F238E27FC236}">
                <a16:creationId xmlns:a16="http://schemas.microsoft.com/office/drawing/2014/main" id="{4B09CC6D-ECB6-62AA-6F6B-42E764CCE9DA}"/>
              </a:ext>
            </a:extLst>
          </p:cNvPr>
          <p:cNvSpPr/>
          <p:nvPr/>
        </p:nvSpPr>
        <p:spPr>
          <a:xfrm rot="10800000" flipV="1">
            <a:off x="4705523" y="3412976"/>
            <a:ext cx="1283516" cy="531571"/>
          </a:xfrm>
          <a:prstGeom prst="halfFram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sp>
        <p:nvSpPr>
          <p:cNvPr id="17" name="Pfeil: nach links und rechts 16">
            <a:extLst>
              <a:ext uri="{FF2B5EF4-FFF2-40B4-BE49-F238E27FC236}">
                <a16:creationId xmlns:a16="http://schemas.microsoft.com/office/drawing/2014/main" id="{67F854EE-2C81-2FE8-6F3A-CB8292A87A21}"/>
              </a:ext>
            </a:extLst>
          </p:cNvPr>
          <p:cNvSpPr/>
          <p:nvPr/>
        </p:nvSpPr>
        <p:spPr>
          <a:xfrm rot="16200000">
            <a:off x="5036610" y="3123218"/>
            <a:ext cx="1892793" cy="383985"/>
          </a:xfrm>
          <a:prstGeom prst="left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A3FF13C-6BC9-91A0-735A-63C6FBDE96AF}"/>
              </a:ext>
            </a:extLst>
          </p:cNvPr>
          <p:cNvSpPr txBox="1"/>
          <p:nvPr/>
        </p:nvSpPr>
        <p:spPr>
          <a:xfrm>
            <a:off x="5177915" y="4490553"/>
            <a:ext cx="89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Greifer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68597A0-9059-F7A6-3832-A0C98A9FA00C}"/>
              </a:ext>
            </a:extLst>
          </p:cNvPr>
          <p:cNvSpPr txBox="1"/>
          <p:nvPr/>
        </p:nvSpPr>
        <p:spPr>
          <a:xfrm>
            <a:off x="6544457" y="4520696"/>
            <a:ext cx="137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Schwenk-einheit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501D7E3-4036-D54B-36B5-DB55F347CC50}"/>
              </a:ext>
            </a:extLst>
          </p:cNvPr>
          <p:cNvSpPr txBox="1"/>
          <p:nvPr/>
        </p:nvSpPr>
        <p:spPr>
          <a:xfrm>
            <a:off x="8196226" y="4474529"/>
            <a:ext cx="108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X-Achse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D657F81-C468-5457-1860-38B9869BCD34}"/>
              </a:ext>
            </a:extLst>
          </p:cNvPr>
          <p:cNvSpPr/>
          <p:nvPr/>
        </p:nvSpPr>
        <p:spPr>
          <a:xfrm>
            <a:off x="3626798" y="1545712"/>
            <a:ext cx="6741995" cy="4117772"/>
          </a:xfrm>
          <a:prstGeom prst="roundRect">
            <a:avLst>
              <a:gd name="adj" fmla="val 42133"/>
            </a:avLst>
          </a:prstGeom>
          <a:noFill/>
          <a:ln w="9525" cap="flat" cmpd="sng" algn="ctr">
            <a:solidFill>
              <a:schemeClr val="accent2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E8AFD50-CD70-22BF-8886-6D0C77D2AAF4}"/>
              </a:ext>
            </a:extLst>
          </p:cNvPr>
          <p:cNvCxnSpPr>
            <a:endCxn id="11" idx="0"/>
          </p:cNvCxnSpPr>
          <p:nvPr/>
        </p:nvCxnSpPr>
        <p:spPr>
          <a:xfrm flipH="1" flipV="1">
            <a:off x="2771026" y="1565686"/>
            <a:ext cx="1238912" cy="649008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47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225A8-35EF-39F9-113F-3A140905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Biegekonzept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A54638C-CE56-383D-C689-BC4FEFE1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0" y="1874385"/>
            <a:ext cx="10615580" cy="3109229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5C6E048-E574-2AA8-00B0-5546BA2A3F96}"/>
              </a:ext>
            </a:extLst>
          </p:cNvPr>
          <p:cNvSpPr/>
          <p:nvPr/>
        </p:nvSpPr>
        <p:spPr>
          <a:xfrm>
            <a:off x="3645408" y="2883408"/>
            <a:ext cx="1786128" cy="193852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D8511AE6-7770-A73C-DF4E-A16B69F45B60}"/>
              </a:ext>
            </a:extLst>
          </p:cNvPr>
          <p:cNvSpPr/>
          <p:nvPr/>
        </p:nvSpPr>
        <p:spPr>
          <a:xfrm>
            <a:off x="5419344" y="3454975"/>
            <a:ext cx="499872" cy="7953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2938906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DA2CE-006F-AE75-02DB-CAAB617A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E53C17F-A88D-2F18-FDE4-5DEC2D40B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80" y="826544"/>
            <a:ext cx="9236240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7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7DEF3-2015-D804-F2FC-DF1EFCEB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82DC313-1972-3D5E-A814-2182E5A288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542" r="21088" b="88012"/>
          <a:stretch/>
        </p:blipFill>
        <p:spPr>
          <a:xfrm>
            <a:off x="231648" y="505969"/>
            <a:ext cx="1156829" cy="810767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40E066D-4130-2E83-506B-39BF64E5CF0D}"/>
              </a:ext>
            </a:extLst>
          </p:cNvPr>
          <p:cNvSpPr/>
          <p:nvPr/>
        </p:nvSpPr>
        <p:spPr>
          <a:xfrm>
            <a:off x="7505339" y="835150"/>
            <a:ext cx="551038" cy="53522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CECAF1-C322-CFD1-EE0F-A216C37CA814}"/>
              </a:ext>
            </a:extLst>
          </p:cNvPr>
          <p:cNvSpPr/>
          <p:nvPr/>
        </p:nvSpPr>
        <p:spPr>
          <a:xfrm>
            <a:off x="7600617" y="835150"/>
            <a:ext cx="338921" cy="5352289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A830EB-05F3-11B0-2C72-9A9B1EBB4216}"/>
              </a:ext>
            </a:extLst>
          </p:cNvPr>
          <p:cNvSpPr/>
          <p:nvPr/>
        </p:nvSpPr>
        <p:spPr>
          <a:xfrm>
            <a:off x="2802251" y="835150"/>
            <a:ext cx="551038" cy="53522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B2C9BA-E832-E9B0-E1A1-432E147A2B9B}"/>
              </a:ext>
            </a:extLst>
          </p:cNvPr>
          <p:cNvSpPr/>
          <p:nvPr/>
        </p:nvSpPr>
        <p:spPr>
          <a:xfrm>
            <a:off x="2908419" y="835150"/>
            <a:ext cx="338921" cy="5352289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1B8EC1B-4739-F967-70C0-077EF3EDF762}"/>
              </a:ext>
            </a:extLst>
          </p:cNvPr>
          <p:cNvSpPr/>
          <p:nvPr/>
        </p:nvSpPr>
        <p:spPr>
          <a:xfrm>
            <a:off x="2598011" y="1431003"/>
            <a:ext cx="5563609" cy="4434259"/>
          </a:xfrm>
          <a:prstGeom prst="rect">
            <a:avLst/>
          </a:prstGeom>
          <a:solidFill>
            <a:schemeClr val="accent2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D2AD921-95F7-03F2-7E89-5DEB8C691317}"/>
              </a:ext>
            </a:extLst>
          </p:cNvPr>
          <p:cNvSpPr/>
          <p:nvPr/>
        </p:nvSpPr>
        <p:spPr>
          <a:xfrm>
            <a:off x="4722540" y="1734500"/>
            <a:ext cx="1967702" cy="149829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E6DF4EE-DF9E-D29D-BC0A-8F39D04A0BC5}"/>
              </a:ext>
            </a:extLst>
          </p:cNvPr>
          <p:cNvSpPr/>
          <p:nvPr/>
        </p:nvSpPr>
        <p:spPr>
          <a:xfrm rot="5400000">
            <a:off x="4143991" y="-49737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3725F8B-7EF3-9428-1022-ABA7A5766727}"/>
              </a:ext>
            </a:extLst>
          </p:cNvPr>
          <p:cNvSpPr/>
          <p:nvPr/>
        </p:nvSpPr>
        <p:spPr>
          <a:xfrm>
            <a:off x="3957220" y="213775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169D0C6-4B04-12A0-2F79-8E042A14C0B6}"/>
              </a:ext>
            </a:extLst>
          </p:cNvPr>
          <p:cNvSpPr/>
          <p:nvPr/>
        </p:nvSpPr>
        <p:spPr>
          <a:xfrm rot="5400000">
            <a:off x="4143991" y="2362546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FCA1115A-0A10-678D-95E5-864495DBF8E1}"/>
              </a:ext>
            </a:extLst>
          </p:cNvPr>
          <p:cNvSpPr/>
          <p:nvPr/>
        </p:nvSpPr>
        <p:spPr>
          <a:xfrm>
            <a:off x="724717" y="2470283"/>
            <a:ext cx="1039341" cy="2452596"/>
          </a:xfrm>
          <a:custGeom>
            <a:avLst/>
            <a:gdLst>
              <a:gd name="connsiteX0" fmla="*/ 1313973 w 1331729"/>
              <a:gd name="connsiteY0" fmla="*/ 0 h 3142563"/>
              <a:gd name="connsiteX1" fmla="*/ 346307 w 1331729"/>
              <a:gd name="connsiteY1" fmla="*/ 53266 h 3142563"/>
              <a:gd name="connsiteX2" fmla="*/ 53344 w 1331729"/>
              <a:gd name="connsiteY2" fmla="*/ 292963 h 3142563"/>
              <a:gd name="connsiteX3" fmla="*/ 78 w 1331729"/>
              <a:gd name="connsiteY3" fmla="*/ 1091953 h 3142563"/>
              <a:gd name="connsiteX4" fmla="*/ 53344 w 1331729"/>
              <a:gd name="connsiteY4" fmla="*/ 2432482 h 3142563"/>
              <a:gd name="connsiteX5" fmla="*/ 222020 w 1331729"/>
              <a:gd name="connsiteY5" fmla="*/ 3071674 h 3142563"/>
              <a:gd name="connsiteX6" fmla="*/ 1331729 w 1331729"/>
              <a:gd name="connsiteY6" fmla="*/ 3098307 h 314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1729" h="3142563">
                <a:moveTo>
                  <a:pt x="1313973" y="0"/>
                </a:moveTo>
                <a:cubicBezTo>
                  <a:pt x="935192" y="2219"/>
                  <a:pt x="556412" y="4439"/>
                  <a:pt x="346307" y="53266"/>
                </a:cubicBezTo>
                <a:cubicBezTo>
                  <a:pt x="136202" y="102093"/>
                  <a:pt x="111049" y="119848"/>
                  <a:pt x="53344" y="292963"/>
                </a:cubicBezTo>
                <a:cubicBezTo>
                  <a:pt x="-4361" y="466078"/>
                  <a:pt x="78" y="735367"/>
                  <a:pt x="78" y="1091953"/>
                </a:cubicBezTo>
                <a:cubicBezTo>
                  <a:pt x="78" y="1448539"/>
                  <a:pt x="16354" y="2102528"/>
                  <a:pt x="53344" y="2432482"/>
                </a:cubicBezTo>
                <a:cubicBezTo>
                  <a:pt x="90334" y="2762436"/>
                  <a:pt x="8956" y="2960703"/>
                  <a:pt x="222020" y="3071674"/>
                </a:cubicBezTo>
                <a:cubicBezTo>
                  <a:pt x="435084" y="3182645"/>
                  <a:pt x="883406" y="3140476"/>
                  <a:pt x="1331729" y="3098307"/>
                </a:cubicBezTo>
              </a:path>
            </a:pathLst>
          </a:custGeom>
          <a:noFill/>
          <a:ln w="76200">
            <a:solidFill>
              <a:srgbClr val="FF0000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249881D-4C6B-AE8D-9686-214AF8767FB5}"/>
              </a:ext>
            </a:extLst>
          </p:cNvPr>
          <p:cNvSpPr/>
          <p:nvPr/>
        </p:nvSpPr>
        <p:spPr>
          <a:xfrm rot="5400000">
            <a:off x="5575448" y="2037701"/>
            <a:ext cx="261886" cy="1406492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B3FFB078-1CC9-BAF5-DDA9-6A1EF9B377D0}"/>
              </a:ext>
            </a:extLst>
          </p:cNvPr>
          <p:cNvSpPr/>
          <p:nvPr/>
        </p:nvSpPr>
        <p:spPr>
          <a:xfrm rot="5400000">
            <a:off x="5575448" y="1483561"/>
            <a:ext cx="261886" cy="1406492"/>
          </a:xfrm>
          <a:prstGeom prst="roundRect">
            <a:avLst/>
          </a:prstGeom>
          <a:solidFill>
            <a:schemeClr val="accent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C092403-49FE-E544-4D2A-7B95DCCF481B}"/>
              </a:ext>
            </a:extLst>
          </p:cNvPr>
          <p:cNvSpPr/>
          <p:nvPr/>
        </p:nvSpPr>
        <p:spPr>
          <a:xfrm>
            <a:off x="5379815" y="1817473"/>
            <a:ext cx="198618" cy="52656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2A11392-2A05-1A21-0069-E44FCFA83C4D}"/>
              </a:ext>
            </a:extLst>
          </p:cNvPr>
          <p:cNvSpPr/>
          <p:nvPr/>
        </p:nvSpPr>
        <p:spPr>
          <a:xfrm>
            <a:off x="5805699" y="1817473"/>
            <a:ext cx="198618" cy="52656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1EB3651-457B-7B84-4701-5969C3018EBD}"/>
              </a:ext>
            </a:extLst>
          </p:cNvPr>
          <p:cNvCxnSpPr>
            <a:cxnSpLocks/>
            <a:stCxn id="16" idx="0"/>
            <a:endCxn id="16" idx="2"/>
          </p:cNvCxnSpPr>
          <p:nvPr/>
        </p:nvCxnSpPr>
        <p:spPr>
          <a:xfrm>
            <a:off x="5905008" y="1817473"/>
            <a:ext cx="0" cy="52656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A2C5758F-A05D-FE19-4A87-57BC313EFFC6}"/>
              </a:ext>
            </a:extLst>
          </p:cNvPr>
          <p:cNvCxnSpPr>
            <a:cxnSpLocks/>
            <a:stCxn id="15" idx="0"/>
            <a:endCxn id="15" idx="2"/>
          </p:cNvCxnSpPr>
          <p:nvPr/>
        </p:nvCxnSpPr>
        <p:spPr>
          <a:xfrm>
            <a:off x="5479124" y="1817473"/>
            <a:ext cx="0" cy="52656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508FD84-2B9D-52C1-603B-F9EE20A0AED6}"/>
              </a:ext>
            </a:extLst>
          </p:cNvPr>
          <p:cNvCxnSpPr/>
          <p:nvPr/>
        </p:nvCxnSpPr>
        <p:spPr>
          <a:xfrm>
            <a:off x="7780857" y="835150"/>
            <a:ext cx="0" cy="47114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9C6D9FA-4398-D111-6628-418D32297EAD}"/>
              </a:ext>
            </a:extLst>
          </p:cNvPr>
          <p:cNvCxnSpPr/>
          <p:nvPr/>
        </p:nvCxnSpPr>
        <p:spPr>
          <a:xfrm>
            <a:off x="3067904" y="835150"/>
            <a:ext cx="0" cy="47114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FCFADF6A-4517-30BA-5D0E-49BA37D4E4F6}"/>
              </a:ext>
            </a:extLst>
          </p:cNvPr>
          <p:cNvSpPr/>
          <p:nvPr/>
        </p:nvSpPr>
        <p:spPr>
          <a:xfrm>
            <a:off x="2751151" y="1966157"/>
            <a:ext cx="337152" cy="3371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375073C-C074-67F7-6CD9-02DED11F42BB}"/>
              </a:ext>
            </a:extLst>
          </p:cNvPr>
          <p:cNvSpPr/>
          <p:nvPr/>
        </p:nvSpPr>
        <p:spPr>
          <a:xfrm>
            <a:off x="2747054" y="2635689"/>
            <a:ext cx="337152" cy="3371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AA263F1-160F-8433-BB22-5FEEF75BFB10}"/>
              </a:ext>
            </a:extLst>
          </p:cNvPr>
          <p:cNvSpPr/>
          <p:nvPr/>
        </p:nvSpPr>
        <p:spPr>
          <a:xfrm>
            <a:off x="2747054" y="4378440"/>
            <a:ext cx="337152" cy="3371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E100276-AA06-9D8E-F69E-59F762810F6A}"/>
              </a:ext>
            </a:extLst>
          </p:cNvPr>
          <p:cNvSpPr/>
          <p:nvPr/>
        </p:nvSpPr>
        <p:spPr>
          <a:xfrm>
            <a:off x="2751058" y="5053738"/>
            <a:ext cx="337152" cy="3371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5A1D22A-C670-3E77-E759-B1714FCE48B4}"/>
              </a:ext>
            </a:extLst>
          </p:cNvPr>
          <p:cNvSpPr/>
          <p:nvPr/>
        </p:nvSpPr>
        <p:spPr>
          <a:xfrm>
            <a:off x="3096335" y="2239957"/>
            <a:ext cx="1609684" cy="448882"/>
          </a:xfrm>
          <a:prstGeom prst="rect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B607760-BE7F-B75A-054D-DD4F4C6E3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30893" y="2134733"/>
            <a:ext cx="1579770" cy="5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11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2712953" y="3801262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24318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2639568" y="3191256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3217469" y="3803556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20534" y="3180979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47149" y="2570973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25050" y="3183273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7977D86-CA21-0464-E0BA-8A895E5ED552}"/>
              </a:ext>
            </a:extLst>
          </p:cNvPr>
          <p:cNvCxnSpPr/>
          <p:nvPr/>
        </p:nvCxnSpPr>
        <p:spPr>
          <a:xfrm flipV="1">
            <a:off x="3260141" y="4565904"/>
            <a:ext cx="0" cy="121920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3796675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2712953" y="3801262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24318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2639568" y="3191256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3217469" y="3803556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3186669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3798969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30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3796675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5303753" y="3801262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50226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5230368" y="3191256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5808269" y="3803556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3186669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3798969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F551131-FD2A-70EF-3DC5-17E47728645E}"/>
              </a:ext>
            </a:extLst>
          </p:cNvPr>
          <p:cNvCxnSpPr/>
          <p:nvPr/>
        </p:nvCxnSpPr>
        <p:spPr>
          <a:xfrm>
            <a:off x="3121152" y="3486912"/>
            <a:ext cx="1877568" cy="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Grafik 5" descr="Überwachungskamera Silhouette">
            <a:extLst>
              <a:ext uri="{FF2B5EF4-FFF2-40B4-BE49-F238E27FC236}">
                <a16:creationId xmlns:a16="http://schemas.microsoft.com/office/drawing/2014/main" id="{68F295BE-F93E-4F2C-1D7B-6DB08770F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101438" y="2422999"/>
            <a:ext cx="914400" cy="914400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EBE5D8B-2EAA-4AD7-A2A7-80E32B2DC8CE}"/>
              </a:ext>
            </a:extLst>
          </p:cNvPr>
          <p:cNvCxnSpPr>
            <a:cxnSpLocks/>
          </p:cNvCxnSpPr>
          <p:nvPr/>
        </p:nvCxnSpPr>
        <p:spPr>
          <a:xfrm flipH="1">
            <a:off x="6632355" y="2956560"/>
            <a:ext cx="1597245" cy="904933"/>
          </a:xfrm>
          <a:prstGeom prst="line">
            <a:avLst/>
          </a:prstGeom>
          <a:ln w="63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8BF4F88-AA05-2284-3A56-5B3BF61141FB}"/>
              </a:ext>
            </a:extLst>
          </p:cNvPr>
          <p:cNvSpPr txBox="1"/>
          <p:nvPr/>
        </p:nvSpPr>
        <p:spPr>
          <a:xfrm>
            <a:off x="8955024" y="2572512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Position check</a:t>
            </a:r>
          </a:p>
        </p:txBody>
      </p:sp>
    </p:spTree>
    <p:extLst>
      <p:ext uri="{BB962C8B-B14F-4D97-AF65-F5344CB8AC3E}">
        <p14:creationId xmlns:p14="http://schemas.microsoft.com/office/powerpoint/2010/main" val="1660720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3796675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5303753" y="2728366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50226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5230368" y="2118360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5808269" y="2730660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3186669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3798969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F551131-FD2A-70EF-3DC5-17E47728645E}"/>
              </a:ext>
            </a:extLst>
          </p:cNvPr>
          <p:cNvCxnSpPr/>
          <p:nvPr/>
        </p:nvCxnSpPr>
        <p:spPr>
          <a:xfrm>
            <a:off x="3121152" y="3486912"/>
            <a:ext cx="1877568" cy="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" name="Grafik 15" descr="Überwachungskamera Silhouette">
            <a:extLst>
              <a:ext uri="{FF2B5EF4-FFF2-40B4-BE49-F238E27FC236}">
                <a16:creationId xmlns:a16="http://schemas.microsoft.com/office/drawing/2014/main" id="{EE241AA6-311E-E6C7-0137-0E2156112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101438" y="2422999"/>
            <a:ext cx="914400" cy="914400"/>
          </a:xfrm>
          <a:prstGeom prst="rect">
            <a:avLst/>
          </a:prstGeom>
        </p:spPr>
      </p:pic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B3953AE-9F48-5390-7EEB-000D0A97D29E}"/>
              </a:ext>
            </a:extLst>
          </p:cNvPr>
          <p:cNvCxnSpPr>
            <a:cxnSpLocks/>
          </p:cNvCxnSpPr>
          <p:nvPr/>
        </p:nvCxnSpPr>
        <p:spPr>
          <a:xfrm flipH="1">
            <a:off x="6632355" y="2956560"/>
            <a:ext cx="1597245" cy="904933"/>
          </a:xfrm>
          <a:prstGeom prst="line">
            <a:avLst/>
          </a:prstGeom>
          <a:ln w="63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C7E8444-9D0D-5108-468B-0C1E95935791}"/>
              </a:ext>
            </a:extLst>
          </p:cNvPr>
          <p:cNvSpPr txBox="1"/>
          <p:nvPr/>
        </p:nvSpPr>
        <p:spPr>
          <a:xfrm>
            <a:off x="8955024" y="2572512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Position check</a:t>
            </a:r>
          </a:p>
        </p:txBody>
      </p:sp>
    </p:spTree>
    <p:extLst>
      <p:ext uri="{BB962C8B-B14F-4D97-AF65-F5344CB8AC3E}">
        <p14:creationId xmlns:p14="http://schemas.microsoft.com/office/powerpoint/2010/main" val="121113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3796675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2706857" y="2728366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50226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2633472" y="2118360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3211373" y="2730660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3186669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3798969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278569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3796675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2706857" y="3801262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50226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2633472" y="3191256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3211373" y="3803556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3186669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3798969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300033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49150DFB-EDD0-72B1-C779-FEF57F17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29707" y="3736526"/>
            <a:ext cx="1579770" cy="5738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CD52EC5-3FED-A64F-268B-9C1660944F9D}"/>
              </a:ext>
            </a:extLst>
          </p:cNvPr>
          <p:cNvSpPr/>
          <p:nvPr/>
        </p:nvSpPr>
        <p:spPr>
          <a:xfrm>
            <a:off x="1332534" y="2534803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B39A39-6AD0-C7B0-9B8D-74CB5818739F}"/>
              </a:ext>
            </a:extLst>
          </p:cNvPr>
          <p:cNvSpPr/>
          <p:nvPr/>
        </p:nvSpPr>
        <p:spPr>
          <a:xfrm>
            <a:off x="2706857" y="3801262"/>
            <a:ext cx="311882" cy="6145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C8FD4-4A19-FB6B-562E-B11F811B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5A7C67-374F-DE4D-68CE-7205189E83E9}"/>
              </a:ext>
            </a:extLst>
          </p:cNvPr>
          <p:cNvSpPr/>
          <p:nvPr/>
        </p:nvSpPr>
        <p:spPr>
          <a:xfrm rot="5400000">
            <a:off x="3479527" y="1571799"/>
            <a:ext cx="261886" cy="50384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97C18F-7234-A3D6-CA6E-AFB329D8B86B}"/>
              </a:ext>
            </a:extLst>
          </p:cNvPr>
          <p:cNvSpPr/>
          <p:nvPr/>
        </p:nvSpPr>
        <p:spPr>
          <a:xfrm>
            <a:off x="5022671" y="3861493"/>
            <a:ext cx="1609684" cy="44888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A39664A-7FEE-7DDB-A1F4-C1AB98685E45}"/>
              </a:ext>
            </a:extLst>
          </p:cNvPr>
          <p:cNvCxnSpPr>
            <a:cxnSpLocks/>
          </p:cNvCxnSpPr>
          <p:nvPr/>
        </p:nvCxnSpPr>
        <p:spPr>
          <a:xfrm>
            <a:off x="3121152" y="1621536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73759F8-6FDD-BF2F-2B45-06E0A390C8AA}"/>
              </a:ext>
            </a:extLst>
          </p:cNvPr>
          <p:cNvSpPr/>
          <p:nvPr/>
        </p:nvSpPr>
        <p:spPr>
          <a:xfrm>
            <a:off x="2633472" y="3191256"/>
            <a:ext cx="963168" cy="614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385EC9-6E3B-7BA2-3DDB-029F59D34945}"/>
              </a:ext>
            </a:extLst>
          </p:cNvPr>
          <p:cNvSpPr/>
          <p:nvPr/>
        </p:nvSpPr>
        <p:spPr>
          <a:xfrm>
            <a:off x="3211373" y="3803556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241542-71F9-6019-4420-16EBF6180FF4}"/>
              </a:ext>
            </a:extLst>
          </p:cNvPr>
          <p:cNvCxnSpPr>
            <a:cxnSpLocks/>
          </p:cNvCxnSpPr>
          <p:nvPr/>
        </p:nvCxnSpPr>
        <p:spPr>
          <a:xfrm flipH="1">
            <a:off x="988555" y="1621536"/>
            <a:ext cx="834442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4BC7757-1374-1568-9E64-A6EB06A2E840}"/>
              </a:ext>
            </a:extLst>
          </p:cNvPr>
          <p:cNvCxnSpPr>
            <a:cxnSpLocks/>
          </p:cNvCxnSpPr>
          <p:nvPr/>
        </p:nvCxnSpPr>
        <p:spPr>
          <a:xfrm>
            <a:off x="1728733" y="1616949"/>
            <a:ext cx="0" cy="156972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053B403-5972-4603-3F54-E65971FF2CD5}"/>
              </a:ext>
            </a:extLst>
          </p:cNvPr>
          <p:cNvSpPr/>
          <p:nvPr/>
        </p:nvSpPr>
        <p:spPr>
          <a:xfrm>
            <a:off x="1259149" y="1924797"/>
            <a:ext cx="963168" cy="6145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E38070-E960-F43E-2EA6-C8F86F5A723B}"/>
              </a:ext>
            </a:extLst>
          </p:cNvPr>
          <p:cNvSpPr/>
          <p:nvPr/>
        </p:nvSpPr>
        <p:spPr>
          <a:xfrm>
            <a:off x="1837050" y="2537097"/>
            <a:ext cx="311882" cy="6122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9B59175-1883-9E3D-79BA-BD8E728081A9}"/>
              </a:ext>
            </a:extLst>
          </p:cNvPr>
          <p:cNvCxnSpPr/>
          <p:nvPr/>
        </p:nvCxnSpPr>
        <p:spPr>
          <a:xfrm>
            <a:off x="3419856" y="4675632"/>
            <a:ext cx="0" cy="1377696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91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hteck 224">
            <a:extLst>
              <a:ext uri="{FF2B5EF4-FFF2-40B4-BE49-F238E27FC236}">
                <a16:creationId xmlns:a16="http://schemas.microsoft.com/office/drawing/2014/main" id="{0BDC71A0-D95A-B73A-A7DF-768BAE6899DF}"/>
              </a:ext>
            </a:extLst>
          </p:cNvPr>
          <p:cNvSpPr>
            <a:spLocks/>
          </p:cNvSpPr>
          <p:nvPr/>
        </p:nvSpPr>
        <p:spPr>
          <a:xfrm>
            <a:off x="5910879" y="3540138"/>
            <a:ext cx="97553" cy="110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19627" r="53325"/>
          <a:stretch/>
        </p:blipFill>
        <p:spPr>
          <a:xfrm>
            <a:off x="1267968" y="1137567"/>
            <a:ext cx="4011167" cy="515231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638A873-E2A2-1724-1062-6243E1EF5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051"/>
          <a:stretch/>
        </p:blipFill>
        <p:spPr>
          <a:xfrm>
            <a:off x="1" y="1"/>
            <a:ext cx="6272783" cy="7900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592104C-0D5E-FD69-B5DE-525075EE8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46" t="19627" r="4275"/>
          <a:stretch/>
        </p:blipFill>
        <p:spPr>
          <a:xfrm>
            <a:off x="6931152" y="1137567"/>
            <a:ext cx="3797808" cy="515231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9400D48-481D-63C1-96CD-DAC4EFBD078A}"/>
              </a:ext>
            </a:extLst>
          </p:cNvPr>
          <p:cNvSpPr>
            <a:spLocks/>
          </p:cNvSpPr>
          <p:nvPr/>
        </p:nvSpPr>
        <p:spPr>
          <a:xfrm>
            <a:off x="5361432" y="2657856"/>
            <a:ext cx="188976" cy="463296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13" name="Grafik 12" descr="Roboterhand mit einfarbiger Füllung">
            <a:extLst>
              <a:ext uri="{FF2B5EF4-FFF2-40B4-BE49-F238E27FC236}">
                <a16:creationId xmlns:a16="http://schemas.microsoft.com/office/drawing/2014/main" id="{2A96778A-8521-62A3-43DF-62AC935B6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557327" y="2620460"/>
            <a:ext cx="600454" cy="600454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F427F831-966F-2EF9-8929-07CF9969B9B3}"/>
              </a:ext>
            </a:extLst>
          </p:cNvPr>
          <p:cNvSpPr>
            <a:spLocks/>
          </p:cNvSpPr>
          <p:nvPr/>
        </p:nvSpPr>
        <p:spPr>
          <a:xfrm>
            <a:off x="5279135" y="3783330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B00921B-776A-19EF-128B-E6C89C1429BF}"/>
              </a:ext>
            </a:extLst>
          </p:cNvPr>
          <p:cNvSpPr>
            <a:spLocks/>
          </p:cNvSpPr>
          <p:nvPr/>
        </p:nvSpPr>
        <p:spPr>
          <a:xfrm>
            <a:off x="5279135" y="3920490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711520E-0B90-232E-A7BC-1E4903C21E6E}"/>
              </a:ext>
            </a:extLst>
          </p:cNvPr>
          <p:cNvSpPr>
            <a:spLocks/>
          </p:cNvSpPr>
          <p:nvPr/>
        </p:nvSpPr>
        <p:spPr>
          <a:xfrm>
            <a:off x="5279135" y="4172711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BA028F3-BA3A-9D08-5C34-11969C5376D6}"/>
              </a:ext>
            </a:extLst>
          </p:cNvPr>
          <p:cNvSpPr>
            <a:spLocks/>
          </p:cNvSpPr>
          <p:nvPr/>
        </p:nvSpPr>
        <p:spPr>
          <a:xfrm>
            <a:off x="5279135" y="4319395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8BCBC35-D911-F959-535E-558321CD0F1A}"/>
              </a:ext>
            </a:extLst>
          </p:cNvPr>
          <p:cNvCxnSpPr>
            <a:cxnSpLocks/>
          </p:cNvCxnSpPr>
          <p:nvPr/>
        </p:nvCxnSpPr>
        <p:spPr>
          <a:xfrm>
            <a:off x="5279135" y="260604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7A67161-36DC-82F6-893F-AD0FAD97B580}"/>
              </a:ext>
            </a:extLst>
          </p:cNvPr>
          <p:cNvCxnSpPr>
            <a:cxnSpLocks/>
          </p:cNvCxnSpPr>
          <p:nvPr/>
        </p:nvCxnSpPr>
        <p:spPr>
          <a:xfrm>
            <a:off x="5279135" y="450342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7BA7F45-ED34-A89B-C25C-25EBE2CD3BA3}"/>
              </a:ext>
            </a:extLst>
          </p:cNvPr>
          <p:cNvGrpSpPr>
            <a:grpSpLocks/>
          </p:cNvGrpSpPr>
          <p:nvPr/>
        </p:nvGrpSpPr>
        <p:grpSpPr>
          <a:xfrm>
            <a:off x="5468111" y="3000272"/>
            <a:ext cx="45719" cy="45719"/>
            <a:chOff x="4108704" y="1731264"/>
            <a:chExt cx="1408176" cy="3072384"/>
          </a:xfrm>
        </p:grpSpPr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375F3470-F2D9-EE5B-9D70-ED36A396447B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53F72005-7391-82DB-199F-42A55BE0C7C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7D59744-D084-0D29-10F6-7647EEAB60C1}"/>
              </a:ext>
            </a:extLst>
          </p:cNvPr>
          <p:cNvGrpSpPr>
            <a:grpSpLocks/>
          </p:cNvGrpSpPr>
          <p:nvPr/>
        </p:nvGrpSpPr>
        <p:grpSpPr>
          <a:xfrm rot="5400000">
            <a:off x="5391912" y="2914270"/>
            <a:ext cx="45719" cy="45719"/>
            <a:chOff x="4108704" y="1731264"/>
            <a:chExt cx="1408176" cy="3072384"/>
          </a:xfrm>
        </p:grpSpPr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ADC91059-D971-A129-73A7-16275EB13E82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1E026A10-B2C2-0BE9-5917-385BA574FFBE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B3D58A8-C789-DB97-2DE9-F4CBDEFF6855}"/>
              </a:ext>
            </a:extLst>
          </p:cNvPr>
          <p:cNvGrpSpPr>
            <a:grpSpLocks/>
          </p:cNvGrpSpPr>
          <p:nvPr/>
        </p:nvGrpSpPr>
        <p:grpSpPr>
          <a:xfrm>
            <a:off x="5387342" y="2806069"/>
            <a:ext cx="45719" cy="45719"/>
            <a:chOff x="4108704" y="1731264"/>
            <a:chExt cx="1408176" cy="3072384"/>
          </a:xfrm>
        </p:grpSpPr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06CC784C-DDDB-4F3C-F1AA-199BD140311A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201CCA32-0A7F-4093-86E7-F014BC97BB1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B53032F-8442-D2FE-660C-1F6F7F57471F}"/>
              </a:ext>
            </a:extLst>
          </p:cNvPr>
          <p:cNvGrpSpPr>
            <a:grpSpLocks/>
          </p:cNvGrpSpPr>
          <p:nvPr/>
        </p:nvGrpSpPr>
        <p:grpSpPr>
          <a:xfrm rot="12898439">
            <a:off x="5478615" y="2860763"/>
            <a:ext cx="45719" cy="45719"/>
            <a:chOff x="4108704" y="1731264"/>
            <a:chExt cx="1408176" cy="3072384"/>
          </a:xfrm>
        </p:grpSpPr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8497E5E7-DBBD-5F42-B9D0-AA34026AF826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F8AAB4C5-3F17-2AFF-C017-CD8B3F39395A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333725CF-3372-3FC7-B7F4-E3FE862CD185}"/>
              </a:ext>
            </a:extLst>
          </p:cNvPr>
          <p:cNvGrpSpPr>
            <a:grpSpLocks/>
          </p:cNvGrpSpPr>
          <p:nvPr/>
        </p:nvGrpSpPr>
        <p:grpSpPr>
          <a:xfrm rot="18150895">
            <a:off x="5403340" y="3036467"/>
            <a:ext cx="45719" cy="45719"/>
            <a:chOff x="4108704" y="1731264"/>
            <a:chExt cx="1408176" cy="3072384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37FF784C-E3EF-B409-034E-66C0C179047A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42FF24CE-7D65-A3D3-4C9E-964BE9E01572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6616F48-DE92-4EE4-B483-17B9EA9BD584}"/>
              </a:ext>
            </a:extLst>
          </p:cNvPr>
          <p:cNvGrpSpPr>
            <a:grpSpLocks/>
          </p:cNvGrpSpPr>
          <p:nvPr/>
        </p:nvGrpSpPr>
        <p:grpSpPr>
          <a:xfrm>
            <a:off x="6443471" y="1137567"/>
            <a:ext cx="487681" cy="5152310"/>
            <a:chOff x="6443471" y="1137567"/>
            <a:chExt cx="487681" cy="51523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B6C50CF-5882-4615-E9BB-564383831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612" t="19627" r="48331"/>
            <a:stretch/>
          </p:blipFill>
          <p:spPr>
            <a:xfrm>
              <a:off x="6443471" y="1137567"/>
              <a:ext cx="487681" cy="5152310"/>
            </a:xfrm>
            <a:prstGeom prst="rect">
              <a:avLst/>
            </a:prstGeom>
          </p:spPr>
        </p:pic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D1850C6-0A2E-319C-88D3-46A274E0AA3F}"/>
                </a:ext>
              </a:extLst>
            </p:cNvPr>
            <p:cNvSpPr>
              <a:spLocks/>
            </p:cNvSpPr>
            <p:nvPr/>
          </p:nvSpPr>
          <p:spPr>
            <a:xfrm>
              <a:off x="6467488" y="2635572"/>
              <a:ext cx="428611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BDD786E-788E-DA66-11F5-ADF243E67C95}"/>
                </a:ext>
              </a:extLst>
            </p:cNvPr>
            <p:cNvSpPr>
              <a:spLocks/>
            </p:cNvSpPr>
            <p:nvPr/>
          </p:nvSpPr>
          <p:spPr>
            <a:xfrm>
              <a:off x="6503670" y="3123730"/>
              <a:ext cx="76397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sp>
        <p:nvSpPr>
          <p:cNvPr id="40" name="Pfeil: gebogen 39">
            <a:extLst>
              <a:ext uri="{FF2B5EF4-FFF2-40B4-BE49-F238E27FC236}">
                <a16:creationId xmlns:a16="http://schemas.microsoft.com/office/drawing/2014/main" id="{B1B64E36-AC44-9BEE-5B1F-CBAE820595C9}"/>
              </a:ext>
            </a:extLst>
          </p:cNvPr>
          <p:cNvSpPr>
            <a:spLocks/>
          </p:cNvSpPr>
          <p:nvPr/>
        </p:nvSpPr>
        <p:spPr>
          <a:xfrm flipV="1">
            <a:off x="5391979" y="3131773"/>
            <a:ext cx="1037800" cy="544926"/>
          </a:xfrm>
          <a:prstGeom prst="bentArrow">
            <a:avLst>
              <a:gd name="adj1" fmla="val 12415"/>
              <a:gd name="adj2" fmla="val 10842"/>
              <a:gd name="adj3" fmla="val 15561"/>
              <a:gd name="adj4" fmla="val 47945"/>
            </a:avLst>
          </a:prstGeom>
          <a:noFill/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2251F994-775F-06BF-FF3B-DAE718D2CE1A}"/>
              </a:ext>
            </a:extLst>
          </p:cNvPr>
          <p:cNvGrpSpPr>
            <a:grpSpLocks/>
          </p:cNvGrpSpPr>
          <p:nvPr/>
        </p:nvGrpSpPr>
        <p:grpSpPr>
          <a:xfrm rot="5400000">
            <a:off x="5407060" y="3147994"/>
            <a:ext cx="45719" cy="45719"/>
            <a:chOff x="4108704" y="1731264"/>
            <a:chExt cx="1408176" cy="3072384"/>
          </a:xfrm>
        </p:grpSpPr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E40E793B-BD8A-B84A-F12A-E8F86E43CE2E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CCD1CAF3-2C31-647F-9B7C-6C648C831BDE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A3A35FD-C66D-FEC9-ABB4-21C1A1574C58}"/>
              </a:ext>
            </a:extLst>
          </p:cNvPr>
          <p:cNvGrpSpPr>
            <a:grpSpLocks/>
          </p:cNvGrpSpPr>
          <p:nvPr/>
        </p:nvGrpSpPr>
        <p:grpSpPr>
          <a:xfrm rot="5400000">
            <a:off x="5407060" y="3335170"/>
            <a:ext cx="45719" cy="45719"/>
            <a:chOff x="4108704" y="1731264"/>
            <a:chExt cx="1408176" cy="3072384"/>
          </a:xfrm>
        </p:grpSpPr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3FC4778D-47D7-1130-2489-4CB755F69B4C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8FB5662F-7B6A-EF28-69BB-18DC94609CAA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571AD53-C16C-F1C0-A11E-8F9B6800042B}"/>
              </a:ext>
            </a:extLst>
          </p:cNvPr>
          <p:cNvGrpSpPr>
            <a:grpSpLocks/>
          </p:cNvGrpSpPr>
          <p:nvPr/>
        </p:nvGrpSpPr>
        <p:grpSpPr>
          <a:xfrm rot="2678805">
            <a:off x="5476709" y="3530669"/>
            <a:ext cx="45719" cy="45719"/>
            <a:chOff x="4108704" y="1731264"/>
            <a:chExt cx="1408176" cy="3072384"/>
          </a:xfrm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1C1E64EA-BE0B-A535-F369-77EA9594ECAE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C4F325B4-E9AB-C80A-FE38-A9744AF05656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323E2B90-DCCF-F2CD-93AD-4877D505704D}"/>
              </a:ext>
            </a:extLst>
          </p:cNvPr>
          <p:cNvGrpSpPr>
            <a:grpSpLocks/>
          </p:cNvGrpSpPr>
          <p:nvPr/>
        </p:nvGrpSpPr>
        <p:grpSpPr>
          <a:xfrm>
            <a:off x="5633350" y="3596960"/>
            <a:ext cx="45719" cy="45719"/>
            <a:chOff x="4108704" y="1731264"/>
            <a:chExt cx="1408176" cy="3072384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F77E9E43-3FE8-282C-0A36-DAE8EE78717E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A6FA0BBD-CACC-42E3-C3A1-A6193EFC6E3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DCD1D32D-2E5B-9F44-D8DC-276286617C8B}"/>
              </a:ext>
            </a:extLst>
          </p:cNvPr>
          <p:cNvSpPr>
            <a:spLocks/>
          </p:cNvSpPr>
          <p:nvPr/>
        </p:nvSpPr>
        <p:spPr>
          <a:xfrm>
            <a:off x="5307602" y="2341238"/>
            <a:ext cx="305745" cy="31737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5B601C4C-9C75-6417-F76D-EB594AC5A84C}"/>
              </a:ext>
            </a:extLst>
          </p:cNvPr>
          <p:cNvGrpSpPr>
            <a:grpSpLocks/>
          </p:cNvGrpSpPr>
          <p:nvPr/>
        </p:nvGrpSpPr>
        <p:grpSpPr>
          <a:xfrm>
            <a:off x="5399349" y="2444874"/>
            <a:ext cx="45719" cy="45719"/>
            <a:chOff x="4108704" y="1731264"/>
            <a:chExt cx="1408176" cy="3072384"/>
          </a:xfrm>
        </p:grpSpPr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9090B5E-2659-27BF-38A6-F65016421CD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9015F381-79A4-7AAD-0B6E-9702D9562389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806A04A4-006B-DB77-9B17-2C0C6378B91B}"/>
              </a:ext>
            </a:extLst>
          </p:cNvPr>
          <p:cNvGrpSpPr>
            <a:grpSpLocks/>
          </p:cNvGrpSpPr>
          <p:nvPr/>
        </p:nvGrpSpPr>
        <p:grpSpPr>
          <a:xfrm>
            <a:off x="5437614" y="2430455"/>
            <a:ext cx="45719" cy="45719"/>
            <a:chOff x="4108704" y="1731264"/>
            <a:chExt cx="1408176" cy="3072384"/>
          </a:xfrm>
        </p:grpSpPr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4F126518-E705-C1C3-0E92-EA2A9D8AED4C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07BD5708-48C1-B6DA-DC4B-902669C3F51F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6383EA26-6C82-916C-C084-C81A1244DBD5}"/>
              </a:ext>
            </a:extLst>
          </p:cNvPr>
          <p:cNvGrpSpPr>
            <a:grpSpLocks/>
          </p:cNvGrpSpPr>
          <p:nvPr/>
        </p:nvGrpSpPr>
        <p:grpSpPr>
          <a:xfrm>
            <a:off x="5414754" y="2460911"/>
            <a:ext cx="45719" cy="45719"/>
            <a:chOff x="4108704" y="1731264"/>
            <a:chExt cx="1408176" cy="3072384"/>
          </a:xfrm>
        </p:grpSpPr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1A9686BD-24F6-020F-B5EB-C0B2957A32C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74050A29-5F56-C5B8-DD70-EDF4F5BA36C6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5264244-C841-8786-81CB-4053AA91949B}"/>
              </a:ext>
            </a:extLst>
          </p:cNvPr>
          <p:cNvGrpSpPr>
            <a:grpSpLocks/>
          </p:cNvGrpSpPr>
          <p:nvPr/>
        </p:nvGrpSpPr>
        <p:grpSpPr>
          <a:xfrm>
            <a:off x="5437933" y="2494849"/>
            <a:ext cx="45719" cy="45719"/>
            <a:chOff x="4108704" y="1731264"/>
            <a:chExt cx="1408176" cy="3072384"/>
          </a:xfrm>
        </p:grpSpPr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D939BFBB-A467-5BED-94A4-B9A5FA32E8BA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CE13936C-F9CB-9469-A408-0304E979BB6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A62B1593-4CFD-5B1B-D36E-D44953DED291}"/>
              </a:ext>
            </a:extLst>
          </p:cNvPr>
          <p:cNvGrpSpPr>
            <a:grpSpLocks/>
          </p:cNvGrpSpPr>
          <p:nvPr/>
        </p:nvGrpSpPr>
        <p:grpSpPr>
          <a:xfrm>
            <a:off x="5448302" y="2460839"/>
            <a:ext cx="45719" cy="45719"/>
            <a:chOff x="4108704" y="1731264"/>
            <a:chExt cx="1408176" cy="3072384"/>
          </a:xfrm>
        </p:grpSpPr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8D53171C-ACB5-898F-3544-BA612D880711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298EB4C2-4C11-7756-D665-AB7BA75EEE2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428E1F77-C531-5BE8-05B9-DF5E11AE5394}"/>
              </a:ext>
            </a:extLst>
          </p:cNvPr>
          <p:cNvGrpSpPr>
            <a:grpSpLocks/>
          </p:cNvGrpSpPr>
          <p:nvPr/>
        </p:nvGrpSpPr>
        <p:grpSpPr>
          <a:xfrm>
            <a:off x="5458760" y="2441430"/>
            <a:ext cx="45719" cy="45719"/>
            <a:chOff x="4108704" y="1731264"/>
            <a:chExt cx="1408176" cy="3072384"/>
          </a:xfrm>
        </p:grpSpPr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A41D5D14-5F53-0695-DC29-7DB9F9AAB48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D1F1C89E-18C5-227F-C874-552EED9D6BD1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9978A61A-4E80-67D2-5EE5-55EE8AB5DF2E}"/>
              </a:ext>
            </a:extLst>
          </p:cNvPr>
          <p:cNvGrpSpPr>
            <a:grpSpLocks/>
          </p:cNvGrpSpPr>
          <p:nvPr/>
        </p:nvGrpSpPr>
        <p:grpSpPr>
          <a:xfrm>
            <a:off x="5497025" y="2427011"/>
            <a:ext cx="45719" cy="45719"/>
            <a:chOff x="4108704" y="1731264"/>
            <a:chExt cx="1408176" cy="3072384"/>
          </a:xfrm>
        </p:grpSpPr>
        <p:sp>
          <p:nvSpPr>
            <p:cNvPr id="76" name="Freihandform: Form 75">
              <a:extLst>
                <a:ext uri="{FF2B5EF4-FFF2-40B4-BE49-F238E27FC236}">
                  <a16:creationId xmlns:a16="http://schemas.microsoft.com/office/drawing/2014/main" id="{43AC0A88-0E81-3B98-CCAB-458B64401EF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A5F18104-3AD3-2B74-53C5-D54CA5C5054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CB09573-65EC-3F6A-55E7-493F2EDCA47C}"/>
              </a:ext>
            </a:extLst>
          </p:cNvPr>
          <p:cNvGrpSpPr>
            <a:grpSpLocks/>
          </p:cNvGrpSpPr>
          <p:nvPr/>
        </p:nvGrpSpPr>
        <p:grpSpPr>
          <a:xfrm>
            <a:off x="5474165" y="2457467"/>
            <a:ext cx="45719" cy="45719"/>
            <a:chOff x="4108704" y="1731264"/>
            <a:chExt cx="1408176" cy="3072384"/>
          </a:xfrm>
        </p:grpSpPr>
        <p:sp>
          <p:nvSpPr>
            <p:cNvPr id="79" name="Freihandform: Form 78">
              <a:extLst>
                <a:ext uri="{FF2B5EF4-FFF2-40B4-BE49-F238E27FC236}">
                  <a16:creationId xmlns:a16="http://schemas.microsoft.com/office/drawing/2014/main" id="{2F649C1D-C36A-CCA7-37DE-D8615DD50F50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7C9C9166-F9B8-2723-0347-FC496184DBE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535F5DD6-B78D-4C75-BFA7-85ABDFB52007}"/>
              </a:ext>
            </a:extLst>
          </p:cNvPr>
          <p:cNvGrpSpPr>
            <a:grpSpLocks/>
          </p:cNvGrpSpPr>
          <p:nvPr/>
        </p:nvGrpSpPr>
        <p:grpSpPr>
          <a:xfrm>
            <a:off x="5497344" y="2491405"/>
            <a:ext cx="45719" cy="45719"/>
            <a:chOff x="4108704" y="1731264"/>
            <a:chExt cx="1408176" cy="3072384"/>
          </a:xfrm>
        </p:grpSpPr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464F3C10-DA6D-CF0E-D704-EBCCAAD2158B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BBD31F6B-6144-F9F0-6AD7-A654C470A571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98D95544-14B0-4EA9-EAC2-4072C3C94CF0}"/>
              </a:ext>
            </a:extLst>
          </p:cNvPr>
          <p:cNvGrpSpPr>
            <a:grpSpLocks/>
          </p:cNvGrpSpPr>
          <p:nvPr/>
        </p:nvGrpSpPr>
        <p:grpSpPr>
          <a:xfrm>
            <a:off x="5507713" y="2457395"/>
            <a:ext cx="45719" cy="45719"/>
            <a:chOff x="4108704" y="1731264"/>
            <a:chExt cx="1408176" cy="3072384"/>
          </a:xfrm>
        </p:grpSpPr>
        <p:sp>
          <p:nvSpPr>
            <p:cNvPr id="85" name="Freihandform: Form 84">
              <a:extLst>
                <a:ext uri="{FF2B5EF4-FFF2-40B4-BE49-F238E27FC236}">
                  <a16:creationId xmlns:a16="http://schemas.microsoft.com/office/drawing/2014/main" id="{BF90ABBF-6610-622D-2230-27483C28031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45516E62-1F8E-2A89-434B-CDF02C03B028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552F9194-DC81-8B5A-FE1E-8D8FBAE1AFC2}"/>
              </a:ext>
            </a:extLst>
          </p:cNvPr>
          <p:cNvGrpSpPr>
            <a:grpSpLocks/>
          </p:cNvGrpSpPr>
          <p:nvPr/>
        </p:nvGrpSpPr>
        <p:grpSpPr>
          <a:xfrm rot="2644717">
            <a:off x="5368557" y="2470673"/>
            <a:ext cx="45719" cy="45719"/>
            <a:chOff x="4108704" y="1731264"/>
            <a:chExt cx="1408176" cy="3072384"/>
          </a:xfrm>
        </p:grpSpPr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E9C3BF3C-4171-D705-0625-E950F8066D11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9D7DDF51-9D11-7788-EB0E-986857016758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A6630702-11A1-9161-B5A1-F9DD12CAE0C6}"/>
              </a:ext>
            </a:extLst>
          </p:cNvPr>
          <p:cNvGrpSpPr>
            <a:grpSpLocks/>
          </p:cNvGrpSpPr>
          <p:nvPr/>
        </p:nvGrpSpPr>
        <p:grpSpPr>
          <a:xfrm rot="2644717">
            <a:off x="5406822" y="2456254"/>
            <a:ext cx="45719" cy="45719"/>
            <a:chOff x="4108704" y="1731264"/>
            <a:chExt cx="1408176" cy="3072384"/>
          </a:xfrm>
        </p:grpSpPr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378C4846-A1D3-25DA-3063-F12C9F9B621E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5EC6AC49-21B2-C680-475F-478C6B82935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5C743B9B-A8BC-B64B-7479-D4F71582DC1D}"/>
              </a:ext>
            </a:extLst>
          </p:cNvPr>
          <p:cNvGrpSpPr>
            <a:grpSpLocks/>
          </p:cNvGrpSpPr>
          <p:nvPr/>
        </p:nvGrpSpPr>
        <p:grpSpPr>
          <a:xfrm rot="2644717">
            <a:off x="5383962" y="2486710"/>
            <a:ext cx="45719" cy="45719"/>
            <a:chOff x="4108704" y="1731264"/>
            <a:chExt cx="1408176" cy="3072384"/>
          </a:xfrm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D5042A1-22D2-6CF1-02D9-2558244DDCCC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11C40684-CFB8-0042-836B-D49E16355BBD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05870497-894A-AF3B-ABC2-5514320610B5}"/>
              </a:ext>
            </a:extLst>
          </p:cNvPr>
          <p:cNvGrpSpPr>
            <a:grpSpLocks/>
          </p:cNvGrpSpPr>
          <p:nvPr/>
        </p:nvGrpSpPr>
        <p:grpSpPr>
          <a:xfrm rot="2644717">
            <a:off x="5407141" y="2520648"/>
            <a:ext cx="45719" cy="45719"/>
            <a:chOff x="4108704" y="1731264"/>
            <a:chExt cx="1408176" cy="3072384"/>
          </a:xfrm>
        </p:grpSpPr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D04196-0B32-0E73-93FB-C4EB69B5AC7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6B1D3A26-E8CA-1AA3-9BD8-54AA101100A3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798BC491-0917-6015-A003-C9B64251F108}"/>
              </a:ext>
            </a:extLst>
          </p:cNvPr>
          <p:cNvGrpSpPr>
            <a:grpSpLocks/>
          </p:cNvGrpSpPr>
          <p:nvPr/>
        </p:nvGrpSpPr>
        <p:grpSpPr>
          <a:xfrm rot="2644717">
            <a:off x="5417510" y="2486638"/>
            <a:ext cx="45719" cy="45719"/>
            <a:chOff x="4108704" y="1731264"/>
            <a:chExt cx="1408176" cy="3072384"/>
          </a:xfrm>
        </p:grpSpPr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F21E9AD1-8D08-6736-62B7-91545198977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9BFEC631-BF93-AA55-6628-66820BC9F76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0B89B4B7-8522-7BB0-1986-F603FF8263E9}"/>
              </a:ext>
            </a:extLst>
          </p:cNvPr>
          <p:cNvGrpSpPr>
            <a:grpSpLocks/>
          </p:cNvGrpSpPr>
          <p:nvPr/>
        </p:nvGrpSpPr>
        <p:grpSpPr>
          <a:xfrm rot="18691575">
            <a:off x="5338354" y="2391441"/>
            <a:ext cx="45719" cy="45719"/>
            <a:chOff x="4108704" y="1731264"/>
            <a:chExt cx="1408176" cy="3072384"/>
          </a:xfrm>
        </p:grpSpPr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B78D871-582A-6CCF-A6C1-7BC9FBD2FC98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1AF99BCF-2F1D-83FA-D05B-0DE7AA0EE5A0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2B077CF5-0979-CA35-3209-0D1ECE728343}"/>
              </a:ext>
            </a:extLst>
          </p:cNvPr>
          <p:cNvGrpSpPr>
            <a:grpSpLocks/>
          </p:cNvGrpSpPr>
          <p:nvPr/>
        </p:nvGrpSpPr>
        <p:grpSpPr>
          <a:xfrm rot="18691575">
            <a:off x="5376619" y="2377022"/>
            <a:ext cx="45719" cy="45719"/>
            <a:chOff x="4108704" y="1731264"/>
            <a:chExt cx="1408176" cy="3072384"/>
          </a:xfrm>
        </p:grpSpPr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BFA4CD32-62A5-5DCF-775F-746881C0D56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6D1FB8AA-4985-2912-16F0-01E863E067E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F86248E3-FECB-B3EE-18DB-151C01604B53}"/>
              </a:ext>
            </a:extLst>
          </p:cNvPr>
          <p:cNvGrpSpPr>
            <a:grpSpLocks/>
          </p:cNvGrpSpPr>
          <p:nvPr/>
        </p:nvGrpSpPr>
        <p:grpSpPr>
          <a:xfrm rot="18691575">
            <a:off x="5353759" y="2407478"/>
            <a:ext cx="45719" cy="45719"/>
            <a:chOff x="4108704" y="1731264"/>
            <a:chExt cx="1408176" cy="3072384"/>
          </a:xfrm>
        </p:grpSpPr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27E7D2EA-AE39-29C3-58D5-FF839C9C7368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FCE2C231-17AE-B873-20D5-82C9BDFB694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83740E6E-15C3-0052-C3DF-BE4F731BBAF0}"/>
              </a:ext>
            </a:extLst>
          </p:cNvPr>
          <p:cNvGrpSpPr>
            <a:grpSpLocks/>
          </p:cNvGrpSpPr>
          <p:nvPr/>
        </p:nvGrpSpPr>
        <p:grpSpPr>
          <a:xfrm rot="18691575">
            <a:off x="5376938" y="2441416"/>
            <a:ext cx="45719" cy="45719"/>
            <a:chOff x="4108704" y="1731264"/>
            <a:chExt cx="1408176" cy="3072384"/>
          </a:xfrm>
        </p:grpSpPr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6EA59606-AD65-9AB1-B095-1E694D86875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BF2A360B-FD93-E290-CB0A-4B29B7E16198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DC7862CB-179B-C323-BC3F-35353FB15F04}"/>
              </a:ext>
            </a:extLst>
          </p:cNvPr>
          <p:cNvGrpSpPr>
            <a:grpSpLocks/>
          </p:cNvGrpSpPr>
          <p:nvPr/>
        </p:nvGrpSpPr>
        <p:grpSpPr>
          <a:xfrm rot="18691575">
            <a:off x="5387307" y="2407406"/>
            <a:ext cx="45719" cy="45719"/>
            <a:chOff x="4108704" y="1731264"/>
            <a:chExt cx="1408176" cy="3072384"/>
          </a:xfrm>
        </p:grpSpPr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F3431375-2F86-DC13-7170-799F64AC2DAC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DD8C4BD3-4CDB-2AB7-62FB-2E2DB20D13BE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E1EB6D2F-6AFD-170D-0356-FC146A108574}"/>
              </a:ext>
            </a:extLst>
          </p:cNvPr>
          <p:cNvGrpSpPr>
            <a:grpSpLocks/>
          </p:cNvGrpSpPr>
          <p:nvPr/>
        </p:nvGrpSpPr>
        <p:grpSpPr>
          <a:xfrm rot="1851578">
            <a:off x="5414088" y="2383419"/>
            <a:ext cx="45719" cy="45719"/>
            <a:chOff x="4108704" y="1731264"/>
            <a:chExt cx="1408176" cy="3072384"/>
          </a:xfrm>
        </p:grpSpPr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CF9F786E-B708-BB86-3227-4D3A347E6E1A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2A92EFF8-271B-2A9E-4887-011DB7A62179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527D215D-6D60-3038-3ADC-48A010E50710}"/>
              </a:ext>
            </a:extLst>
          </p:cNvPr>
          <p:cNvGrpSpPr>
            <a:grpSpLocks/>
          </p:cNvGrpSpPr>
          <p:nvPr/>
        </p:nvGrpSpPr>
        <p:grpSpPr>
          <a:xfrm rot="1851578">
            <a:off x="5452353" y="2369000"/>
            <a:ext cx="45719" cy="45719"/>
            <a:chOff x="4108704" y="1731264"/>
            <a:chExt cx="1408176" cy="3072384"/>
          </a:xfrm>
        </p:grpSpPr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17AAE2C5-305D-CD6E-3FE3-80F42FFD47E3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8D651337-D858-EE83-DD8C-A23EEAED4B96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2C364FE4-B388-372F-A5FB-8B2EA3341660}"/>
              </a:ext>
            </a:extLst>
          </p:cNvPr>
          <p:cNvGrpSpPr>
            <a:grpSpLocks/>
          </p:cNvGrpSpPr>
          <p:nvPr/>
        </p:nvGrpSpPr>
        <p:grpSpPr>
          <a:xfrm rot="1851578">
            <a:off x="5429493" y="2399456"/>
            <a:ext cx="45719" cy="45719"/>
            <a:chOff x="4108704" y="1731264"/>
            <a:chExt cx="1408176" cy="3072384"/>
          </a:xfrm>
        </p:grpSpPr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A39CA5CC-3D9D-1AE1-0B2F-FC9472D72651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5A546E5D-674D-0AB2-75FD-454DB414671F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3CD7065A-E371-1F70-59A9-E7C8A4C8DC1A}"/>
              </a:ext>
            </a:extLst>
          </p:cNvPr>
          <p:cNvGrpSpPr>
            <a:grpSpLocks/>
          </p:cNvGrpSpPr>
          <p:nvPr/>
        </p:nvGrpSpPr>
        <p:grpSpPr>
          <a:xfrm rot="1851578">
            <a:off x="5452672" y="2433394"/>
            <a:ext cx="45719" cy="45719"/>
            <a:chOff x="4108704" y="1731264"/>
            <a:chExt cx="1408176" cy="3072384"/>
          </a:xfrm>
        </p:grpSpPr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376ED274-D666-94DE-DF01-8DC82A0A13D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298193F1-2289-C600-AFC5-B66F4AA49AB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674EC029-02F1-0BAB-0356-8D769CE5DA6D}"/>
              </a:ext>
            </a:extLst>
          </p:cNvPr>
          <p:cNvGrpSpPr>
            <a:grpSpLocks/>
          </p:cNvGrpSpPr>
          <p:nvPr/>
        </p:nvGrpSpPr>
        <p:grpSpPr>
          <a:xfrm rot="1851578">
            <a:off x="5463041" y="2399384"/>
            <a:ext cx="45719" cy="45719"/>
            <a:chOff x="4108704" y="1731264"/>
            <a:chExt cx="1408176" cy="3072384"/>
          </a:xfrm>
        </p:grpSpPr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872FD314-85D0-7A12-AA0F-EAB2EFC9E1B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284BC841-0335-11B7-7B17-F43C5A1199B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7BFA68DF-FE4D-4721-D07E-293F067363EA}"/>
              </a:ext>
            </a:extLst>
          </p:cNvPr>
          <p:cNvGrpSpPr>
            <a:grpSpLocks/>
          </p:cNvGrpSpPr>
          <p:nvPr/>
        </p:nvGrpSpPr>
        <p:grpSpPr>
          <a:xfrm rot="18815724">
            <a:off x="5429553" y="2511893"/>
            <a:ext cx="45719" cy="45719"/>
            <a:chOff x="4108704" y="1731264"/>
            <a:chExt cx="1408176" cy="3072384"/>
          </a:xfrm>
        </p:grpSpPr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627C670B-C373-81EC-E51B-7A6B901D5843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177E4592-D741-ACC1-0E69-1E97095119D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1D11BF35-D7BF-4C33-77CB-DE330A56EEDD}"/>
              </a:ext>
            </a:extLst>
          </p:cNvPr>
          <p:cNvGrpSpPr>
            <a:grpSpLocks/>
          </p:cNvGrpSpPr>
          <p:nvPr/>
        </p:nvGrpSpPr>
        <p:grpSpPr>
          <a:xfrm rot="18815724">
            <a:off x="5467818" y="2497474"/>
            <a:ext cx="45719" cy="45719"/>
            <a:chOff x="4108704" y="1731264"/>
            <a:chExt cx="1408176" cy="3072384"/>
          </a:xfrm>
        </p:grpSpPr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943AE97D-620E-AEF0-65A8-8FE4C8852B0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837A219D-1307-248A-0C70-4CC4F98B7DCD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38" name="Gruppieren 137">
            <a:extLst>
              <a:ext uri="{FF2B5EF4-FFF2-40B4-BE49-F238E27FC236}">
                <a16:creationId xmlns:a16="http://schemas.microsoft.com/office/drawing/2014/main" id="{B0B84D16-CF82-849A-5D6E-67207E106203}"/>
              </a:ext>
            </a:extLst>
          </p:cNvPr>
          <p:cNvGrpSpPr>
            <a:grpSpLocks/>
          </p:cNvGrpSpPr>
          <p:nvPr/>
        </p:nvGrpSpPr>
        <p:grpSpPr>
          <a:xfrm rot="18815724">
            <a:off x="5444958" y="2527930"/>
            <a:ext cx="45719" cy="45719"/>
            <a:chOff x="4108704" y="1731264"/>
            <a:chExt cx="1408176" cy="3072384"/>
          </a:xfrm>
        </p:grpSpPr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ABF1829A-94DA-F9DB-FE67-DB9D24CCA68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159E9411-2D72-B051-245D-E10C550F321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4781CD51-A4CC-09C7-5D6C-63DBBC72A8A2}"/>
              </a:ext>
            </a:extLst>
          </p:cNvPr>
          <p:cNvGrpSpPr>
            <a:grpSpLocks/>
          </p:cNvGrpSpPr>
          <p:nvPr/>
        </p:nvGrpSpPr>
        <p:grpSpPr>
          <a:xfrm rot="18815724">
            <a:off x="5468137" y="2561868"/>
            <a:ext cx="45719" cy="45719"/>
            <a:chOff x="4108704" y="1731264"/>
            <a:chExt cx="1408176" cy="3072384"/>
          </a:xfrm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9B65E364-C12C-BC53-A43C-2466BD6F622D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3" name="Ellipse 142">
              <a:extLst>
                <a:ext uri="{FF2B5EF4-FFF2-40B4-BE49-F238E27FC236}">
                  <a16:creationId xmlns:a16="http://schemas.microsoft.com/office/drawing/2014/main" id="{49E87024-E721-3297-759B-E93D505F622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44" name="Gruppieren 143">
            <a:extLst>
              <a:ext uri="{FF2B5EF4-FFF2-40B4-BE49-F238E27FC236}">
                <a16:creationId xmlns:a16="http://schemas.microsoft.com/office/drawing/2014/main" id="{A888EE14-28BC-36D8-8F7D-AA41E7FCBFD3}"/>
              </a:ext>
            </a:extLst>
          </p:cNvPr>
          <p:cNvGrpSpPr>
            <a:grpSpLocks/>
          </p:cNvGrpSpPr>
          <p:nvPr/>
        </p:nvGrpSpPr>
        <p:grpSpPr>
          <a:xfrm rot="18815724">
            <a:off x="5478506" y="2527858"/>
            <a:ext cx="45719" cy="45719"/>
            <a:chOff x="4108704" y="1731264"/>
            <a:chExt cx="1408176" cy="3072384"/>
          </a:xfrm>
        </p:grpSpPr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C3483D83-8C85-AD61-890D-D4D3C1FD1B0B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74D68165-54A9-A0D1-6A10-8372D6918250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47" name="Gruppieren 146">
            <a:extLst>
              <a:ext uri="{FF2B5EF4-FFF2-40B4-BE49-F238E27FC236}">
                <a16:creationId xmlns:a16="http://schemas.microsoft.com/office/drawing/2014/main" id="{7636D950-1709-735F-5FE2-85A892C974ED}"/>
              </a:ext>
            </a:extLst>
          </p:cNvPr>
          <p:cNvGrpSpPr>
            <a:grpSpLocks/>
          </p:cNvGrpSpPr>
          <p:nvPr/>
        </p:nvGrpSpPr>
        <p:grpSpPr>
          <a:xfrm rot="18815724">
            <a:off x="5488964" y="2508449"/>
            <a:ext cx="45719" cy="45719"/>
            <a:chOff x="4108704" y="1731264"/>
            <a:chExt cx="1408176" cy="3072384"/>
          </a:xfrm>
        </p:grpSpPr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DDF79F21-FA9E-B543-CF06-DA9E5AB9AAA0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E94AF887-22BA-A329-94C0-CD0D213C449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60BA66C6-DB91-7133-2157-22F76D5878CE}"/>
              </a:ext>
            </a:extLst>
          </p:cNvPr>
          <p:cNvGrpSpPr>
            <a:grpSpLocks/>
          </p:cNvGrpSpPr>
          <p:nvPr/>
        </p:nvGrpSpPr>
        <p:grpSpPr>
          <a:xfrm rot="18815724">
            <a:off x="5527229" y="2494030"/>
            <a:ext cx="45719" cy="45719"/>
            <a:chOff x="4108704" y="1731264"/>
            <a:chExt cx="1408176" cy="3072384"/>
          </a:xfrm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8C2723AA-A64F-E958-25ED-10F3C64455A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4B1ED164-ADA6-23A5-3865-D2A45D6C3696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8387B8B4-F871-28EF-4A89-FCF6790F1AA8}"/>
              </a:ext>
            </a:extLst>
          </p:cNvPr>
          <p:cNvGrpSpPr>
            <a:grpSpLocks/>
          </p:cNvGrpSpPr>
          <p:nvPr/>
        </p:nvGrpSpPr>
        <p:grpSpPr>
          <a:xfrm rot="18815724">
            <a:off x="5504369" y="2524486"/>
            <a:ext cx="45719" cy="45719"/>
            <a:chOff x="4108704" y="1731264"/>
            <a:chExt cx="1408176" cy="3072384"/>
          </a:xfrm>
        </p:grpSpPr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71D20CD1-6EC6-BBBD-B4FF-B081ACCE73F2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34AC8489-D1F2-57E0-EDDB-5D9B40D0B951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56" name="Gruppieren 155">
            <a:extLst>
              <a:ext uri="{FF2B5EF4-FFF2-40B4-BE49-F238E27FC236}">
                <a16:creationId xmlns:a16="http://schemas.microsoft.com/office/drawing/2014/main" id="{73908A7F-3516-5EA3-AD42-FAB74F7F0C9A}"/>
              </a:ext>
            </a:extLst>
          </p:cNvPr>
          <p:cNvGrpSpPr>
            <a:grpSpLocks/>
          </p:cNvGrpSpPr>
          <p:nvPr/>
        </p:nvGrpSpPr>
        <p:grpSpPr>
          <a:xfrm rot="18815724">
            <a:off x="5527548" y="2558424"/>
            <a:ext cx="45719" cy="45719"/>
            <a:chOff x="4108704" y="1731264"/>
            <a:chExt cx="1408176" cy="3072384"/>
          </a:xfrm>
        </p:grpSpPr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A5D53627-A677-6956-A7E7-E1CF16F8FFA0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C36DA5BF-1138-918B-F20B-04A54BE0F03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2C59D648-B95A-A930-29B8-644B62387F7A}"/>
              </a:ext>
            </a:extLst>
          </p:cNvPr>
          <p:cNvGrpSpPr>
            <a:grpSpLocks/>
          </p:cNvGrpSpPr>
          <p:nvPr/>
        </p:nvGrpSpPr>
        <p:grpSpPr>
          <a:xfrm rot="18815724">
            <a:off x="5537917" y="2524414"/>
            <a:ext cx="45719" cy="45719"/>
            <a:chOff x="4108704" y="1731264"/>
            <a:chExt cx="1408176" cy="3072384"/>
          </a:xfrm>
        </p:grpSpPr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4A40C469-AC8B-F8F7-BAE7-8EF2DC56D85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F99F322B-68EE-722B-3EF3-9928A5E5CA1E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D520500A-D420-5251-B700-6D71A15F2196}"/>
              </a:ext>
            </a:extLst>
          </p:cNvPr>
          <p:cNvGrpSpPr>
            <a:grpSpLocks/>
          </p:cNvGrpSpPr>
          <p:nvPr/>
        </p:nvGrpSpPr>
        <p:grpSpPr>
          <a:xfrm rot="21460441">
            <a:off x="5398761" y="2537692"/>
            <a:ext cx="45719" cy="45719"/>
            <a:chOff x="4108704" y="1731264"/>
            <a:chExt cx="1408176" cy="3072384"/>
          </a:xfrm>
        </p:grpSpPr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1CFED56C-A26E-3823-902D-9C757045E8D2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64" name="Ellipse 163">
              <a:extLst>
                <a:ext uri="{FF2B5EF4-FFF2-40B4-BE49-F238E27FC236}">
                  <a16:creationId xmlns:a16="http://schemas.microsoft.com/office/drawing/2014/main" id="{62B7484A-E84B-D01B-72C8-2F50E2ADF0CD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3DDCA31E-CBDF-D2E2-AB17-8C08EB358AE7}"/>
              </a:ext>
            </a:extLst>
          </p:cNvPr>
          <p:cNvGrpSpPr>
            <a:grpSpLocks/>
          </p:cNvGrpSpPr>
          <p:nvPr/>
        </p:nvGrpSpPr>
        <p:grpSpPr>
          <a:xfrm rot="21460441">
            <a:off x="5437026" y="2523273"/>
            <a:ext cx="45719" cy="45719"/>
            <a:chOff x="4108704" y="1731264"/>
            <a:chExt cx="1408176" cy="3072384"/>
          </a:xfrm>
        </p:grpSpPr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1F18607-9B02-BE92-90BE-AB1A895D0C6D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9D6EA835-71B7-70EC-7145-41D3CD39E208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68" name="Gruppieren 167">
            <a:extLst>
              <a:ext uri="{FF2B5EF4-FFF2-40B4-BE49-F238E27FC236}">
                <a16:creationId xmlns:a16="http://schemas.microsoft.com/office/drawing/2014/main" id="{D87D60C5-0CCE-2475-AEB8-DB72A9999325}"/>
              </a:ext>
            </a:extLst>
          </p:cNvPr>
          <p:cNvGrpSpPr>
            <a:grpSpLocks/>
          </p:cNvGrpSpPr>
          <p:nvPr/>
        </p:nvGrpSpPr>
        <p:grpSpPr>
          <a:xfrm rot="21460441">
            <a:off x="5414166" y="2553729"/>
            <a:ext cx="45719" cy="45719"/>
            <a:chOff x="4108704" y="1731264"/>
            <a:chExt cx="1408176" cy="3072384"/>
          </a:xfrm>
        </p:grpSpPr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2DC0809-43FA-89E5-C066-6608EAA3D616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38060BDA-9197-39B9-BB5C-8AAEEF96A561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71" name="Gruppieren 170">
            <a:extLst>
              <a:ext uri="{FF2B5EF4-FFF2-40B4-BE49-F238E27FC236}">
                <a16:creationId xmlns:a16="http://schemas.microsoft.com/office/drawing/2014/main" id="{DF6EABF2-ED80-91E7-4754-3E62B5E96D12}"/>
              </a:ext>
            </a:extLst>
          </p:cNvPr>
          <p:cNvGrpSpPr>
            <a:grpSpLocks/>
          </p:cNvGrpSpPr>
          <p:nvPr/>
        </p:nvGrpSpPr>
        <p:grpSpPr>
          <a:xfrm rot="21460441">
            <a:off x="5437345" y="2587667"/>
            <a:ext cx="45719" cy="45719"/>
            <a:chOff x="4108704" y="1731264"/>
            <a:chExt cx="1408176" cy="3072384"/>
          </a:xfrm>
        </p:grpSpPr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0714027-790B-E197-6F25-61F661CE9F15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755253B3-FC1C-3073-98F9-530B40417C49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E0485A41-5ACE-F8CE-5872-59A93DBCB927}"/>
              </a:ext>
            </a:extLst>
          </p:cNvPr>
          <p:cNvGrpSpPr>
            <a:grpSpLocks/>
          </p:cNvGrpSpPr>
          <p:nvPr/>
        </p:nvGrpSpPr>
        <p:grpSpPr>
          <a:xfrm rot="21460441">
            <a:off x="5447714" y="2553657"/>
            <a:ext cx="45719" cy="45719"/>
            <a:chOff x="4108704" y="1731264"/>
            <a:chExt cx="1408176" cy="3072384"/>
          </a:xfrm>
        </p:grpSpPr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49FF97AD-59E0-C943-C192-2B1BB2AF9757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DC67200C-3445-4340-604C-92C035BCA86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77" name="Gruppieren 176">
            <a:extLst>
              <a:ext uri="{FF2B5EF4-FFF2-40B4-BE49-F238E27FC236}">
                <a16:creationId xmlns:a16="http://schemas.microsoft.com/office/drawing/2014/main" id="{CB65C65D-1998-7BA2-BA62-5063FE6E2B2B}"/>
              </a:ext>
            </a:extLst>
          </p:cNvPr>
          <p:cNvGrpSpPr>
            <a:grpSpLocks/>
          </p:cNvGrpSpPr>
          <p:nvPr/>
        </p:nvGrpSpPr>
        <p:grpSpPr>
          <a:xfrm rot="15907299">
            <a:off x="5368558" y="2458460"/>
            <a:ext cx="45719" cy="45719"/>
            <a:chOff x="4108704" y="1731264"/>
            <a:chExt cx="1408176" cy="3072384"/>
          </a:xfrm>
        </p:grpSpPr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CD0093F-71CF-78E4-FBCA-44913DDE6D40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FDFBEC3D-7F26-A7E4-BF54-9C47CD02D26C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88131C7C-B82E-489A-05F2-7CB9D4785448}"/>
              </a:ext>
            </a:extLst>
          </p:cNvPr>
          <p:cNvGrpSpPr>
            <a:grpSpLocks/>
          </p:cNvGrpSpPr>
          <p:nvPr/>
        </p:nvGrpSpPr>
        <p:grpSpPr>
          <a:xfrm rot="15907299">
            <a:off x="5406823" y="2444041"/>
            <a:ext cx="45719" cy="45719"/>
            <a:chOff x="4108704" y="1731264"/>
            <a:chExt cx="1408176" cy="3072384"/>
          </a:xfrm>
        </p:grpSpPr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F828B879-F58C-1285-6748-227C7C67A526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B5EE8FBC-599D-FAF2-10B4-D3A0E8600A5A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83" name="Gruppieren 182">
            <a:extLst>
              <a:ext uri="{FF2B5EF4-FFF2-40B4-BE49-F238E27FC236}">
                <a16:creationId xmlns:a16="http://schemas.microsoft.com/office/drawing/2014/main" id="{D218F2C6-72D6-CAD5-68F0-8A146133E3EA}"/>
              </a:ext>
            </a:extLst>
          </p:cNvPr>
          <p:cNvGrpSpPr>
            <a:grpSpLocks/>
          </p:cNvGrpSpPr>
          <p:nvPr/>
        </p:nvGrpSpPr>
        <p:grpSpPr>
          <a:xfrm rot="15907299">
            <a:off x="5383963" y="2474497"/>
            <a:ext cx="45719" cy="45719"/>
            <a:chOff x="4108704" y="1731264"/>
            <a:chExt cx="1408176" cy="3072384"/>
          </a:xfrm>
        </p:grpSpPr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63F36AC0-E99C-71F4-507F-0D63EB2BEF54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E2C5BA8F-E822-9439-209C-7806CD4C7904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AB461A9E-8F71-AE3C-1CD9-A6404870FF79}"/>
              </a:ext>
            </a:extLst>
          </p:cNvPr>
          <p:cNvGrpSpPr>
            <a:grpSpLocks/>
          </p:cNvGrpSpPr>
          <p:nvPr/>
        </p:nvGrpSpPr>
        <p:grpSpPr>
          <a:xfrm rot="15907299">
            <a:off x="5407142" y="2508435"/>
            <a:ext cx="45719" cy="45719"/>
            <a:chOff x="4108704" y="1731264"/>
            <a:chExt cx="1408176" cy="3072384"/>
          </a:xfrm>
        </p:grpSpPr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D58CC24-FF1E-61A2-C0A3-A5D0DA9D1D1A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88CDACA7-D94B-E86D-31C5-BD1FB50CB6D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89" name="Gruppieren 188">
            <a:extLst>
              <a:ext uri="{FF2B5EF4-FFF2-40B4-BE49-F238E27FC236}">
                <a16:creationId xmlns:a16="http://schemas.microsoft.com/office/drawing/2014/main" id="{72432EB0-66C8-5D0B-DB55-931520FD9DEA}"/>
              </a:ext>
            </a:extLst>
          </p:cNvPr>
          <p:cNvGrpSpPr>
            <a:grpSpLocks/>
          </p:cNvGrpSpPr>
          <p:nvPr/>
        </p:nvGrpSpPr>
        <p:grpSpPr>
          <a:xfrm rot="15907299">
            <a:off x="5417511" y="2474425"/>
            <a:ext cx="45719" cy="45719"/>
            <a:chOff x="4108704" y="1731264"/>
            <a:chExt cx="1408176" cy="3072384"/>
          </a:xfrm>
        </p:grpSpPr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A4BBFBA-8876-A169-3F66-E69EB630824F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E32AC8BA-EA14-EEAE-B705-D53E386CA01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92" name="Gruppieren 191">
            <a:extLst>
              <a:ext uri="{FF2B5EF4-FFF2-40B4-BE49-F238E27FC236}">
                <a16:creationId xmlns:a16="http://schemas.microsoft.com/office/drawing/2014/main" id="{AA4A3271-BA00-1FFB-D631-21AD394DD57A}"/>
              </a:ext>
            </a:extLst>
          </p:cNvPr>
          <p:cNvGrpSpPr>
            <a:grpSpLocks/>
          </p:cNvGrpSpPr>
          <p:nvPr/>
        </p:nvGrpSpPr>
        <p:grpSpPr>
          <a:xfrm rot="20667302">
            <a:off x="5444292" y="2450438"/>
            <a:ext cx="45719" cy="45719"/>
            <a:chOff x="4108704" y="1731264"/>
            <a:chExt cx="1408176" cy="3072384"/>
          </a:xfrm>
        </p:grpSpPr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DE270D76-C7CC-47B6-99C5-1D8D2B353302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C504D7E9-A6CE-C450-7D08-5A2FB2B25182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95" name="Gruppieren 194">
            <a:extLst>
              <a:ext uri="{FF2B5EF4-FFF2-40B4-BE49-F238E27FC236}">
                <a16:creationId xmlns:a16="http://schemas.microsoft.com/office/drawing/2014/main" id="{CF8428FE-93B3-D195-1E02-5A6F3F9503E3}"/>
              </a:ext>
            </a:extLst>
          </p:cNvPr>
          <p:cNvGrpSpPr>
            <a:grpSpLocks/>
          </p:cNvGrpSpPr>
          <p:nvPr/>
        </p:nvGrpSpPr>
        <p:grpSpPr>
          <a:xfrm rot="20667302">
            <a:off x="5482557" y="2436019"/>
            <a:ext cx="45719" cy="45719"/>
            <a:chOff x="4108704" y="1731264"/>
            <a:chExt cx="1408176" cy="3072384"/>
          </a:xfrm>
        </p:grpSpPr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6ABC82-0A3A-EEB1-CC2E-AF06984CEC65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07AAC4E7-5301-14A5-9320-0E809FCD323F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497BDB2E-8B17-864C-A43C-CA5AD692FD67}"/>
              </a:ext>
            </a:extLst>
          </p:cNvPr>
          <p:cNvGrpSpPr>
            <a:grpSpLocks/>
          </p:cNvGrpSpPr>
          <p:nvPr/>
        </p:nvGrpSpPr>
        <p:grpSpPr>
          <a:xfrm rot="20667302">
            <a:off x="5459697" y="2466475"/>
            <a:ext cx="45719" cy="45719"/>
            <a:chOff x="4108704" y="1731264"/>
            <a:chExt cx="1408176" cy="3072384"/>
          </a:xfrm>
        </p:grpSpPr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BAC69338-B9D5-23D7-4183-121578E3FB43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E168A6DD-C5E0-1814-CA6B-DD3925768544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0EA19CAA-1DC8-B3C5-8D66-80C9046BAAD3}"/>
              </a:ext>
            </a:extLst>
          </p:cNvPr>
          <p:cNvGrpSpPr>
            <a:grpSpLocks/>
          </p:cNvGrpSpPr>
          <p:nvPr/>
        </p:nvGrpSpPr>
        <p:grpSpPr>
          <a:xfrm rot="20667302">
            <a:off x="5482876" y="2500413"/>
            <a:ext cx="45719" cy="45719"/>
            <a:chOff x="4108704" y="1731264"/>
            <a:chExt cx="1408176" cy="3072384"/>
          </a:xfrm>
        </p:grpSpPr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5A6CEDD-DEA3-D502-EEC5-CE343D56ED76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id="{610BD2DF-5F5B-CB41-04CD-FF760D482782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07AC3A45-D5B3-967E-1B2E-B044F2D34D8E}"/>
              </a:ext>
            </a:extLst>
          </p:cNvPr>
          <p:cNvGrpSpPr>
            <a:grpSpLocks/>
          </p:cNvGrpSpPr>
          <p:nvPr/>
        </p:nvGrpSpPr>
        <p:grpSpPr>
          <a:xfrm rot="20667302">
            <a:off x="5493245" y="2466403"/>
            <a:ext cx="45719" cy="45719"/>
            <a:chOff x="4108704" y="1731264"/>
            <a:chExt cx="1408176" cy="3072384"/>
          </a:xfrm>
        </p:grpSpPr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F96C9D-1BBB-8A5E-7410-BAD70105F65D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DA6A0CFA-712C-2776-1B6F-AED8F8FE5A13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338C8E5D-6C4D-5BA1-A62E-DA5F63530D9A}"/>
              </a:ext>
            </a:extLst>
          </p:cNvPr>
          <p:cNvGrpSpPr>
            <a:grpSpLocks/>
          </p:cNvGrpSpPr>
          <p:nvPr/>
        </p:nvGrpSpPr>
        <p:grpSpPr>
          <a:xfrm>
            <a:off x="5471494" y="2699766"/>
            <a:ext cx="45719" cy="45719"/>
            <a:chOff x="4108704" y="1731264"/>
            <a:chExt cx="1408176" cy="3072384"/>
          </a:xfrm>
        </p:grpSpPr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ACBA271-584A-5F35-B398-014A05396A3B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4AEBBAEF-37AC-763F-E5E7-E5CC02216F7B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9DB36EDC-2C1E-CDA7-DA56-5F27EBFF389B}"/>
              </a:ext>
            </a:extLst>
          </p:cNvPr>
          <p:cNvGrpSpPr>
            <a:grpSpLocks/>
          </p:cNvGrpSpPr>
          <p:nvPr/>
        </p:nvGrpSpPr>
        <p:grpSpPr>
          <a:xfrm rot="5400000">
            <a:off x="5395295" y="2613764"/>
            <a:ext cx="45719" cy="45719"/>
            <a:chOff x="4108704" y="1731264"/>
            <a:chExt cx="1408176" cy="3072384"/>
          </a:xfrm>
        </p:grpSpPr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7D3D2E88-ABCD-D061-6FED-06895672B40C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12" name="Ellipse 211">
              <a:extLst>
                <a:ext uri="{FF2B5EF4-FFF2-40B4-BE49-F238E27FC236}">
                  <a16:creationId xmlns:a16="http://schemas.microsoft.com/office/drawing/2014/main" id="{436FC71E-54B9-BDCE-71CB-388089D981D7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F340BEC1-EB3C-295B-D2F6-75CBA70E655D}"/>
              </a:ext>
            </a:extLst>
          </p:cNvPr>
          <p:cNvGrpSpPr>
            <a:grpSpLocks/>
          </p:cNvGrpSpPr>
          <p:nvPr/>
        </p:nvGrpSpPr>
        <p:grpSpPr>
          <a:xfrm rot="12898439">
            <a:off x="5481998" y="2560257"/>
            <a:ext cx="45719" cy="45719"/>
            <a:chOff x="4108704" y="1731264"/>
            <a:chExt cx="1408176" cy="3072384"/>
          </a:xfrm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DB4244B8-2B47-61A0-E812-FC95B93C5C98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8F94D01F-BE95-E8D7-1950-B45B1E2AB40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16" name="Gruppieren 215">
            <a:extLst>
              <a:ext uri="{FF2B5EF4-FFF2-40B4-BE49-F238E27FC236}">
                <a16:creationId xmlns:a16="http://schemas.microsoft.com/office/drawing/2014/main" id="{F173E27E-C69F-F014-10EA-8B23A1146671}"/>
              </a:ext>
            </a:extLst>
          </p:cNvPr>
          <p:cNvGrpSpPr>
            <a:grpSpLocks/>
          </p:cNvGrpSpPr>
          <p:nvPr/>
        </p:nvGrpSpPr>
        <p:grpSpPr>
          <a:xfrm rot="18150895">
            <a:off x="5406723" y="2735961"/>
            <a:ext cx="45719" cy="45719"/>
            <a:chOff x="4108704" y="1731264"/>
            <a:chExt cx="1408176" cy="3072384"/>
          </a:xfrm>
        </p:grpSpPr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AB6D0980-2B56-40D2-613B-BD57992D253E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A85877B9-55E9-A38D-60DB-DA8F160D2015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A19323FD-7CE7-8A7B-3224-21A7AFCB1229}"/>
              </a:ext>
            </a:extLst>
          </p:cNvPr>
          <p:cNvGrpSpPr>
            <a:grpSpLocks/>
          </p:cNvGrpSpPr>
          <p:nvPr/>
        </p:nvGrpSpPr>
        <p:grpSpPr>
          <a:xfrm>
            <a:off x="5804123" y="3599305"/>
            <a:ext cx="45719" cy="45719"/>
            <a:chOff x="4108704" y="1731264"/>
            <a:chExt cx="1408176" cy="3072384"/>
          </a:xfrm>
        </p:grpSpPr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A5D08825-DDB6-7C74-D5E1-9802F9393AD6}"/>
                </a:ext>
              </a:extLst>
            </p:cNvPr>
            <p:cNvSpPr>
              <a:spLocks/>
            </p:cNvSpPr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7D8F372B-AC8F-220A-3D9C-DEB96563F704}"/>
                </a:ext>
              </a:extLst>
            </p:cNvPr>
            <p:cNvSpPr>
              <a:spLocks/>
            </p:cNvSpPr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30" name="Grafik 229">
            <a:extLst>
              <a:ext uri="{FF2B5EF4-FFF2-40B4-BE49-F238E27FC236}">
                <a16:creationId xmlns:a16="http://schemas.microsoft.com/office/drawing/2014/main" id="{EA3CED0E-47D6-00CB-6CAF-F5696C95C0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9977" r="9213"/>
          <a:stretch/>
        </p:blipFill>
        <p:spPr>
          <a:xfrm rot="16200000">
            <a:off x="5898874" y="3629785"/>
            <a:ext cx="131771" cy="70174"/>
          </a:xfrm>
          <a:prstGeom prst="rect">
            <a:avLst/>
          </a:prstGeom>
        </p:spPr>
      </p:pic>
      <p:grpSp>
        <p:nvGrpSpPr>
          <p:cNvPr id="233" name="Gruppieren 232">
            <a:extLst>
              <a:ext uri="{FF2B5EF4-FFF2-40B4-BE49-F238E27FC236}">
                <a16:creationId xmlns:a16="http://schemas.microsoft.com/office/drawing/2014/main" id="{4775B3B3-9991-BFF1-DB16-888D2814D038}"/>
              </a:ext>
            </a:extLst>
          </p:cNvPr>
          <p:cNvGrpSpPr>
            <a:grpSpLocks/>
          </p:cNvGrpSpPr>
          <p:nvPr/>
        </p:nvGrpSpPr>
        <p:grpSpPr>
          <a:xfrm>
            <a:off x="5924950" y="3466295"/>
            <a:ext cx="70176" cy="136597"/>
            <a:chOff x="4689972" y="717764"/>
            <a:chExt cx="3666628" cy="7137039"/>
          </a:xfrm>
        </p:grpSpPr>
        <p:pic>
          <p:nvPicPr>
            <p:cNvPr id="234" name="Grafik 233">
              <a:extLst>
                <a:ext uri="{FF2B5EF4-FFF2-40B4-BE49-F238E27FC236}">
                  <a16:creationId xmlns:a16="http://schemas.microsoft.com/office/drawing/2014/main" id="{5BDEE8F8-A17B-F868-298B-A7020BBC6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7091" b="95080" l="8451" r="90423">
                          <a14:foregroundMark x1="8451" y1="59768" x2="8451" y2="59768"/>
                          <a14:foregroundMark x1="11831" y1="56006" x2="13239" y2="81910"/>
                          <a14:foregroundMark x1="13239" y1="81910" x2="26197" y2="92909"/>
                          <a14:foregroundMark x1="26197" y1="92909" x2="71549" y2="95369"/>
                          <a14:foregroundMark x1="71549" y1="95369" x2="83662" y2="84081"/>
                          <a14:foregroundMark x1="83662" y1="84081" x2="80282" y2="60203"/>
                          <a14:foregroundMark x1="80282" y1="60203" x2="33239" y2="58177"/>
                          <a14:foregroundMark x1="33239" y1="58177" x2="56338" y2="67438"/>
                          <a14:foregroundMark x1="56338" y1="67438" x2="85070" y2="72793"/>
                          <a14:foregroundMark x1="85070" y1="72793" x2="43380" y2="75687"/>
                          <a14:foregroundMark x1="43380" y1="75687" x2="60845" y2="85239"/>
                          <a14:foregroundMark x1="60845" y1="85239" x2="70986" y2="86107"/>
                          <a14:foregroundMark x1="27606" y1="58321" x2="38873" y2="75687"/>
                          <a14:foregroundMark x1="38873" y1="75687" x2="40000" y2="63531"/>
                          <a14:foregroundMark x1="59718" y1="59768" x2="57465" y2="82634"/>
                          <a14:foregroundMark x1="22254" y1="56585" x2="19718" y2="84949"/>
                          <a14:foregroundMark x1="27606" y1="63097" x2="29014" y2="85094"/>
                          <a14:foregroundMark x1="29014" y1="85094" x2="33521" y2="72938"/>
                          <a14:foregroundMark x1="8732" y1="90738" x2="87606" y2="94790"/>
                          <a14:foregroundMark x1="87606" y1="94790" x2="90423" y2="58177"/>
                          <a14:foregroundMark x1="90423" y1="58177" x2="65352" y2="54993"/>
                          <a14:foregroundMark x1="57746" y1="74674" x2="75493" y2="78726"/>
                          <a14:foregroundMark x1="47606" y1="55137" x2="45634" y2="43415"/>
                          <a14:foregroundMark x1="45634" y1="43415" x2="39155" y2="36469"/>
                          <a14:foregroundMark x1="48732" y1="42258" x2="74930" y2="26049"/>
                          <a14:foregroundMark x1="74930" y1="26049" x2="74366" y2="16498"/>
                          <a14:foregroundMark x1="74366" y1="16498" x2="47606" y2="10854"/>
                          <a14:foregroundMark x1="47606" y1="10854" x2="29296" y2="11288"/>
                          <a14:foregroundMark x1="29296" y1="11288" x2="21408" y2="19682"/>
                          <a14:foregroundMark x1="21408" y1="19682" x2="23944" y2="31693"/>
                          <a14:foregroundMark x1="23944" y1="31693" x2="42254" y2="41389"/>
                          <a14:foregroundMark x1="42254" y1="41389" x2="43380" y2="41679"/>
                          <a14:foregroundMark x1="67887" y1="12156" x2="51549" y2="7670"/>
                          <a14:foregroundMark x1="51549" y1="7670" x2="54930" y2="8683"/>
                          <a14:foregroundMark x1="69014" y1="10420" x2="51831" y2="7091"/>
                          <a14:foregroundMark x1="51831" y1="7091" x2="33521" y2="10130"/>
                          <a14:foregroundMark x1="33521" y1="10130" x2="28169" y2="1273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89972" y="717764"/>
              <a:ext cx="3666628" cy="7137039"/>
            </a:xfrm>
            <a:prstGeom prst="rect">
              <a:avLst/>
            </a:prstGeom>
          </p:spPr>
        </p:pic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CDF3E90B-73CF-1D56-3592-1351373E617C}"/>
                </a:ext>
              </a:extLst>
            </p:cNvPr>
            <p:cNvSpPr>
              <a:spLocks/>
            </p:cNvSpPr>
            <p:nvPr/>
          </p:nvSpPr>
          <p:spPr>
            <a:xfrm>
              <a:off x="5178200" y="973051"/>
              <a:ext cx="2567628" cy="3512589"/>
            </a:xfrm>
            <a:custGeom>
              <a:avLst/>
              <a:gdLst>
                <a:gd name="connsiteX0" fmla="*/ 1725520 w 2567628"/>
                <a:gd name="connsiteY0" fmla="*/ 3512589 h 3512589"/>
                <a:gd name="connsiteX1" fmla="*/ 1689960 w 2567628"/>
                <a:gd name="connsiteY1" fmla="*/ 3187469 h 3512589"/>
                <a:gd name="connsiteX2" fmla="*/ 1740760 w 2567628"/>
                <a:gd name="connsiteY2" fmla="*/ 2791229 h 3512589"/>
                <a:gd name="connsiteX3" fmla="*/ 1959200 w 2567628"/>
                <a:gd name="connsiteY3" fmla="*/ 2450869 h 3512589"/>
                <a:gd name="connsiteX4" fmla="*/ 2269080 w 2567628"/>
                <a:gd name="connsiteY4" fmla="*/ 1988589 h 3512589"/>
                <a:gd name="connsiteX5" fmla="*/ 2518000 w 2567628"/>
                <a:gd name="connsiteY5" fmla="*/ 1363749 h 3512589"/>
                <a:gd name="connsiteX6" fmla="*/ 2533240 w 2567628"/>
                <a:gd name="connsiteY6" fmla="*/ 911629 h 3512589"/>
                <a:gd name="connsiteX7" fmla="*/ 2142080 w 2567628"/>
                <a:gd name="connsiteY7" fmla="*/ 307109 h 3512589"/>
                <a:gd name="connsiteX8" fmla="*/ 1659480 w 2567628"/>
                <a:gd name="connsiteY8" fmla="*/ 48029 h 3512589"/>
                <a:gd name="connsiteX9" fmla="*/ 1156560 w 2567628"/>
                <a:gd name="connsiteY9" fmla="*/ 7389 h 3512589"/>
                <a:gd name="connsiteX10" fmla="*/ 724760 w 2567628"/>
                <a:gd name="connsiteY10" fmla="*/ 139469 h 3512589"/>
                <a:gd name="connsiteX11" fmla="*/ 313280 w 2567628"/>
                <a:gd name="connsiteY11" fmla="*/ 449349 h 3512589"/>
                <a:gd name="connsiteX12" fmla="*/ 49120 w 2567628"/>
                <a:gd name="connsiteY12" fmla="*/ 992909 h 3512589"/>
                <a:gd name="connsiteX13" fmla="*/ 13560 w 2567628"/>
                <a:gd name="connsiteY13" fmla="*/ 1739669 h 3512589"/>
                <a:gd name="connsiteX14" fmla="*/ 206600 w 2567628"/>
                <a:gd name="connsiteY14" fmla="*/ 2171469 h 3512589"/>
                <a:gd name="connsiteX15" fmla="*/ 546960 w 2567628"/>
                <a:gd name="connsiteY15" fmla="*/ 2593109 h 3512589"/>
                <a:gd name="connsiteX16" fmla="*/ 618080 w 2567628"/>
                <a:gd name="connsiteY16" fmla="*/ 2750589 h 3512589"/>
                <a:gd name="connsiteX17" fmla="*/ 755240 w 2567628"/>
                <a:gd name="connsiteY17" fmla="*/ 3040149 h 3512589"/>
                <a:gd name="connsiteX18" fmla="*/ 806040 w 2567628"/>
                <a:gd name="connsiteY18" fmla="*/ 3405909 h 351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67628" h="3512589">
                  <a:moveTo>
                    <a:pt x="1725520" y="3512589"/>
                  </a:moveTo>
                  <a:cubicBezTo>
                    <a:pt x="1706470" y="3410142"/>
                    <a:pt x="1687420" y="3307696"/>
                    <a:pt x="1689960" y="3187469"/>
                  </a:cubicBezTo>
                  <a:cubicBezTo>
                    <a:pt x="1692500" y="3067242"/>
                    <a:pt x="1695887" y="2913996"/>
                    <a:pt x="1740760" y="2791229"/>
                  </a:cubicBezTo>
                  <a:cubicBezTo>
                    <a:pt x="1785633" y="2668462"/>
                    <a:pt x="1871147" y="2584642"/>
                    <a:pt x="1959200" y="2450869"/>
                  </a:cubicBezTo>
                  <a:cubicBezTo>
                    <a:pt x="2047253" y="2317096"/>
                    <a:pt x="2175947" y="2169776"/>
                    <a:pt x="2269080" y="1988589"/>
                  </a:cubicBezTo>
                  <a:cubicBezTo>
                    <a:pt x="2362213" y="1807402"/>
                    <a:pt x="2473973" y="1543242"/>
                    <a:pt x="2518000" y="1363749"/>
                  </a:cubicBezTo>
                  <a:cubicBezTo>
                    <a:pt x="2562027" y="1184256"/>
                    <a:pt x="2595893" y="1087736"/>
                    <a:pt x="2533240" y="911629"/>
                  </a:cubicBezTo>
                  <a:cubicBezTo>
                    <a:pt x="2470587" y="735522"/>
                    <a:pt x="2287707" y="451042"/>
                    <a:pt x="2142080" y="307109"/>
                  </a:cubicBezTo>
                  <a:cubicBezTo>
                    <a:pt x="1996453" y="163176"/>
                    <a:pt x="1823733" y="97982"/>
                    <a:pt x="1659480" y="48029"/>
                  </a:cubicBezTo>
                  <a:cubicBezTo>
                    <a:pt x="1495227" y="-1924"/>
                    <a:pt x="1312347" y="-7851"/>
                    <a:pt x="1156560" y="7389"/>
                  </a:cubicBezTo>
                  <a:cubicBezTo>
                    <a:pt x="1000773" y="22629"/>
                    <a:pt x="865307" y="65809"/>
                    <a:pt x="724760" y="139469"/>
                  </a:cubicBezTo>
                  <a:cubicBezTo>
                    <a:pt x="584213" y="213129"/>
                    <a:pt x="425887" y="307109"/>
                    <a:pt x="313280" y="449349"/>
                  </a:cubicBezTo>
                  <a:cubicBezTo>
                    <a:pt x="200673" y="591589"/>
                    <a:pt x="99073" y="777856"/>
                    <a:pt x="49120" y="992909"/>
                  </a:cubicBezTo>
                  <a:cubicBezTo>
                    <a:pt x="-833" y="1207962"/>
                    <a:pt x="-12687" y="1543242"/>
                    <a:pt x="13560" y="1739669"/>
                  </a:cubicBezTo>
                  <a:cubicBezTo>
                    <a:pt x="39807" y="1936096"/>
                    <a:pt x="117700" y="2029229"/>
                    <a:pt x="206600" y="2171469"/>
                  </a:cubicBezTo>
                  <a:cubicBezTo>
                    <a:pt x="295500" y="2313709"/>
                    <a:pt x="478380" y="2496589"/>
                    <a:pt x="546960" y="2593109"/>
                  </a:cubicBezTo>
                  <a:cubicBezTo>
                    <a:pt x="615540" y="2689629"/>
                    <a:pt x="583367" y="2676082"/>
                    <a:pt x="618080" y="2750589"/>
                  </a:cubicBezTo>
                  <a:cubicBezTo>
                    <a:pt x="652793" y="2825096"/>
                    <a:pt x="723913" y="2930929"/>
                    <a:pt x="755240" y="3040149"/>
                  </a:cubicBezTo>
                  <a:cubicBezTo>
                    <a:pt x="786567" y="3149369"/>
                    <a:pt x="796303" y="3277639"/>
                    <a:pt x="806040" y="3405909"/>
                  </a:cubicBezTo>
                </a:path>
              </a:pathLst>
            </a:custGeom>
            <a:ln w="31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C322ADE6-439D-E9CC-4023-B3594C68CD53}"/>
                </a:ext>
              </a:extLst>
            </p:cNvPr>
            <p:cNvSpPr>
              <a:spLocks/>
            </p:cNvSpPr>
            <p:nvPr/>
          </p:nvSpPr>
          <p:spPr>
            <a:xfrm>
              <a:off x="5675903" y="1560585"/>
              <a:ext cx="1652387" cy="1620041"/>
            </a:xfrm>
            <a:custGeom>
              <a:avLst/>
              <a:gdLst>
                <a:gd name="connsiteX0" fmla="*/ 582657 w 1652387"/>
                <a:gd name="connsiteY0" fmla="*/ 14215 h 1620041"/>
                <a:gd name="connsiteX1" fmla="*/ 272777 w 1652387"/>
                <a:gd name="connsiteY1" fmla="*/ 186935 h 1620041"/>
                <a:gd name="connsiteX2" fmla="*/ 44177 w 1652387"/>
                <a:gd name="connsiteY2" fmla="*/ 527295 h 1620041"/>
                <a:gd name="connsiteX3" fmla="*/ 3537 w 1652387"/>
                <a:gd name="connsiteY3" fmla="*/ 908295 h 1620041"/>
                <a:gd name="connsiteX4" fmla="*/ 94977 w 1652387"/>
                <a:gd name="connsiteY4" fmla="*/ 1248655 h 1620041"/>
                <a:gd name="connsiteX5" fmla="*/ 303257 w 1652387"/>
                <a:gd name="connsiteY5" fmla="*/ 1528055 h 1620041"/>
                <a:gd name="connsiteX6" fmla="*/ 608057 w 1652387"/>
                <a:gd name="connsiteY6" fmla="*/ 1619495 h 1620041"/>
                <a:gd name="connsiteX7" fmla="*/ 1136377 w 1652387"/>
                <a:gd name="connsiteY7" fmla="*/ 1548375 h 1620041"/>
                <a:gd name="connsiteX8" fmla="*/ 1502137 w 1652387"/>
                <a:gd name="connsiteY8" fmla="*/ 1238495 h 1620041"/>
                <a:gd name="connsiteX9" fmla="*/ 1649457 w 1652387"/>
                <a:gd name="connsiteY9" fmla="*/ 801615 h 1620041"/>
                <a:gd name="connsiteX10" fmla="*/ 1558017 w 1652387"/>
                <a:gd name="connsiteY10" fmla="*/ 339335 h 1620041"/>
                <a:gd name="connsiteX11" fmla="*/ 1095737 w 1652387"/>
                <a:gd name="connsiteY11" fmla="*/ 49775 h 1620041"/>
                <a:gd name="connsiteX12" fmla="*/ 735057 w 1652387"/>
                <a:gd name="connsiteY12" fmla="*/ 14215 h 1620041"/>
                <a:gd name="connsiteX13" fmla="*/ 582657 w 1652387"/>
                <a:gd name="connsiteY13" fmla="*/ 14215 h 162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52387" h="1620041">
                  <a:moveTo>
                    <a:pt x="582657" y="14215"/>
                  </a:moveTo>
                  <a:cubicBezTo>
                    <a:pt x="505610" y="43002"/>
                    <a:pt x="362524" y="101422"/>
                    <a:pt x="272777" y="186935"/>
                  </a:cubicBezTo>
                  <a:cubicBezTo>
                    <a:pt x="183030" y="272448"/>
                    <a:pt x="89050" y="407068"/>
                    <a:pt x="44177" y="527295"/>
                  </a:cubicBezTo>
                  <a:cubicBezTo>
                    <a:pt x="-696" y="647522"/>
                    <a:pt x="-4930" y="788068"/>
                    <a:pt x="3537" y="908295"/>
                  </a:cubicBezTo>
                  <a:cubicBezTo>
                    <a:pt x="12004" y="1028522"/>
                    <a:pt x="45024" y="1145362"/>
                    <a:pt x="94977" y="1248655"/>
                  </a:cubicBezTo>
                  <a:cubicBezTo>
                    <a:pt x="144930" y="1351948"/>
                    <a:pt x="217744" y="1466248"/>
                    <a:pt x="303257" y="1528055"/>
                  </a:cubicBezTo>
                  <a:cubicBezTo>
                    <a:pt x="388770" y="1589862"/>
                    <a:pt x="469204" y="1616108"/>
                    <a:pt x="608057" y="1619495"/>
                  </a:cubicBezTo>
                  <a:cubicBezTo>
                    <a:pt x="746910" y="1622882"/>
                    <a:pt x="987364" y="1611875"/>
                    <a:pt x="1136377" y="1548375"/>
                  </a:cubicBezTo>
                  <a:cubicBezTo>
                    <a:pt x="1285390" y="1484875"/>
                    <a:pt x="1416624" y="1362955"/>
                    <a:pt x="1502137" y="1238495"/>
                  </a:cubicBezTo>
                  <a:cubicBezTo>
                    <a:pt x="1587650" y="1114035"/>
                    <a:pt x="1640144" y="951475"/>
                    <a:pt x="1649457" y="801615"/>
                  </a:cubicBezTo>
                  <a:cubicBezTo>
                    <a:pt x="1658770" y="651755"/>
                    <a:pt x="1650304" y="464642"/>
                    <a:pt x="1558017" y="339335"/>
                  </a:cubicBezTo>
                  <a:cubicBezTo>
                    <a:pt x="1465730" y="214028"/>
                    <a:pt x="1232897" y="103962"/>
                    <a:pt x="1095737" y="49775"/>
                  </a:cubicBezTo>
                  <a:cubicBezTo>
                    <a:pt x="958577" y="-4412"/>
                    <a:pt x="820570" y="20142"/>
                    <a:pt x="735057" y="14215"/>
                  </a:cubicBezTo>
                  <a:cubicBezTo>
                    <a:pt x="649544" y="8288"/>
                    <a:pt x="659704" y="-14572"/>
                    <a:pt x="582657" y="14215"/>
                  </a:cubicBezTo>
                  <a:close/>
                </a:path>
              </a:pathLst>
            </a:custGeom>
            <a:noFill/>
            <a:ln w="3175">
              <a:solidFill>
                <a:schemeClr val="accent5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sp>
        <p:nvSpPr>
          <p:cNvPr id="237" name="Pfeil: nach unten gekrümmt 236">
            <a:extLst>
              <a:ext uri="{FF2B5EF4-FFF2-40B4-BE49-F238E27FC236}">
                <a16:creationId xmlns:a16="http://schemas.microsoft.com/office/drawing/2014/main" id="{B1D25ECB-52E3-6258-9D7A-D3178788D8A6}"/>
              </a:ext>
            </a:extLst>
          </p:cNvPr>
          <p:cNvSpPr>
            <a:spLocks/>
          </p:cNvSpPr>
          <p:nvPr/>
        </p:nvSpPr>
        <p:spPr>
          <a:xfrm rot="260469">
            <a:off x="5960455" y="3399352"/>
            <a:ext cx="97553" cy="45719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sp>
        <p:nvSpPr>
          <p:cNvPr id="238" name="Rechteck 237">
            <a:extLst>
              <a:ext uri="{FF2B5EF4-FFF2-40B4-BE49-F238E27FC236}">
                <a16:creationId xmlns:a16="http://schemas.microsoft.com/office/drawing/2014/main" id="{4BBE4F83-C44E-7DEE-491A-EBAA58BE796D}"/>
              </a:ext>
            </a:extLst>
          </p:cNvPr>
          <p:cNvSpPr>
            <a:spLocks/>
          </p:cNvSpPr>
          <p:nvPr/>
        </p:nvSpPr>
        <p:spPr>
          <a:xfrm>
            <a:off x="5997892" y="3475744"/>
            <a:ext cx="93242" cy="508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39" name="Rechteck 238">
            <a:extLst>
              <a:ext uri="{FF2B5EF4-FFF2-40B4-BE49-F238E27FC236}">
                <a16:creationId xmlns:a16="http://schemas.microsoft.com/office/drawing/2014/main" id="{9AE1EBD3-CD11-DECB-A661-75B403006DAA}"/>
              </a:ext>
            </a:extLst>
          </p:cNvPr>
          <p:cNvSpPr>
            <a:spLocks/>
          </p:cNvSpPr>
          <p:nvPr/>
        </p:nvSpPr>
        <p:spPr>
          <a:xfrm rot="5400000">
            <a:off x="6021409" y="3499588"/>
            <a:ext cx="93242" cy="508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3C3E95D2-87D7-DFD6-9F74-F50D95B97182}"/>
              </a:ext>
            </a:extLst>
          </p:cNvPr>
          <p:cNvCxnSpPr>
            <a:cxnSpLocks/>
          </p:cNvCxnSpPr>
          <p:nvPr/>
        </p:nvCxnSpPr>
        <p:spPr>
          <a:xfrm flipH="1" flipV="1">
            <a:off x="6046470" y="3545205"/>
            <a:ext cx="97155" cy="648"/>
          </a:xfrm>
          <a:prstGeom prst="line">
            <a:avLst/>
          </a:prstGeom>
          <a:ln w="3175">
            <a:solidFill>
              <a:schemeClr val="accent5">
                <a:lumMod val="50000"/>
              </a:schemeClr>
            </a:solidFill>
            <a:prstDash val="dashDot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2" name="Rechteck 241">
            <a:extLst>
              <a:ext uri="{FF2B5EF4-FFF2-40B4-BE49-F238E27FC236}">
                <a16:creationId xmlns:a16="http://schemas.microsoft.com/office/drawing/2014/main" id="{BA60F92E-F6D1-645D-8579-9C5597FEE93B}"/>
              </a:ext>
            </a:extLst>
          </p:cNvPr>
          <p:cNvSpPr>
            <a:spLocks/>
          </p:cNvSpPr>
          <p:nvPr/>
        </p:nvSpPr>
        <p:spPr>
          <a:xfrm>
            <a:off x="6106477" y="3505549"/>
            <a:ext cx="149314" cy="737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43" name="Pfeil: nach unten gekrümmt 242">
            <a:extLst>
              <a:ext uri="{FF2B5EF4-FFF2-40B4-BE49-F238E27FC236}">
                <a16:creationId xmlns:a16="http://schemas.microsoft.com/office/drawing/2014/main" id="{965DC659-7302-6813-4496-302B24B19BF9}"/>
              </a:ext>
            </a:extLst>
          </p:cNvPr>
          <p:cNvSpPr>
            <a:spLocks/>
          </p:cNvSpPr>
          <p:nvPr/>
        </p:nvSpPr>
        <p:spPr>
          <a:xfrm rot="176987" flipH="1">
            <a:off x="5848620" y="3399063"/>
            <a:ext cx="105025" cy="45719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>
              <a:solidFill>
                <a:schemeClr val="tx1"/>
              </a:solidFill>
            </a:endParaRPr>
          </a:p>
        </p:txBody>
      </p: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8D234C19-84C4-C45B-3EE6-2EA7468C7F11}"/>
              </a:ext>
            </a:extLst>
          </p:cNvPr>
          <p:cNvGrpSpPr>
            <a:grpSpLocks/>
          </p:cNvGrpSpPr>
          <p:nvPr/>
        </p:nvGrpSpPr>
        <p:grpSpPr>
          <a:xfrm>
            <a:off x="6115396" y="3572279"/>
            <a:ext cx="45719" cy="66780"/>
            <a:chOff x="486845" y="1868543"/>
            <a:chExt cx="2243329" cy="3276745"/>
          </a:xfrm>
        </p:grpSpPr>
        <p:pic>
          <p:nvPicPr>
            <p:cNvPr id="245" name="Grafik 244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F888708C-03F0-7DE7-00F4-32EBAD2E27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246" name="Grafik 245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4B155C75-B8A4-18A8-459E-F3B113A19C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247" name="Rechteck 246">
              <a:extLst>
                <a:ext uri="{FF2B5EF4-FFF2-40B4-BE49-F238E27FC236}">
                  <a16:creationId xmlns:a16="http://schemas.microsoft.com/office/drawing/2014/main" id="{77B4A56A-4C9D-741D-DBF7-9172D5BD1CC6}"/>
                </a:ext>
              </a:extLst>
            </p:cNvPr>
            <p:cNvSpPr>
              <a:spLocks/>
            </p:cNvSpPr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48" name="Gruppieren 247">
            <a:extLst>
              <a:ext uri="{FF2B5EF4-FFF2-40B4-BE49-F238E27FC236}">
                <a16:creationId xmlns:a16="http://schemas.microsoft.com/office/drawing/2014/main" id="{60A0C7C3-197C-7152-C1EC-8E87B5BCA766}"/>
              </a:ext>
            </a:extLst>
          </p:cNvPr>
          <p:cNvGrpSpPr>
            <a:grpSpLocks/>
          </p:cNvGrpSpPr>
          <p:nvPr/>
        </p:nvGrpSpPr>
        <p:grpSpPr>
          <a:xfrm>
            <a:off x="6301028" y="3572279"/>
            <a:ext cx="45719" cy="66780"/>
            <a:chOff x="486845" y="1868543"/>
            <a:chExt cx="2243329" cy="3276745"/>
          </a:xfrm>
        </p:grpSpPr>
        <p:pic>
          <p:nvPicPr>
            <p:cNvPr id="249" name="Grafik 248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01B1668B-DB35-66DD-1A16-D7D11D6A7C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250" name="Grafik 249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C471280F-7E80-BAAA-490A-665AF0C04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251" name="Rechteck 250">
              <a:extLst>
                <a:ext uri="{FF2B5EF4-FFF2-40B4-BE49-F238E27FC236}">
                  <a16:creationId xmlns:a16="http://schemas.microsoft.com/office/drawing/2014/main" id="{CC16653B-A3F1-14B0-4D21-CFCC144177C2}"/>
                </a:ext>
              </a:extLst>
            </p:cNvPr>
            <p:cNvSpPr>
              <a:spLocks/>
            </p:cNvSpPr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4026007B-C0B8-BE67-7D9E-48C7051411DC}"/>
              </a:ext>
            </a:extLst>
          </p:cNvPr>
          <p:cNvGrpSpPr>
            <a:grpSpLocks/>
          </p:cNvGrpSpPr>
          <p:nvPr/>
        </p:nvGrpSpPr>
        <p:grpSpPr>
          <a:xfrm>
            <a:off x="6679966" y="3601901"/>
            <a:ext cx="45719" cy="66780"/>
            <a:chOff x="486845" y="1868543"/>
            <a:chExt cx="2243329" cy="3276745"/>
          </a:xfrm>
        </p:grpSpPr>
        <p:pic>
          <p:nvPicPr>
            <p:cNvPr id="253" name="Grafik 252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2CFB48E2-359E-803E-483A-053C0988F6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254" name="Grafik 253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1F5160B1-5375-415A-09FF-8D69E3DD2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4D39BB91-4D38-7EAE-2097-2276B94E434C}"/>
                </a:ext>
              </a:extLst>
            </p:cNvPr>
            <p:cNvSpPr>
              <a:spLocks/>
            </p:cNvSpPr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56" name="Grafik 255">
            <a:extLst>
              <a:ext uri="{FF2B5EF4-FFF2-40B4-BE49-F238E27FC236}">
                <a16:creationId xmlns:a16="http://schemas.microsoft.com/office/drawing/2014/main" id="{4A0C36CB-07F2-F2BB-293C-EDF2541ACC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88" t="85121" r="4148"/>
          <a:stretch/>
        </p:blipFill>
        <p:spPr>
          <a:xfrm>
            <a:off x="6499675" y="5336068"/>
            <a:ext cx="4239975" cy="953809"/>
          </a:xfrm>
          <a:prstGeom prst="rect">
            <a:avLst/>
          </a:prstGeom>
        </p:spPr>
      </p:pic>
      <p:pic>
        <p:nvPicPr>
          <p:cNvPr id="257" name="Grafik 256">
            <a:extLst>
              <a:ext uri="{FF2B5EF4-FFF2-40B4-BE49-F238E27FC236}">
                <a16:creationId xmlns:a16="http://schemas.microsoft.com/office/drawing/2014/main" id="{56D18A5A-D4CC-0B5F-CB47-7DCE951963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63" t="31453" r="42769" b="59703"/>
          <a:stretch/>
        </p:blipFill>
        <p:spPr>
          <a:xfrm>
            <a:off x="5724865" y="1902620"/>
            <a:ext cx="585216" cy="566927"/>
          </a:xfrm>
          <a:prstGeom prst="rect">
            <a:avLst/>
          </a:prstGeom>
        </p:spPr>
      </p:pic>
      <p:sp>
        <p:nvSpPr>
          <p:cNvPr id="258" name="Rechteck 257">
            <a:extLst>
              <a:ext uri="{FF2B5EF4-FFF2-40B4-BE49-F238E27FC236}">
                <a16:creationId xmlns:a16="http://schemas.microsoft.com/office/drawing/2014/main" id="{0E761942-AA92-0D6B-85BF-5887B5387B7F}"/>
              </a:ext>
            </a:extLst>
          </p:cNvPr>
          <p:cNvSpPr>
            <a:spLocks/>
          </p:cNvSpPr>
          <p:nvPr/>
        </p:nvSpPr>
        <p:spPr>
          <a:xfrm>
            <a:off x="5808850" y="3312355"/>
            <a:ext cx="479408" cy="456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cxnSp>
        <p:nvCxnSpPr>
          <p:cNvPr id="259" name="Gerader Verbinder 258">
            <a:extLst>
              <a:ext uri="{FF2B5EF4-FFF2-40B4-BE49-F238E27FC236}">
                <a16:creationId xmlns:a16="http://schemas.microsoft.com/office/drawing/2014/main" id="{51816BF8-8E74-4170-4BC1-B4F1AF18A5C5}"/>
              </a:ext>
            </a:extLst>
          </p:cNvPr>
          <p:cNvCxnSpPr>
            <a:cxnSpLocks/>
          </p:cNvCxnSpPr>
          <p:nvPr/>
        </p:nvCxnSpPr>
        <p:spPr>
          <a:xfrm>
            <a:off x="5279135" y="6262116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Gerader Verbinder 259">
            <a:extLst>
              <a:ext uri="{FF2B5EF4-FFF2-40B4-BE49-F238E27FC236}">
                <a16:creationId xmlns:a16="http://schemas.microsoft.com/office/drawing/2014/main" id="{CDF95817-2456-10FC-4B74-F4CB84A74080}"/>
              </a:ext>
            </a:extLst>
          </p:cNvPr>
          <p:cNvCxnSpPr>
            <a:cxnSpLocks/>
          </p:cNvCxnSpPr>
          <p:nvPr/>
        </p:nvCxnSpPr>
        <p:spPr>
          <a:xfrm>
            <a:off x="5279135" y="1148743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19627" r="53325"/>
          <a:stretch/>
        </p:blipFill>
        <p:spPr>
          <a:xfrm>
            <a:off x="1267968" y="1137567"/>
            <a:ext cx="4011167" cy="515231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638A873-E2A2-1724-1062-6243E1EF5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051"/>
          <a:stretch/>
        </p:blipFill>
        <p:spPr>
          <a:xfrm>
            <a:off x="1" y="1"/>
            <a:ext cx="6272783" cy="7900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592104C-0D5E-FD69-B5DE-525075EE8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46" t="19627" r="4275"/>
          <a:stretch/>
        </p:blipFill>
        <p:spPr>
          <a:xfrm>
            <a:off x="6425123" y="1137567"/>
            <a:ext cx="3797808" cy="515231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F427F831-966F-2EF9-8929-07CF9969B9B3}"/>
              </a:ext>
            </a:extLst>
          </p:cNvPr>
          <p:cNvSpPr>
            <a:spLocks/>
          </p:cNvSpPr>
          <p:nvPr/>
        </p:nvSpPr>
        <p:spPr>
          <a:xfrm>
            <a:off x="5279135" y="3783330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B00921B-776A-19EF-128B-E6C89C1429BF}"/>
              </a:ext>
            </a:extLst>
          </p:cNvPr>
          <p:cNvSpPr>
            <a:spLocks/>
          </p:cNvSpPr>
          <p:nvPr/>
        </p:nvSpPr>
        <p:spPr>
          <a:xfrm>
            <a:off x="5279135" y="3920490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711520E-0B90-232E-A7BC-1E4903C21E6E}"/>
              </a:ext>
            </a:extLst>
          </p:cNvPr>
          <p:cNvSpPr>
            <a:spLocks/>
          </p:cNvSpPr>
          <p:nvPr/>
        </p:nvSpPr>
        <p:spPr>
          <a:xfrm>
            <a:off x="5279135" y="4172711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BA028F3-BA3A-9D08-5C34-11969C5376D6}"/>
              </a:ext>
            </a:extLst>
          </p:cNvPr>
          <p:cNvSpPr>
            <a:spLocks/>
          </p:cNvSpPr>
          <p:nvPr/>
        </p:nvSpPr>
        <p:spPr>
          <a:xfrm>
            <a:off x="5279135" y="4319395"/>
            <a:ext cx="1164336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8BCBC35-D911-F959-535E-558321CD0F1A}"/>
              </a:ext>
            </a:extLst>
          </p:cNvPr>
          <p:cNvCxnSpPr>
            <a:cxnSpLocks/>
          </p:cNvCxnSpPr>
          <p:nvPr/>
        </p:nvCxnSpPr>
        <p:spPr>
          <a:xfrm>
            <a:off x="5279135" y="260604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7A67161-36DC-82F6-893F-AD0FAD97B580}"/>
              </a:ext>
            </a:extLst>
          </p:cNvPr>
          <p:cNvCxnSpPr>
            <a:cxnSpLocks/>
          </p:cNvCxnSpPr>
          <p:nvPr/>
        </p:nvCxnSpPr>
        <p:spPr>
          <a:xfrm>
            <a:off x="5279135" y="450342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6616F48-DE92-4EE4-B483-17B9EA9BD584}"/>
              </a:ext>
            </a:extLst>
          </p:cNvPr>
          <p:cNvGrpSpPr>
            <a:grpSpLocks/>
          </p:cNvGrpSpPr>
          <p:nvPr/>
        </p:nvGrpSpPr>
        <p:grpSpPr>
          <a:xfrm>
            <a:off x="5937442" y="1137567"/>
            <a:ext cx="487681" cy="5152310"/>
            <a:chOff x="6443471" y="1137567"/>
            <a:chExt cx="487681" cy="51523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B6C50CF-5882-4615-E9BB-564383831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612" t="19627" r="48331"/>
            <a:stretch/>
          </p:blipFill>
          <p:spPr>
            <a:xfrm>
              <a:off x="6443471" y="1137567"/>
              <a:ext cx="487681" cy="5152310"/>
            </a:xfrm>
            <a:prstGeom prst="rect">
              <a:avLst/>
            </a:prstGeom>
          </p:spPr>
        </p:pic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D1850C6-0A2E-319C-88D3-46A274E0AA3F}"/>
                </a:ext>
              </a:extLst>
            </p:cNvPr>
            <p:cNvSpPr>
              <a:spLocks/>
            </p:cNvSpPr>
            <p:nvPr/>
          </p:nvSpPr>
          <p:spPr>
            <a:xfrm>
              <a:off x="6467488" y="2635572"/>
              <a:ext cx="428611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BDD786E-788E-DA66-11F5-ADF243E67C95}"/>
                </a:ext>
              </a:extLst>
            </p:cNvPr>
            <p:cNvSpPr>
              <a:spLocks/>
            </p:cNvSpPr>
            <p:nvPr/>
          </p:nvSpPr>
          <p:spPr>
            <a:xfrm>
              <a:off x="6503670" y="3123730"/>
              <a:ext cx="76397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6A4B9B4-BD9B-D6B8-C55D-89E7C0EDA5C1}"/>
              </a:ext>
            </a:extLst>
          </p:cNvPr>
          <p:cNvGrpSpPr/>
          <p:nvPr/>
        </p:nvGrpSpPr>
        <p:grpSpPr>
          <a:xfrm>
            <a:off x="5312060" y="2452044"/>
            <a:ext cx="305745" cy="779914"/>
            <a:chOff x="5307602" y="2341238"/>
            <a:chExt cx="305745" cy="779914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9400D48-481D-63C1-96CD-DAC4EFBD078A}"/>
                </a:ext>
              </a:extLst>
            </p:cNvPr>
            <p:cNvSpPr>
              <a:spLocks/>
            </p:cNvSpPr>
            <p:nvPr/>
          </p:nvSpPr>
          <p:spPr>
            <a:xfrm>
              <a:off x="5361432" y="2657856"/>
              <a:ext cx="188976" cy="463296"/>
            </a:xfrm>
            <a:prstGeom prst="rect">
              <a:avLst/>
            </a:prstGeom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7BA7F45-ED34-A89B-C25C-25EBE2CD3BA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8111" y="3000272"/>
              <a:ext cx="45719" cy="45719"/>
              <a:chOff x="4108704" y="1731264"/>
              <a:chExt cx="1408176" cy="3072384"/>
            </a:xfrm>
          </p:grpSpPr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375F3470-F2D9-EE5B-9D70-ED36A39644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53F72005-7391-82DB-199F-42A55BE0C7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97D59744-D084-0D29-10F6-7647EEAB60C1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1912" y="2914270"/>
              <a:ext cx="45719" cy="45719"/>
              <a:chOff x="4108704" y="1731264"/>
              <a:chExt cx="1408176" cy="3072384"/>
            </a:xfrm>
          </p:grpSpPr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ADC91059-D971-A129-73A7-16275EB13E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E026A10-B2C2-0BE9-5917-385BA574FF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B3D58A8-C789-DB97-2DE9-F4CBDEFF685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7342" y="2806069"/>
              <a:ext cx="45719" cy="45719"/>
              <a:chOff x="4108704" y="1731264"/>
              <a:chExt cx="1408176" cy="3072384"/>
            </a:xfrm>
          </p:grpSpPr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06CC784C-DDDB-4F3C-F1AA-199BD14031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201CCA32-0A7F-4093-86E7-F014BC97BB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3B53032F-8442-D2FE-660C-1F6F7F57471F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78615" y="2860763"/>
              <a:ext cx="45719" cy="45719"/>
              <a:chOff x="4108704" y="1731264"/>
              <a:chExt cx="1408176" cy="3072384"/>
            </a:xfrm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497E5E7-DBBD-5F42-B9D0-AA34026AF8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F8AAB4C5-3F17-2AFF-C017-CD8B3F3939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333725CF-3372-3FC7-B7F4-E3FE862CD185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3340" y="3036467"/>
              <a:ext cx="45719" cy="45719"/>
              <a:chOff x="4108704" y="1731264"/>
              <a:chExt cx="1408176" cy="3072384"/>
            </a:xfrm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7FF784C-E3EF-B409-034E-66C0C17904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42FF24CE-7D65-A3D3-4C9E-964BE9E015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sp>
          <p:nvSpPr>
            <p:cNvPr id="53" name="Rechteck: abgerundete Ecken 52">
              <a:extLst>
                <a:ext uri="{FF2B5EF4-FFF2-40B4-BE49-F238E27FC236}">
                  <a16:creationId xmlns:a16="http://schemas.microsoft.com/office/drawing/2014/main" id="{DCD1D32D-2E5B-9F44-D8DC-276286617C8B}"/>
                </a:ext>
              </a:extLst>
            </p:cNvPr>
            <p:cNvSpPr>
              <a:spLocks/>
            </p:cNvSpPr>
            <p:nvPr/>
          </p:nvSpPr>
          <p:spPr>
            <a:xfrm>
              <a:off x="5307602" y="2341238"/>
              <a:ext cx="305745" cy="31737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5B601C4C-9C75-6417-F76D-EB594AC5A84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99349" y="2444874"/>
              <a:ext cx="45719" cy="45719"/>
              <a:chOff x="4108704" y="1731264"/>
              <a:chExt cx="1408176" cy="3072384"/>
            </a:xfrm>
          </p:grpSpPr>
          <p:sp>
            <p:nvSpPr>
              <p:cNvPr id="55" name="Freihandform: Form 54">
                <a:extLst>
                  <a:ext uri="{FF2B5EF4-FFF2-40B4-BE49-F238E27FC236}">
                    <a16:creationId xmlns:a16="http://schemas.microsoft.com/office/drawing/2014/main" id="{89090B5E-2659-27BF-38A6-F65016421C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9015F381-79A4-7AAD-0B6E-9702D956238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806A04A4-006B-DB77-9B17-2C0C6378B91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614" y="2430455"/>
              <a:ext cx="45719" cy="45719"/>
              <a:chOff x="4108704" y="1731264"/>
              <a:chExt cx="1408176" cy="3072384"/>
            </a:xfrm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4F126518-E705-C1C3-0E92-EA2A9D8AED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07BD5708-48C1-B6DA-DC4B-902669C3F5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6383EA26-6C82-916C-C084-C81A1244DBD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14754" y="2460911"/>
              <a:ext cx="45719" cy="45719"/>
              <a:chOff x="4108704" y="1731264"/>
              <a:chExt cx="1408176" cy="3072384"/>
            </a:xfrm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1A9686BD-24F6-020F-B5EB-C0B2957A32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74050A29-5F56-C5B8-DD70-EDF4F5BA36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55264244-C841-8786-81CB-4053AA91949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933" y="2494849"/>
              <a:ext cx="45719" cy="45719"/>
              <a:chOff x="4108704" y="1731264"/>
              <a:chExt cx="1408176" cy="3072384"/>
            </a:xfrm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D939BFBB-A467-5BED-94A4-B9A5FA32E8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CE13936C-F9CB-9469-A408-0304E979BB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A62B1593-4CFD-5B1B-D36E-D44953DED291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48302" y="2460839"/>
              <a:ext cx="45719" cy="45719"/>
              <a:chOff x="4108704" y="1731264"/>
              <a:chExt cx="1408176" cy="3072384"/>
            </a:xfrm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8D53171C-ACB5-898F-3544-BA612D8807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298EB4C2-4C11-7756-D665-AB7BA75EEE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428E1F77-C531-5BE8-05B9-DF5E11AE53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58760" y="2441430"/>
              <a:ext cx="45719" cy="45719"/>
              <a:chOff x="4108704" y="1731264"/>
              <a:chExt cx="1408176" cy="3072384"/>
            </a:xfrm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A41D5D14-5F53-0695-DC29-7DB9F9AAB4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D1F1C89E-18C5-227F-C874-552EED9D6B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9978A61A-4E80-67D2-5EE5-55EE8AB5DF2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025" y="2427011"/>
              <a:ext cx="45719" cy="45719"/>
              <a:chOff x="4108704" y="1731264"/>
              <a:chExt cx="1408176" cy="3072384"/>
            </a:xfrm>
          </p:grpSpPr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43AC0A88-0E81-3B98-CCAB-458B64401E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A5F18104-3AD3-2B74-53C5-D54CA5C505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1CB09573-65EC-3F6A-55E7-493F2EDCA47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4165" y="2457467"/>
              <a:ext cx="45719" cy="45719"/>
              <a:chOff x="4108704" y="1731264"/>
              <a:chExt cx="1408176" cy="3072384"/>
            </a:xfrm>
          </p:grpSpPr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2F649C1D-C36A-CCA7-37DE-D8615DD50F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7C9C9166-F9B8-2723-0347-FC496184DB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535F5DD6-B78D-4C75-BFA7-85ABDFB5200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344" y="2491405"/>
              <a:ext cx="45719" cy="45719"/>
              <a:chOff x="4108704" y="1731264"/>
              <a:chExt cx="1408176" cy="3072384"/>
            </a:xfrm>
          </p:grpSpPr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464F3C10-DA6D-CF0E-D704-EBCCAAD215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BBD31F6B-6144-F9F0-6AD7-A654C470A5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98D95544-14B0-4EA9-EAC2-4072C3C94CF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07713" y="2457395"/>
              <a:ext cx="45719" cy="45719"/>
              <a:chOff x="4108704" y="1731264"/>
              <a:chExt cx="1408176" cy="3072384"/>
            </a:xfrm>
          </p:grpSpPr>
          <p:sp>
            <p:nvSpPr>
              <p:cNvPr id="85" name="Freihandform: Form 84">
                <a:extLst>
                  <a:ext uri="{FF2B5EF4-FFF2-40B4-BE49-F238E27FC236}">
                    <a16:creationId xmlns:a16="http://schemas.microsoft.com/office/drawing/2014/main" id="{BF90ABBF-6610-622D-2230-27483C2803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45516E62-1F8E-2A89-434B-CDF02C03B0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552F9194-DC81-8B5A-FE1E-8D8FBAE1AFC2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68557" y="2470673"/>
              <a:ext cx="45719" cy="45719"/>
              <a:chOff x="4108704" y="1731264"/>
              <a:chExt cx="1408176" cy="3072384"/>
            </a:xfrm>
          </p:grpSpPr>
          <p:sp>
            <p:nvSpPr>
              <p:cNvPr id="88" name="Freihandform: Form 87">
                <a:extLst>
                  <a:ext uri="{FF2B5EF4-FFF2-40B4-BE49-F238E27FC236}">
                    <a16:creationId xmlns:a16="http://schemas.microsoft.com/office/drawing/2014/main" id="{E9C3BF3C-4171-D705-0625-E950F8066D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9D7DDF51-9D11-7788-EB0E-9868570167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A6630702-11A1-9161-B5A1-F9DD12CAE0C6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6822" y="2456254"/>
              <a:ext cx="45719" cy="45719"/>
              <a:chOff x="4108704" y="1731264"/>
              <a:chExt cx="1408176" cy="3072384"/>
            </a:xfrm>
          </p:grpSpPr>
          <p:sp>
            <p:nvSpPr>
              <p:cNvPr id="91" name="Freihandform: Form 90">
                <a:extLst>
                  <a:ext uri="{FF2B5EF4-FFF2-40B4-BE49-F238E27FC236}">
                    <a16:creationId xmlns:a16="http://schemas.microsoft.com/office/drawing/2014/main" id="{378C4846-A1D3-25DA-3063-F12C9F9B62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5EC6AC49-21B2-C680-475F-478C6B8293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5C743B9B-A8BC-B64B-7479-D4F71582DC1D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83962" y="2486710"/>
              <a:ext cx="45719" cy="45719"/>
              <a:chOff x="4108704" y="1731264"/>
              <a:chExt cx="1408176" cy="3072384"/>
            </a:xfrm>
          </p:grpSpPr>
          <p:sp>
            <p:nvSpPr>
              <p:cNvPr id="94" name="Freihandform: Form 93">
                <a:extLst>
                  <a:ext uri="{FF2B5EF4-FFF2-40B4-BE49-F238E27FC236}">
                    <a16:creationId xmlns:a16="http://schemas.microsoft.com/office/drawing/2014/main" id="{FD5042A1-22D2-6CF1-02D9-2558244DDC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1C40684-CFB8-0042-836B-D49E16355B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05870497-894A-AF3B-ABC2-5514320610B5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7141" y="2520648"/>
              <a:ext cx="45719" cy="45719"/>
              <a:chOff x="4108704" y="1731264"/>
              <a:chExt cx="1408176" cy="3072384"/>
            </a:xfrm>
          </p:grpSpPr>
          <p:sp>
            <p:nvSpPr>
              <p:cNvPr id="97" name="Freihandform: Form 96">
                <a:extLst>
                  <a:ext uri="{FF2B5EF4-FFF2-40B4-BE49-F238E27FC236}">
                    <a16:creationId xmlns:a16="http://schemas.microsoft.com/office/drawing/2014/main" id="{78D04196-0B32-0E73-93FB-C4EB69B5AC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6B1D3A26-E8CA-1AA3-9BD8-54AA101100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9" name="Gruppieren 98">
              <a:extLst>
                <a:ext uri="{FF2B5EF4-FFF2-40B4-BE49-F238E27FC236}">
                  <a16:creationId xmlns:a16="http://schemas.microsoft.com/office/drawing/2014/main" id="{798BC491-0917-6015-A003-C9B64251F108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17510" y="2486638"/>
              <a:ext cx="45719" cy="45719"/>
              <a:chOff x="4108704" y="1731264"/>
              <a:chExt cx="1408176" cy="3072384"/>
            </a:xfrm>
          </p:grpSpPr>
          <p:sp>
            <p:nvSpPr>
              <p:cNvPr id="100" name="Freihandform: Form 99">
                <a:extLst>
                  <a:ext uri="{FF2B5EF4-FFF2-40B4-BE49-F238E27FC236}">
                    <a16:creationId xmlns:a16="http://schemas.microsoft.com/office/drawing/2014/main" id="{F21E9AD1-8D08-6736-62B7-9154519897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9BFEC631-BF93-AA55-6628-66820BC9F7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0B89B4B7-8522-7BB0-1986-F603FF8263E9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38354" y="2391441"/>
              <a:ext cx="45719" cy="45719"/>
              <a:chOff x="4108704" y="1731264"/>
              <a:chExt cx="1408176" cy="3072384"/>
            </a:xfrm>
          </p:grpSpPr>
          <p:sp>
            <p:nvSpPr>
              <p:cNvPr id="103" name="Freihandform: Form 102">
                <a:extLst>
                  <a:ext uri="{FF2B5EF4-FFF2-40B4-BE49-F238E27FC236}">
                    <a16:creationId xmlns:a16="http://schemas.microsoft.com/office/drawing/2014/main" id="{0B78D871-582A-6CCF-A6C1-7BC9FBD2F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1AF99BCF-2F1D-83FA-D05B-0DE7AA0EE5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2B077CF5-0979-CA35-3209-0D1ECE728343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619" y="2377022"/>
              <a:ext cx="45719" cy="45719"/>
              <a:chOff x="4108704" y="1731264"/>
              <a:chExt cx="1408176" cy="3072384"/>
            </a:xfrm>
          </p:grpSpPr>
          <p:sp>
            <p:nvSpPr>
              <p:cNvPr id="106" name="Freihandform: Form 105">
                <a:extLst>
                  <a:ext uri="{FF2B5EF4-FFF2-40B4-BE49-F238E27FC236}">
                    <a16:creationId xmlns:a16="http://schemas.microsoft.com/office/drawing/2014/main" id="{BFA4CD32-62A5-5DCF-775F-746881C0D5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6D1FB8AA-4985-2912-16F0-01E863E067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F86248E3-FECB-B3EE-18DB-151C01604B53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53759" y="2407478"/>
              <a:ext cx="45719" cy="45719"/>
              <a:chOff x="4108704" y="1731264"/>
              <a:chExt cx="1408176" cy="3072384"/>
            </a:xfrm>
          </p:grpSpPr>
          <p:sp>
            <p:nvSpPr>
              <p:cNvPr id="109" name="Freihandform: Form 108">
                <a:extLst>
                  <a:ext uri="{FF2B5EF4-FFF2-40B4-BE49-F238E27FC236}">
                    <a16:creationId xmlns:a16="http://schemas.microsoft.com/office/drawing/2014/main" id="{27E7D2EA-AE39-29C3-58D5-FF839C9C73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FCE2C231-17AE-B873-20D5-82C9BDFB69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83740E6E-15C3-0052-C3DF-BE4F731BBAF0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938" y="2441416"/>
              <a:ext cx="45719" cy="45719"/>
              <a:chOff x="4108704" y="1731264"/>
              <a:chExt cx="1408176" cy="3072384"/>
            </a:xfrm>
          </p:grpSpPr>
          <p:sp>
            <p:nvSpPr>
              <p:cNvPr id="112" name="Freihandform: Form 111">
                <a:extLst>
                  <a:ext uri="{FF2B5EF4-FFF2-40B4-BE49-F238E27FC236}">
                    <a16:creationId xmlns:a16="http://schemas.microsoft.com/office/drawing/2014/main" id="{6EA59606-AD65-9AB1-B095-1E694D868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BF2A360B-FD93-E290-CB0A-4B29B7E161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DC7862CB-179B-C323-BC3F-35353FB15F04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87307" y="2407406"/>
              <a:ext cx="45719" cy="45719"/>
              <a:chOff x="4108704" y="1731264"/>
              <a:chExt cx="1408176" cy="3072384"/>
            </a:xfrm>
          </p:grpSpPr>
          <p:sp>
            <p:nvSpPr>
              <p:cNvPr id="115" name="Freihandform: Form 114">
                <a:extLst>
                  <a:ext uri="{FF2B5EF4-FFF2-40B4-BE49-F238E27FC236}">
                    <a16:creationId xmlns:a16="http://schemas.microsoft.com/office/drawing/2014/main" id="{F3431375-2F86-DC13-7170-799F64AC2D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DD8C4BD3-4CDB-2AB7-62FB-2E2DB20D13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E1EB6D2F-6AFD-170D-0356-FC146A108574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14088" y="2383419"/>
              <a:ext cx="45719" cy="45719"/>
              <a:chOff x="4108704" y="1731264"/>
              <a:chExt cx="1408176" cy="3072384"/>
            </a:xfrm>
          </p:grpSpPr>
          <p:sp>
            <p:nvSpPr>
              <p:cNvPr id="118" name="Freihandform: Form 117">
                <a:extLst>
                  <a:ext uri="{FF2B5EF4-FFF2-40B4-BE49-F238E27FC236}">
                    <a16:creationId xmlns:a16="http://schemas.microsoft.com/office/drawing/2014/main" id="{CF9F786E-B708-BB86-3227-4D3A347E6E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A92EFF8-271B-2A9E-4887-011DB7A621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527D215D-6D60-3038-3ADC-48A010E50710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353" y="2369000"/>
              <a:ext cx="45719" cy="45719"/>
              <a:chOff x="4108704" y="1731264"/>
              <a:chExt cx="1408176" cy="3072384"/>
            </a:xfrm>
          </p:grpSpPr>
          <p:sp>
            <p:nvSpPr>
              <p:cNvPr id="121" name="Freihandform: Form 120">
                <a:extLst>
                  <a:ext uri="{FF2B5EF4-FFF2-40B4-BE49-F238E27FC236}">
                    <a16:creationId xmlns:a16="http://schemas.microsoft.com/office/drawing/2014/main" id="{17AAE2C5-305D-CD6E-3FE3-80F42FFD47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8D651337-D858-EE83-DD8C-A23EEAED4B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3" name="Gruppieren 122">
              <a:extLst>
                <a:ext uri="{FF2B5EF4-FFF2-40B4-BE49-F238E27FC236}">
                  <a16:creationId xmlns:a16="http://schemas.microsoft.com/office/drawing/2014/main" id="{2C364FE4-B388-372F-A5FB-8B2EA3341660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29493" y="2399456"/>
              <a:ext cx="45719" cy="45719"/>
              <a:chOff x="4108704" y="1731264"/>
              <a:chExt cx="1408176" cy="3072384"/>
            </a:xfrm>
          </p:grpSpPr>
          <p:sp>
            <p:nvSpPr>
              <p:cNvPr id="124" name="Freihandform: Form 123">
                <a:extLst>
                  <a:ext uri="{FF2B5EF4-FFF2-40B4-BE49-F238E27FC236}">
                    <a16:creationId xmlns:a16="http://schemas.microsoft.com/office/drawing/2014/main" id="{A39CA5CC-3D9D-1AE1-0B2F-FC9472D726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5A546E5D-674D-0AB2-75FD-454DB41467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3CD7065A-E371-1F70-59A9-E7C8A4C8DC1A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672" y="2433394"/>
              <a:ext cx="45719" cy="45719"/>
              <a:chOff x="4108704" y="1731264"/>
              <a:chExt cx="1408176" cy="3072384"/>
            </a:xfrm>
          </p:grpSpPr>
          <p:sp>
            <p:nvSpPr>
              <p:cNvPr id="127" name="Freihandform: Form 126">
                <a:extLst>
                  <a:ext uri="{FF2B5EF4-FFF2-40B4-BE49-F238E27FC236}">
                    <a16:creationId xmlns:a16="http://schemas.microsoft.com/office/drawing/2014/main" id="{376ED274-D666-94DE-DF01-8DC82A0A13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298193F1-2289-C600-AFC5-B66F4AA49A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674EC029-02F1-0BAB-0356-8D769CE5DA6D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63041" y="2399384"/>
              <a:ext cx="45719" cy="45719"/>
              <a:chOff x="4108704" y="1731264"/>
              <a:chExt cx="1408176" cy="3072384"/>
            </a:xfrm>
          </p:grpSpPr>
          <p:sp>
            <p:nvSpPr>
              <p:cNvPr id="130" name="Freihandform: Form 129">
                <a:extLst>
                  <a:ext uri="{FF2B5EF4-FFF2-40B4-BE49-F238E27FC236}">
                    <a16:creationId xmlns:a16="http://schemas.microsoft.com/office/drawing/2014/main" id="{872FD314-85D0-7A12-AA0F-EAB2EFC9E1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284BC841-0335-11B7-7B17-F43C5A1199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7BFA68DF-FE4D-4721-D07E-293F067363E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29553" y="2511893"/>
              <a:ext cx="45719" cy="45719"/>
              <a:chOff x="4108704" y="1731264"/>
              <a:chExt cx="1408176" cy="3072384"/>
            </a:xfrm>
          </p:grpSpPr>
          <p:sp>
            <p:nvSpPr>
              <p:cNvPr id="133" name="Freihandform: Form 132">
                <a:extLst>
                  <a:ext uri="{FF2B5EF4-FFF2-40B4-BE49-F238E27FC236}">
                    <a16:creationId xmlns:a16="http://schemas.microsoft.com/office/drawing/2014/main" id="{627C670B-C373-81EC-E51B-7A6B901D58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177E4592-D741-ACC1-0E69-1E97095119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5" name="Gruppieren 134">
              <a:extLst>
                <a:ext uri="{FF2B5EF4-FFF2-40B4-BE49-F238E27FC236}">
                  <a16:creationId xmlns:a16="http://schemas.microsoft.com/office/drawing/2014/main" id="{1D11BF35-D7BF-4C33-77CB-DE330A56EEDD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7818" y="2497474"/>
              <a:ext cx="45719" cy="45719"/>
              <a:chOff x="4108704" y="1731264"/>
              <a:chExt cx="1408176" cy="3072384"/>
            </a:xfrm>
          </p:grpSpPr>
          <p:sp>
            <p:nvSpPr>
              <p:cNvPr id="136" name="Freihandform: Form 135">
                <a:extLst>
                  <a:ext uri="{FF2B5EF4-FFF2-40B4-BE49-F238E27FC236}">
                    <a16:creationId xmlns:a16="http://schemas.microsoft.com/office/drawing/2014/main" id="{943AE97D-620E-AEF0-65A8-8FE4C8852B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837A219D-1307-248A-0C70-4CC4F98B7D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8" name="Gruppieren 137">
              <a:extLst>
                <a:ext uri="{FF2B5EF4-FFF2-40B4-BE49-F238E27FC236}">
                  <a16:creationId xmlns:a16="http://schemas.microsoft.com/office/drawing/2014/main" id="{B0B84D16-CF82-849A-5D6E-67207E106203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44958" y="2527930"/>
              <a:ext cx="45719" cy="45719"/>
              <a:chOff x="4108704" y="1731264"/>
              <a:chExt cx="1408176" cy="3072384"/>
            </a:xfrm>
          </p:grpSpPr>
          <p:sp>
            <p:nvSpPr>
              <p:cNvPr id="139" name="Freihandform: Form 138">
                <a:extLst>
                  <a:ext uri="{FF2B5EF4-FFF2-40B4-BE49-F238E27FC236}">
                    <a16:creationId xmlns:a16="http://schemas.microsoft.com/office/drawing/2014/main" id="{ABF1829A-94DA-F9DB-FE67-DB9D24CCA6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159E9411-2D72-B051-245D-E10C550F32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1" name="Gruppieren 140">
              <a:extLst>
                <a:ext uri="{FF2B5EF4-FFF2-40B4-BE49-F238E27FC236}">
                  <a16:creationId xmlns:a16="http://schemas.microsoft.com/office/drawing/2014/main" id="{4781CD51-A4CC-09C7-5D6C-63DBBC72A8A2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8137" y="2561868"/>
              <a:ext cx="45719" cy="45719"/>
              <a:chOff x="4108704" y="1731264"/>
              <a:chExt cx="1408176" cy="3072384"/>
            </a:xfrm>
          </p:grpSpPr>
          <p:sp>
            <p:nvSpPr>
              <p:cNvPr id="142" name="Freihandform: Form 141">
                <a:extLst>
                  <a:ext uri="{FF2B5EF4-FFF2-40B4-BE49-F238E27FC236}">
                    <a16:creationId xmlns:a16="http://schemas.microsoft.com/office/drawing/2014/main" id="{9B65E364-C12C-BC53-A43C-2466BD6F62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9E87024-E721-3297-759B-E93D505F62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A888EE14-28BC-36D8-8F7D-AA41E7FCBFD3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78506" y="2527858"/>
              <a:ext cx="45719" cy="45719"/>
              <a:chOff x="4108704" y="1731264"/>
              <a:chExt cx="1408176" cy="3072384"/>
            </a:xfrm>
          </p:grpSpPr>
          <p:sp>
            <p:nvSpPr>
              <p:cNvPr id="145" name="Freihandform: Form 144">
                <a:extLst>
                  <a:ext uri="{FF2B5EF4-FFF2-40B4-BE49-F238E27FC236}">
                    <a16:creationId xmlns:a16="http://schemas.microsoft.com/office/drawing/2014/main" id="{C3483D83-8C85-AD61-890D-D4D3C1FD1B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74D68165-54A9-A0D1-6A10-8372D69182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7" name="Gruppieren 146">
              <a:extLst>
                <a:ext uri="{FF2B5EF4-FFF2-40B4-BE49-F238E27FC236}">
                  <a16:creationId xmlns:a16="http://schemas.microsoft.com/office/drawing/2014/main" id="{7636D950-1709-735F-5FE2-85A892C974ED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88964" y="2508449"/>
              <a:ext cx="45719" cy="45719"/>
              <a:chOff x="4108704" y="1731264"/>
              <a:chExt cx="1408176" cy="3072384"/>
            </a:xfrm>
          </p:grpSpPr>
          <p:sp>
            <p:nvSpPr>
              <p:cNvPr id="148" name="Freihandform: Form 147">
                <a:extLst>
                  <a:ext uri="{FF2B5EF4-FFF2-40B4-BE49-F238E27FC236}">
                    <a16:creationId xmlns:a16="http://schemas.microsoft.com/office/drawing/2014/main" id="{DDF79F21-FA9E-B543-CF06-DA9E5AB9AA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94AF887-22BA-A329-94C0-CD0D213C44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0" name="Gruppieren 149">
              <a:extLst>
                <a:ext uri="{FF2B5EF4-FFF2-40B4-BE49-F238E27FC236}">
                  <a16:creationId xmlns:a16="http://schemas.microsoft.com/office/drawing/2014/main" id="{60BA66C6-DB91-7133-2157-22F76D5878CE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229" y="2494030"/>
              <a:ext cx="45719" cy="45719"/>
              <a:chOff x="4108704" y="1731264"/>
              <a:chExt cx="1408176" cy="3072384"/>
            </a:xfrm>
          </p:grpSpPr>
          <p:sp>
            <p:nvSpPr>
              <p:cNvPr id="151" name="Freihandform: Form 150">
                <a:extLst>
                  <a:ext uri="{FF2B5EF4-FFF2-40B4-BE49-F238E27FC236}">
                    <a16:creationId xmlns:a16="http://schemas.microsoft.com/office/drawing/2014/main" id="{8C2723AA-A64F-E958-25ED-10F3C64455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4B1ED164-ADA6-23A5-3865-D2A45D6C36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3" name="Gruppieren 152">
              <a:extLst>
                <a:ext uri="{FF2B5EF4-FFF2-40B4-BE49-F238E27FC236}">
                  <a16:creationId xmlns:a16="http://schemas.microsoft.com/office/drawing/2014/main" id="{8387B8B4-F871-28EF-4A89-FCF6790F1AA8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04369" y="2524486"/>
              <a:ext cx="45719" cy="45719"/>
              <a:chOff x="4108704" y="1731264"/>
              <a:chExt cx="1408176" cy="3072384"/>
            </a:xfrm>
          </p:grpSpPr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71D20CD1-6EC6-BBBD-B4FF-B081ACCE73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34AC8489-D1F2-57E0-EDDB-5D9B40D0B9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73908A7F-3516-5EA3-AD42-FAB74F7F0C9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548" y="2558424"/>
              <a:ext cx="45719" cy="45719"/>
              <a:chOff x="4108704" y="1731264"/>
              <a:chExt cx="1408176" cy="3072384"/>
            </a:xfrm>
          </p:grpSpPr>
          <p:sp>
            <p:nvSpPr>
              <p:cNvPr id="157" name="Freihandform: Form 156">
                <a:extLst>
                  <a:ext uri="{FF2B5EF4-FFF2-40B4-BE49-F238E27FC236}">
                    <a16:creationId xmlns:a16="http://schemas.microsoft.com/office/drawing/2014/main" id="{A5D53627-A677-6956-A7E7-E1CF16F8FF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C36DA5BF-1138-918B-F20B-04A54BE0F0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9" name="Gruppieren 158">
              <a:extLst>
                <a:ext uri="{FF2B5EF4-FFF2-40B4-BE49-F238E27FC236}">
                  <a16:creationId xmlns:a16="http://schemas.microsoft.com/office/drawing/2014/main" id="{2C59D648-B95A-A930-29B8-644B62387F7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37917" y="2524414"/>
              <a:ext cx="45719" cy="45719"/>
              <a:chOff x="4108704" y="1731264"/>
              <a:chExt cx="1408176" cy="3072384"/>
            </a:xfrm>
          </p:grpSpPr>
          <p:sp>
            <p:nvSpPr>
              <p:cNvPr id="160" name="Freihandform: Form 159">
                <a:extLst>
                  <a:ext uri="{FF2B5EF4-FFF2-40B4-BE49-F238E27FC236}">
                    <a16:creationId xmlns:a16="http://schemas.microsoft.com/office/drawing/2014/main" id="{4A40C469-AC8B-F8F7-BAE7-8EF2DC56D8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F99F322B-68EE-722B-3EF3-9928A5E5CA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2" name="Gruppieren 161">
              <a:extLst>
                <a:ext uri="{FF2B5EF4-FFF2-40B4-BE49-F238E27FC236}">
                  <a16:creationId xmlns:a16="http://schemas.microsoft.com/office/drawing/2014/main" id="{D520500A-D420-5251-B700-6D71A15F2196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398761" y="2537692"/>
              <a:ext cx="45719" cy="45719"/>
              <a:chOff x="4108704" y="1731264"/>
              <a:chExt cx="1408176" cy="3072384"/>
            </a:xfrm>
          </p:grpSpPr>
          <p:sp>
            <p:nvSpPr>
              <p:cNvPr id="163" name="Freihandform: Form 162">
                <a:extLst>
                  <a:ext uri="{FF2B5EF4-FFF2-40B4-BE49-F238E27FC236}">
                    <a16:creationId xmlns:a16="http://schemas.microsoft.com/office/drawing/2014/main" id="{1CFED56C-A26E-3823-902D-9C757045E8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62B7484A-E84B-D01B-72C8-2F50E2ADF0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5" name="Gruppieren 164">
              <a:extLst>
                <a:ext uri="{FF2B5EF4-FFF2-40B4-BE49-F238E27FC236}">
                  <a16:creationId xmlns:a16="http://schemas.microsoft.com/office/drawing/2014/main" id="{3DDCA31E-CBDF-D2E2-AB17-8C08EB358AE7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026" y="2523273"/>
              <a:ext cx="45719" cy="45719"/>
              <a:chOff x="4108704" y="1731264"/>
              <a:chExt cx="1408176" cy="3072384"/>
            </a:xfrm>
          </p:grpSpPr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D1F18607-9B02-BE92-90BE-AB1A895D0C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9D6EA835-71B7-70EC-7145-41D3CD39E2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D87D60C5-0CCE-2475-AEB8-DB72A9999325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14166" y="2553729"/>
              <a:ext cx="45719" cy="45719"/>
              <a:chOff x="4108704" y="1731264"/>
              <a:chExt cx="1408176" cy="3072384"/>
            </a:xfrm>
          </p:grpSpPr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42DC0809-43FA-89E5-C066-6608EAA3D6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38060BDA-9197-39B9-BB5C-8AAEEF96A5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DF6EABF2-ED80-91E7-4754-3E62B5E96D12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345" y="2587667"/>
              <a:ext cx="45719" cy="45719"/>
              <a:chOff x="4108704" y="1731264"/>
              <a:chExt cx="1408176" cy="3072384"/>
            </a:xfrm>
          </p:grpSpPr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C0714027-790B-E197-6F25-61F661CE9F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755253B3-FC1C-3073-98F9-530B40417C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4" name="Gruppieren 173">
              <a:extLst>
                <a:ext uri="{FF2B5EF4-FFF2-40B4-BE49-F238E27FC236}">
                  <a16:creationId xmlns:a16="http://schemas.microsoft.com/office/drawing/2014/main" id="{E0485A41-5ACE-F8CE-5872-59A93DBCB927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47714" y="2553657"/>
              <a:ext cx="45719" cy="45719"/>
              <a:chOff x="4108704" y="1731264"/>
              <a:chExt cx="1408176" cy="3072384"/>
            </a:xfrm>
          </p:grpSpPr>
          <p:sp>
            <p:nvSpPr>
              <p:cNvPr id="175" name="Freihandform: Form 174">
                <a:extLst>
                  <a:ext uri="{FF2B5EF4-FFF2-40B4-BE49-F238E27FC236}">
                    <a16:creationId xmlns:a16="http://schemas.microsoft.com/office/drawing/2014/main" id="{49FF97AD-59E0-C943-C192-2B1BB2AF9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DC67200C-3445-4340-604C-92C035BCA8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7" name="Gruppieren 176">
              <a:extLst>
                <a:ext uri="{FF2B5EF4-FFF2-40B4-BE49-F238E27FC236}">
                  <a16:creationId xmlns:a16="http://schemas.microsoft.com/office/drawing/2014/main" id="{CB65C65D-1998-7BA2-BA62-5063FE6E2B2B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68558" y="2458460"/>
              <a:ext cx="45719" cy="45719"/>
              <a:chOff x="4108704" y="1731264"/>
              <a:chExt cx="1408176" cy="3072384"/>
            </a:xfrm>
          </p:grpSpPr>
          <p:sp>
            <p:nvSpPr>
              <p:cNvPr id="178" name="Freihandform: Form 177">
                <a:extLst>
                  <a:ext uri="{FF2B5EF4-FFF2-40B4-BE49-F238E27FC236}">
                    <a16:creationId xmlns:a16="http://schemas.microsoft.com/office/drawing/2014/main" id="{6CD0093F-71CF-78E4-FBCA-44913DDE6D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FDFBEC3D-7F26-A7E4-BF54-9C47CD02D2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0" name="Gruppieren 179">
              <a:extLst>
                <a:ext uri="{FF2B5EF4-FFF2-40B4-BE49-F238E27FC236}">
                  <a16:creationId xmlns:a16="http://schemas.microsoft.com/office/drawing/2014/main" id="{88131C7C-B82E-489A-05F2-7CB9D4785448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6823" y="2444041"/>
              <a:ext cx="45719" cy="45719"/>
              <a:chOff x="4108704" y="1731264"/>
              <a:chExt cx="1408176" cy="3072384"/>
            </a:xfrm>
          </p:grpSpPr>
          <p:sp>
            <p:nvSpPr>
              <p:cNvPr id="181" name="Freihandform: Form 180">
                <a:extLst>
                  <a:ext uri="{FF2B5EF4-FFF2-40B4-BE49-F238E27FC236}">
                    <a16:creationId xmlns:a16="http://schemas.microsoft.com/office/drawing/2014/main" id="{F828B879-F58C-1285-6748-227C7C67A5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B5EE8FBC-599D-FAF2-10B4-D3A0E8600A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3" name="Gruppieren 182">
              <a:extLst>
                <a:ext uri="{FF2B5EF4-FFF2-40B4-BE49-F238E27FC236}">
                  <a16:creationId xmlns:a16="http://schemas.microsoft.com/office/drawing/2014/main" id="{D218F2C6-72D6-CAD5-68F0-8A146133E3EA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83963" y="2474497"/>
              <a:ext cx="45719" cy="45719"/>
              <a:chOff x="4108704" y="1731264"/>
              <a:chExt cx="1408176" cy="3072384"/>
            </a:xfrm>
          </p:grpSpPr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63F36AC0-E99C-71F4-507F-0D63EB2BEF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E2C5BA8F-E822-9439-209C-7806CD4C79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AB461A9E-8F71-AE3C-1CD9-A6404870FF79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7142" y="2508435"/>
              <a:ext cx="45719" cy="45719"/>
              <a:chOff x="4108704" y="1731264"/>
              <a:chExt cx="1408176" cy="3072384"/>
            </a:xfrm>
          </p:grpSpPr>
          <p:sp>
            <p:nvSpPr>
              <p:cNvPr id="187" name="Freihandform: Form 186">
                <a:extLst>
                  <a:ext uri="{FF2B5EF4-FFF2-40B4-BE49-F238E27FC236}">
                    <a16:creationId xmlns:a16="http://schemas.microsoft.com/office/drawing/2014/main" id="{CD58CC24-FF1E-61A2-C0A3-A5D0DA9D1D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88CDACA7-D94B-E86D-31C5-BD1FB50CB6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9" name="Gruppieren 188">
              <a:extLst>
                <a:ext uri="{FF2B5EF4-FFF2-40B4-BE49-F238E27FC236}">
                  <a16:creationId xmlns:a16="http://schemas.microsoft.com/office/drawing/2014/main" id="{72432EB0-66C8-5D0B-DB55-931520FD9DEA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17511" y="2474425"/>
              <a:ext cx="45719" cy="45719"/>
              <a:chOff x="4108704" y="1731264"/>
              <a:chExt cx="1408176" cy="3072384"/>
            </a:xfrm>
          </p:grpSpPr>
          <p:sp>
            <p:nvSpPr>
              <p:cNvPr id="190" name="Freihandform: Form 189">
                <a:extLst>
                  <a:ext uri="{FF2B5EF4-FFF2-40B4-BE49-F238E27FC236}">
                    <a16:creationId xmlns:a16="http://schemas.microsoft.com/office/drawing/2014/main" id="{5A4BBFBA-8876-A169-3F66-E69EB63082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E32AC8BA-EA14-EEAE-B705-D53E386CA0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2" name="Gruppieren 191">
              <a:extLst>
                <a:ext uri="{FF2B5EF4-FFF2-40B4-BE49-F238E27FC236}">
                  <a16:creationId xmlns:a16="http://schemas.microsoft.com/office/drawing/2014/main" id="{AA4A3271-BA00-1FFB-D631-21AD394DD57A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44292" y="2450438"/>
              <a:ext cx="45719" cy="45719"/>
              <a:chOff x="4108704" y="1731264"/>
              <a:chExt cx="1408176" cy="3072384"/>
            </a:xfrm>
          </p:grpSpPr>
          <p:sp>
            <p:nvSpPr>
              <p:cNvPr id="193" name="Freihandform: Form 192">
                <a:extLst>
                  <a:ext uri="{FF2B5EF4-FFF2-40B4-BE49-F238E27FC236}">
                    <a16:creationId xmlns:a16="http://schemas.microsoft.com/office/drawing/2014/main" id="{DE270D76-C7CC-47B6-99C5-1D8D2B3533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C504D7E9-A6CE-C450-7D08-5A2FB2B251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5" name="Gruppieren 194">
              <a:extLst>
                <a:ext uri="{FF2B5EF4-FFF2-40B4-BE49-F238E27FC236}">
                  <a16:creationId xmlns:a16="http://schemas.microsoft.com/office/drawing/2014/main" id="{CF8428FE-93B3-D195-1E02-5A6F3F9503E3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557" y="2436019"/>
              <a:ext cx="45719" cy="45719"/>
              <a:chOff x="4108704" y="1731264"/>
              <a:chExt cx="1408176" cy="3072384"/>
            </a:xfrm>
          </p:grpSpPr>
          <p:sp>
            <p:nvSpPr>
              <p:cNvPr id="196" name="Freihandform: Form 195">
                <a:extLst>
                  <a:ext uri="{FF2B5EF4-FFF2-40B4-BE49-F238E27FC236}">
                    <a16:creationId xmlns:a16="http://schemas.microsoft.com/office/drawing/2014/main" id="{9A6ABC82-0A3A-EEB1-CC2E-AF06984CEC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07AAC4E7-5301-14A5-9320-0E809FCD32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497BDB2E-8B17-864C-A43C-CA5AD692FD67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59697" y="2466475"/>
              <a:ext cx="45719" cy="45719"/>
              <a:chOff x="4108704" y="1731264"/>
              <a:chExt cx="1408176" cy="3072384"/>
            </a:xfrm>
          </p:grpSpPr>
          <p:sp>
            <p:nvSpPr>
              <p:cNvPr id="199" name="Freihandform: Form 198">
                <a:extLst>
                  <a:ext uri="{FF2B5EF4-FFF2-40B4-BE49-F238E27FC236}">
                    <a16:creationId xmlns:a16="http://schemas.microsoft.com/office/drawing/2014/main" id="{BAC69338-B9D5-23D7-4183-121578E3FB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E168A6DD-C5E0-1814-CA6B-DD39257685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1" name="Gruppieren 200">
              <a:extLst>
                <a:ext uri="{FF2B5EF4-FFF2-40B4-BE49-F238E27FC236}">
                  <a16:creationId xmlns:a16="http://schemas.microsoft.com/office/drawing/2014/main" id="{0EA19CAA-1DC8-B3C5-8D66-80C9046BAAD3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876" y="2500413"/>
              <a:ext cx="45719" cy="45719"/>
              <a:chOff x="4108704" y="1731264"/>
              <a:chExt cx="1408176" cy="3072384"/>
            </a:xfrm>
          </p:grpSpPr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05A6CEDD-DEA3-D502-EEC5-CE343D56ED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610BD2DF-5F5B-CB41-04CD-FF760D4827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4" name="Gruppieren 203">
              <a:extLst>
                <a:ext uri="{FF2B5EF4-FFF2-40B4-BE49-F238E27FC236}">
                  <a16:creationId xmlns:a16="http://schemas.microsoft.com/office/drawing/2014/main" id="{07AC3A45-D5B3-967E-1B2E-B044F2D34D8E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93245" y="2466403"/>
              <a:ext cx="45719" cy="45719"/>
              <a:chOff x="4108704" y="1731264"/>
              <a:chExt cx="1408176" cy="3072384"/>
            </a:xfrm>
          </p:grpSpPr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8BF96C9D-1BBB-8A5E-7410-BAD70105F6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DA6A0CFA-712C-2776-1B6F-AED8F8FE5A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338C8E5D-6C4D-5BA1-A62E-DA5F63530D9A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1494" y="2699766"/>
              <a:ext cx="45719" cy="45719"/>
              <a:chOff x="4108704" y="1731264"/>
              <a:chExt cx="1408176" cy="3072384"/>
            </a:xfrm>
          </p:grpSpPr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CACBA271-584A-5F35-B398-014A05396A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4AEBBAEF-37AC-763F-E5E7-E5CC02216F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9DB36EDC-2C1E-CDA7-DA56-5F27EBFF389B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5295" y="2613764"/>
              <a:ext cx="45719" cy="45719"/>
              <a:chOff x="4108704" y="1731264"/>
              <a:chExt cx="1408176" cy="3072384"/>
            </a:xfrm>
          </p:grpSpPr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7D3D2E88-ABCD-D061-6FED-06895672B4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2" name="Ellipse 211">
                <a:extLst>
                  <a:ext uri="{FF2B5EF4-FFF2-40B4-BE49-F238E27FC236}">
                    <a16:creationId xmlns:a16="http://schemas.microsoft.com/office/drawing/2014/main" id="{436FC71E-54B9-BDCE-71CB-388089D981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F340BEC1-EB3C-295B-D2F6-75CBA70E655D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81998" y="2560257"/>
              <a:ext cx="45719" cy="45719"/>
              <a:chOff x="4108704" y="1731264"/>
              <a:chExt cx="1408176" cy="3072384"/>
            </a:xfrm>
          </p:grpSpPr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DB4244B8-2B47-61A0-E812-FC95B93C5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8F94D01F-BE95-E8D7-1950-B45B1E2AB4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6" name="Gruppieren 215">
              <a:extLst>
                <a:ext uri="{FF2B5EF4-FFF2-40B4-BE49-F238E27FC236}">
                  <a16:creationId xmlns:a16="http://schemas.microsoft.com/office/drawing/2014/main" id="{F173E27E-C69F-F014-10EA-8B23A1146671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6723" y="2735961"/>
              <a:ext cx="45719" cy="45719"/>
              <a:chOff x="4108704" y="1731264"/>
              <a:chExt cx="1408176" cy="3072384"/>
            </a:xfrm>
          </p:grpSpPr>
          <p:sp>
            <p:nvSpPr>
              <p:cNvPr id="217" name="Freihandform: Form 216">
                <a:extLst>
                  <a:ext uri="{FF2B5EF4-FFF2-40B4-BE49-F238E27FC236}">
                    <a16:creationId xmlns:a16="http://schemas.microsoft.com/office/drawing/2014/main" id="{AB6D0980-2B56-40D2-613B-BD57992D25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A85877B9-55E9-A38D-60DB-DA8F160D20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</p:grp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4026007B-C0B8-BE67-7D9E-48C7051411DC}"/>
              </a:ext>
            </a:extLst>
          </p:cNvPr>
          <p:cNvGrpSpPr>
            <a:grpSpLocks/>
          </p:cNvGrpSpPr>
          <p:nvPr/>
        </p:nvGrpSpPr>
        <p:grpSpPr>
          <a:xfrm>
            <a:off x="6173937" y="3601901"/>
            <a:ext cx="45719" cy="66780"/>
            <a:chOff x="486845" y="1868543"/>
            <a:chExt cx="2243329" cy="3276745"/>
          </a:xfrm>
        </p:grpSpPr>
        <p:pic>
          <p:nvPicPr>
            <p:cNvPr id="253" name="Grafik 252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2CFB48E2-359E-803E-483A-053C0988F6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254" name="Grafik 253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1F5160B1-5375-415A-09FF-8D69E3DD2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4D39BB91-4D38-7EAE-2097-2276B94E434C}"/>
                </a:ext>
              </a:extLst>
            </p:cNvPr>
            <p:cNvSpPr>
              <a:spLocks/>
            </p:cNvSpPr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pic>
        <p:nvPicPr>
          <p:cNvPr id="256" name="Grafik 255">
            <a:extLst>
              <a:ext uri="{FF2B5EF4-FFF2-40B4-BE49-F238E27FC236}">
                <a16:creationId xmlns:a16="http://schemas.microsoft.com/office/drawing/2014/main" id="{4A0C36CB-07F2-F2BB-293C-EDF2541ACC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88" t="85121" r="4148"/>
          <a:stretch/>
        </p:blipFill>
        <p:spPr>
          <a:xfrm>
            <a:off x="5993646" y="5336068"/>
            <a:ext cx="4239975" cy="953809"/>
          </a:xfrm>
          <a:prstGeom prst="rect">
            <a:avLst/>
          </a:prstGeom>
        </p:spPr>
      </p:pic>
      <p:pic>
        <p:nvPicPr>
          <p:cNvPr id="257" name="Grafik 256">
            <a:extLst>
              <a:ext uri="{FF2B5EF4-FFF2-40B4-BE49-F238E27FC236}">
                <a16:creationId xmlns:a16="http://schemas.microsoft.com/office/drawing/2014/main" id="{56D18A5A-D4CC-0B5F-CB47-7DCE951963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63" t="35860" r="42769" b="62041"/>
          <a:stretch/>
        </p:blipFill>
        <p:spPr>
          <a:xfrm>
            <a:off x="5316907" y="2186380"/>
            <a:ext cx="585216" cy="134554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5827456-4C4C-2560-1F7A-DFD0CDF090DA}"/>
              </a:ext>
            </a:extLst>
          </p:cNvPr>
          <p:cNvGrpSpPr/>
          <p:nvPr/>
        </p:nvGrpSpPr>
        <p:grpSpPr>
          <a:xfrm>
            <a:off x="5594630" y="2783958"/>
            <a:ext cx="479408" cy="456372"/>
            <a:chOff x="5376831" y="3263818"/>
            <a:chExt cx="479408" cy="456372"/>
          </a:xfrm>
        </p:grpSpPr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0BDC71A0-D95A-B73A-A7DF-768BAE6899DF}"/>
                </a:ext>
              </a:extLst>
            </p:cNvPr>
            <p:cNvSpPr>
              <a:spLocks/>
            </p:cNvSpPr>
            <p:nvPr/>
          </p:nvSpPr>
          <p:spPr>
            <a:xfrm>
              <a:off x="5478860" y="3491601"/>
              <a:ext cx="97553" cy="1106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pic>
          <p:nvPicPr>
            <p:cNvPr id="230" name="Grafik 229">
              <a:extLst>
                <a:ext uri="{FF2B5EF4-FFF2-40B4-BE49-F238E27FC236}">
                  <a16:creationId xmlns:a16="http://schemas.microsoft.com/office/drawing/2014/main" id="{EA3CED0E-47D6-00CB-6CAF-F5696C95C0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9977" r="9213"/>
            <a:stretch/>
          </p:blipFill>
          <p:spPr>
            <a:xfrm rot="16200000">
              <a:off x="5466855" y="3581248"/>
              <a:ext cx="131771" cy="70174"/>
            </a:xfrm>
            <a:prstGeom prst="rect">
              <a:avLst/>
            </a:prstGeom>
          </p:spPr>
        </p:pic>
        <p:grpSp>
          <p:nvGrpSpPr>
            <p:cNvPr id="233" name="Gruppieren 232">
              <a:extLst>
                <a:ext uri="{FF2B5EF4-FFF2-40B4-BE49-F238E27FC236}">
                  <a16:creationId xmlns:a16="http://schemas.microsoft.com/office/drawing/2014/main" id="{4775B3B3-9991-BFF1-DB16-888D2814D03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2931" y="3417758"/>
              <a:ext cx="70176" cy="136597"/>
              <a:chOff x="4689972" y="717764"/>
              <a:chExt cx="3666628" cy="7137039"/>
            </a:xfrm>
          </p:grpSpPr>
          <p:pic>
            <p:nvPicPr>
              <p:cNvPr id="234" name="Grafik 233">
                <a:extLst>
                  <a:ext uri="{FF2B5EF4-FFF2-40B4-BE49-F238E27FC236}">
                    <a16:creationId xmlns:a16="http://schemas.microsoft.com/office/drawing/2014/main" id="{5BDEE8F8-A17B-F868-298B-A7020BBC6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7091" b="95080" l="8451" r="90423">
                            <a14:foregroundMark x1="8451" y1="59768" x2="8451" y2="59768"/>
                            <a14:foregroundMark x1="11831" y1="56006" x2="13239" y2="81910"/>
                            <a14:foregroundMark x1="13239" y1="81910" x2="26197" y2="92909"/>
                            <a14:foregroundMark x1="26197" y1="92909" x2="71549" y2="95369"/>
                            <a14:foregroundMark x1="71549" y1="95369" x2="83662" y2="84081"/>
                            <a14:foregroundMark x1="83662" y1="84081" x2="80282" y2="60203"/>
                            <a14:foregroundMark x1="80282" y1="60203" x2="33239" y2="58177"/>
                            <a14:foregroundMark x1="33239" y1="58177" x2="56338" y2="67438"/>
                            <a14:foregroundMark x1="56338" y1="67438" x2="85070" y2="72793"/>
                            <a14:foregroundMark x1="85070" y1="72793" x2="43380" y2="75687"/>
                            <a14:foregroundMark x1="43380" y1="75687" x2="60845" y2="85239"/>
                            <a14:foregroundMark x1="60845" y1="85239" x2="70986" y2="86107"/>
                            <a14:foregroundMark x1="27606" y1="58321" x2="38873" y2="75687"/>
                            <a14:foregroundMark x1="38873" y1="75687" x2="40000" y2="63531"/>
                            <a14:foregroundMark x1="59718" y1="59768" x2="57465" y2="82634"/>
                            <a14:foregroundMark x1="22254" y1="56585" x2="19718" y2="84949"/>
                            <a14:foregroundMark x1="27606" y1="63097" x2="29014" y2="85094"/>
                            <a14:foregroundMark x1="29014" y1="85094" x2="33521" y2="72938"/>
                            <a14:foregroundMark x1="8732" y1="90738" x2="87606" y2="94790"/>
                            <a14:foregroundMark x1="87606" y1="94790" x2="90423" y2="58177"/>
                            <a14:foregroundMark x1="90423" y1="58177" x2="65352" y2="54993"/>
                            <a14:foregroundMark x1="57746" y1="74674" x2="75493" y2="78726"/>
                            <a14:foregroundMark x1="47606" y1="55137" x2="45634" y2="43415"/>
                            <a14:foregroundMark x1="45634" y1="43415" x2="39155" y2="36469"/>
                            <a14:foregroundMark x1="48732" y1="42258" x2="74930" y2="26049"/>
                            <a14:foregroundMark x1="74930" y1="26049" x2="74366" y2="16498"/>
                            <a14:foregroundMark x1="74366" y1="16498" x2="47606" y2="10854"/>
                            <a14:foregroundMark x1="47606" y1="10854" x2="29296" y2="11288"/>
                            <a14:foregroundMark x1="29296" y1="11288" x2="21408" y2="19682"/>
                            <a14:foregroundMark x1="21408" y1="19682" x2="23944" y2="31693"/>
                            <a14:foregroundMark x1="23944" y1="31693" x2="42254" y2="41389"/>
                            <a14:foregroundMark x1="42254" y1="41389" x2="43380" y2="41679"/>
                            <a14:foregroundMark x1="67887" y1="12156" x2="51549" y2="7670"/>
                            <a14:foregroundMark x1="51549" y1="7670" x2="54930" y2="8683"/>
                            <a14:foregroundMark x1="69014" y1="10420" x2="51831" y2="7091"/>
                            <a14:foregroundMark x1="51831" y1="7091" x2="33521" y2="10130"/>
                            <a14:foregroundMark x1="33521" y1="10130" x2="28169" y2="1273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689972" y="717764"/>
                <a:ext cx="3666628" cy="7137039"/>
              </a:xfrm>
              <a:prstGeom prst="rect">
                <a:avLst/>
              </a:prstGeom>
            </p:spPr>
          </p:pic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CDF3E90B-73CF-1D56-3592-1351373E61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78200" y="973051"/>
                <a:ext cx="2567628" cy="3512589"/>
              </a:xfrm>
              <a:custGeom>
                <a:avLst/>
                <a:gdLst>
                  <a:gd name="connsiteX0" fmla="*/ 1725520 w 2567628"/>
                  <a:gd name="connsiteY0" fmla="*/ 3512589 h 3512589"/>
                  <a:gd name="connsiteX1" fmla="*/ 1689960 w 2567628"/>
                  <a:gd name="connsiteY1" fmla="*/ 3187469 h 3512589"/>
                  <a:gd name="connsiteX2" fmla="*/ 1740760 w 2567628"/>
                  <a:gd name="connsiteY2" fmla="*/ 2791229 h 3512589"/>
                  <a:gd name="connsiteX3" fmla="*/ 1959200 w 2567628"/>
                  <a:gd name="connsiteY3" fmla="*/ 2450869 h 3512589"/>
                  <a:gd name="connsiteX4" fmla="*/ 2269080 w 2567628"/>
                  <a:gd name="connsiteY4" fmla="*/ 1988589 h 3512589"/>
                  <a:gd name="connsiteX5" fmla="*/ 2518000 w 2567628"/>
                  <a:gd name="connsiteY5" fmla="*/ 1363749 h 3512589"/>
                  <a:gd name="connsiteX6" fmla="*/ 2533240 w 2567628"/>
                  <a:gd name="connsiteY6" fmla="*/ 911629 h 3512589"/>
                  <a:gd name="connsiteX7" fmla="*/ 2142080 w 2567628"/>
                  <a:gd name="connsiteY7" fmla="*/ 307109 h 3512589"/>
                  <a:gd name="connsiteX8" fmla="*/ 1659480 w 2567628"/>
                  <a:gd name="connsiteY8" fmla="*/ 48029 h 3512589"/>
                  <a:gd name="connsiteX9" fmla="*/ 1156560 w 2567628"/>
                  <a:gd name="connsiteY9" fmla="*/ 7389 h 3512589"/>
                  <a:gd name="connsiteX10" fmla="*/ 724760 w 2567628"/>
                  <a:gd name="connsiteY10" fmla="*/ 139469 h 3512589"/>
                  <a:gd name="connsiteX11" fmla="*/ 313280 w 2567628"/>
                  <a:gd name="connsiteY11" fmla="*/ 449349 h 3512589"/>
                  <a:gd name="connsiteX12" fmla="*/ 49120 w 2567628"/>
                  <a:gd name="connsiteY12" fmla="*/ 992909 h 3512589"/>
                  <a:gd name="connsiteX13" fmla="*/ 13560 w 2567628"/>
                  <a:gd name="connsiteY13" fmla="*/ 1739669 h 3512589"/>
                  <a:gd name="connsiteX14" fmla="*/ 206600 w 2567628"/>
                  <a:gd name="connsiteY14" fmla="*/ 2171469 h 3512589"/>
                  <a:gd name="connsiteX15" fmla="*/ 546960 w 2567628"/>
                  <a:gd name="connsiteY15" fmla="*/ 2593109 h 3512589"/>
                  <a:gd name="connsiteX16" fmla="*/ 618080 w 2567628"/>
                  <a:gd name="connsiteY16" fmla="*/ 2750589 h 3512589"/>
                  <a:gd name="connsiteX17" fmla="*/ 755240 w 2567628"/>
                  <a:gd name="connsiteY17" fmla="*/ 3040149 h 3512589"/>
                  <a:gd name="connsiteX18" fmla="*/ 806040 w 2567628"/>
                  <a:gd name="connsiteY18" fmla="*/ 3405909 h 3512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67628" h="3512589">
                    <a:moveTo>
                      <a:pt x="1725520" y="3512589"/>
                    </a:moveTo>
                    <a:cubicBezTo>
                      <a:pt x="1706470" y="3410142"/>
                      <a:pt x="1687420" y="3307696"/>
                      <a:pt x="1689960" y="3187469"/>
                    </a:cubicBezTo>
                    <a:cubicBezTo>
                      <a:pt x="1692500" y="3067242"/>
                      <a:pt x="1695887" y="2913996"/>
                      <a:pt x="1740760" y="2791229"/>
                    </a:cubicBezTo>
                    <a:cubicBezTo>
                      <a:pt x="1785633" y="2668462"/>
                      <a:pt x="1871147" y="2584642"/>
                      <a:pt x="1959200" y="2450869"/>
                    </a:cubicBezTo>
                    <a:cubicBezTo>
                      <a:pt x="2047253" y="2317096"/>
                      <a:pt x="2175947" y="2169776"/>
                      <a:pt x="2269080" y="1988589"/>
                    </a:cubicBezTo>
                    <a:cubicBezTo>
                      <a:pt x="2362213" y="1807402"/>
                      <a:pt x="2473973" y="1543242"/>
                      <a:pt x="2518000" y="1363749"/>
                    </a:cubicBezTo>
                    <a:cubicBezTo>
                      <a:pt x="2562027" y="1184256"/>
                      <a:pt x="2595893" y="1087736"/>
                      <a:pt x="2533240" y="911629"/>
                    </a:cubicBezTo>
                    <a:cubicBezTo>
                      <a:pt x="2470587" y="735522"/>
                      <a:pt x="2287707" y="451042"/>
                      <a:pt x="2142080" y="307109"/>
                    </a:cubicBezTo>
                    <a:cubicBezTo>
                      <a:pt x="1996453" y="163176"/>
                      <a:pt x="1823733" y="97982"/>
                      <a:pt x="1659480" y="48029"/>
                    </a:cubicBezTo>
                    <a:cubicBezTo>
                      <a:pt x="1495227" y="-1924"/>
                      <a:pt x="1312347" y="-7851"/>
                      <a:pt x="1156560" y="7389"/>
                    </a:cubicBezTo>
                    <a:cubicBezTo>
                      <a:pt x="1000773" y="22629"/>
                      <a:pt x="865307" y="65809"/>
                      <a:pt x="724760" y="139469"/>
                    </a:cubicBezTo>
                    <a:cubicBezTo>
                      <a:pt x="584213" y="213129"/>
                      <a:pt x="425887" y="307109"/>
                      <a:pt x="313280" y="449349"/>
                    </a:cubicBezTo>
                    <a:cubicBezTo>
                      <a:pt x="200673" y="591589"/>
                      <a:pt x="99073" y="777856"/>
                      <a:pt x="49120" y="992909"/>
                    </a:cubicBezTo>
                    <a:cubicBezTo>
                      <a:pt x="-833" y="1207962"/>
                      <a:pt x="-12687" y="1543242"/>
                      <a:pt x="13560" y="1739669"/>
                    </a:cubicBezTo>
                    <a:cubicBezTo>
                      <a:pt x="39807" y="1936096"/>
                      <a:pt x="117700" y="2029229"/>
                      <a:pt x="206600" y="2171469"/>
                    </a:cubicBezTo>
                    <a:cubicBezTo>
                      <a:pt x="295500" y="2313709"/>
                      <a:pt x="478380" y="2496589"/>
                      <a:pt x="546960" y="2593109"/>
                    </a:cubicBezTo>
                    <a:cubicBezTo>
                      <a:pt x="615540" y="2689629"/>
                      <a:pt x="583367" y="2676082"/>
                      <a:pt x="618080" y="2750589"/>
                    </a:cubicBezTo>
                    <a:cubicBezTo>
                      <a:pt x="652793" y="2825096"/>
                      <a:pt x="723913" y="2930929"/>
                      <a:pt x="755240" y="3040149"/>
                    </a:cubicBezTo>
                    <a:cubicBezTo>
                      <a:pt x="786567" y="3149369"/>
                      <a:pt x="796303" y="3277639"/>
                      <a:pt x="806040" y="3405909"/>
                    </a:cubicBezTo>
                  </a:path>
                </a:pathLst>
              </a:custGeom>
              <a:ln w="31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C322ADE6-439D-E9CC-4023-B3594C68CD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75903" y="1560585"/>
                <a:ext cx="1652387" cy="1620041"/>
              </a:xfrm>
              <a:custGeom>
                <a:avLst/>
                <a:gdLst>
                  <a:gd name="connsiteX0" fmla="*/ 582657 w 1652387"/>
                  <a:gd name="connsiteY0" fmla="*/ 14215 h 1620041"/>
                  <a:gd name="connsiteX1" fmla="*/ 272777 w 1652387"/>
                  <a:gd name="connsiteY1" fmla="*/ 186935 h 1620041"/>
                  <a:gd name="connsiteX2" fmla="*/ 44177 w 1652387"/>
                  <a:gd name="connsiteY2" fmla="*/ 527295 h 1620041"/>
                  <a:gd name="connsiteX3" fmla="*/ 3537 w 1652387"/>
                  <a:gd name="connsiteY3" fmla="*/ 908295 h 1620041"/>
                  <a:gd name="connsiteX4" fmla="*/ 94977 w 1652387"/>
                  <a:gd name="connsiteY4" fmla="*/ 1248655 h 1620041"/>
                  <a:gd name="connsiteX5" fmla="*/ 303257 w 1652387"/>
                  <a:gd name="connsiteY5" fmla="*/ 1528055 h 1620041"/>
                  <a:gd name="connsiteX6" fmla="*/ 608057 w 1652387"/>
                  <a:gd name="connsiteY6" fmla="*/ 1619495 h 1620041"/>
                  <a:gd name="connsiteX7" fmla="*/ 1136377 w 1652387"/>
                  <a:gd name="connsiteY7" fmla="*/ 1548375 h 1620041"/>
                  <a:gd name="connsiteX8" fmla="*/ 1502137 w 1652387"/>
                  <a:gd name="connsiteY8" fmla="*/ 1238495 h 1620041"/>
                  <a:gd name="connsiteX9" fmla="*/ 1649457 w 1652387"/>
                  <a:gd name="connsiteY9" fmla="*/ 801615 h 1620041"/>
                  <a:gd name="connsiteX10" fmla="*/ 1558017 w 1652387"/>
                  <a:gd name="connsiteY10" fmla="*/ 339335 h 1620041"/>
                  <a:gd name="connsiteX11" fmla="*/ 1095737 w 1652387"/>
                  <a:gd name="connsiteY11" fmla="*/ 49775 h 1620041"/>
                  <a:gd name="connsiteX12" fmla="*/ 735057 w 1652387"/>
                  <a:gd name="connsiteY12" fmla="*/ 14215 h 1620041"/>
                  <a:gd name="connsiteX13" fmla="*/ 582657 w 1652387"/>
                  <a:gd name="connsiteY13" fmla="*/ 14215 h 1620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52387" h="1620041">
                    <a:moveTo>
                      <a:pt x="582657" y="14215"/>
                    </a:moveTo>
                    <a:cubicBezTo>
                      <a:pt x="505610" y="43002"/>
                      <a:pt x="362524" y="101422"/>
                      <a:pt x="272777" y="186935"/>
                    </a:cubicBezTo>
                    <a:cubicBezTo>
                      <a:pt x="183030" y="272448"/>
                      <a:pt x="89050" y="407068"/>
                      <a:pt x="44177" y="527295"/>
                    </a:cubicBezTo>
                    <a:cubicBezTo>
                      <a:pt x="-696" y="647522"/>
                      <a:pt x="-4930" y="788068"/>
                      <a:pt x="3537" y="908295"/>
                    </a:cubicBezTo>
                    <a:cubicBezTo>
                      <a:pt x="12004" y="1028522"/>
                      <a:pt x="45024" y="1145362"/>
                      <a:pt x="94977" y="1248655"/>
                    </a:cubicBezTo>
                    <a:cubicBezTo>
                      <a:pt x="144930" y="1351948"/>
                      <a:pt x="217744" y="1466248"/>
                      <a:pt x="303257" y="1528055"/>
                    </a:cubicBezTo>
                    <a:cubicBezTo>
                      <a:pt x="388770" y="1589862"/>
                      <a:pt x="469204" y="1616108"/>
                      <a:pt x="608057" y="1619495"/>
                    </a:cubicBezTo>
                    <a:cubicBezTo>
                      <a:pt x="746910" y="1622882"/>
                      <a:pt x="987364" y="1611875"/>
                      <a:pt x="1136377" y="1548375"/>
                    </a:cubicBezTo>
                    <a:cubicBezTo>
                      <a:pt x="1285390" y="1484875"/>
                      <a:pt x="1416624" y="1362955"/>
                      <a:pt x="1502137" y="1238495"/>
                    </a:cubicBezTo>
                    <a:cubicBezTo>
                      <a:pt x="1587650" y="1114035"/>
                      <a:pt x="1640144" y="951475"/>
                      <a:pt x="1649457" y="801615"/>
                    </a:cubicBezTo>
                    <a:cubicBezTo>
                      <a:pt x="1658770" y="651755"/>
                      <a:pt x="1650304" y="464642"/>
                      <a:pt x="1558017" y="339335"/>
                    </a:cubicBezTo>
                    <a:cubicBezTo>
                      <a:pt x="1465730" y="214028"/>
                      <a:pt x="1232897" y="103962"/>
                      <a:pt x="1095737" y="49775"/>
                    </a:cubicBezTo>
                    <a:cubicBezTo>
                      <a:pt x="958577" y="-4412"/>
                      <a:pt x="820570" y="20142"/>
                      <a:pt x="735057" y="14215"/>
                    </a:cubicBezTo>
                    <a:cubicBezTo>
                      <a:pt x="649544" y="8288"/>
                      <a:pt x="659704" y="-14572"/>
                      <a:pt x="582657" y="14215"/>
                    </a:cubicBezTo>
                    <a:close/>
                  </a:path>
                </a:pathLst>
              </a:custGeom>
              <a:noFill/>
              <a:ln w="31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sp>
          <p:nvSpPr>
            <p:cNvPr id="237" name="Pfeil: nach unten gekrümmt 236">
              <a:extLst>
                <a:ext uri="{FF2B5EF4-FFF2-40B4-BE49-F238E27FC236}">
                  <a16:creationId xmlns:a16="http://schemas.microsoft.com/office/drawing/2014/main" id="{B1D25ECB-52E3-6258-9D7A-D3178788D8A6}"/>
                </a:ext>
              </a:extLst>
            </p:cNvPr>
            <p:cNvSpPr>
              <a:spLocks/>
            </p:cNvSpPr>
            <p:nvPr/>
          </p:nvSpPr>
          <p:spPr>
            <a:xfrm rot="260469">
              <a:off x="5528436" y="3350815"/>
              <a:ext cx="97553" cy="45719"/>
            </a:xfrm>
            <a:prstGeom prst="curved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4BBE4F83-C44E-7DEE-491A-EBAA58BE796D}"/>
                </a:ext>
              </a:extLst>
            </p:cNvPr>
            <p:cNvSpPr>
              <a:spLocks/>
            </p:cNvSpPr>
            <p:nvPr/>
          </p:nvSpPr>
          <p:spPr>
            <a:xfrm>
              <a:off x="5565873" y="3427207"/>
              <a:ext cx="93242" cy="5084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239" name="Rechteck 238">
              <a:extLst>
                <a:ext uri="{FF2B5EF4-FFF2-40B4-BE49-F238E27FC236}">
                  <a16:creationId xmlns:a16="http://schemas.microsoft.com/office/drawing/2014/main" id="{9AE1EBD3-CD11-DECB-A661-75B403006DAA}"/>
                </a:ext>
              </a:extLst>
            </p:cNvPr>
            <p:cNvSpPr>
              <a:spLocks/>
            </p:cNvSpPr>
            <p:nvPr/>
          </p:nvSpPr>
          <p:spPr>
            <a:xfrm rot="5400000">
              <a:off x="5589390" y="3451051"/>
              <a:ext cx="93242" cy="5084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cxnSp>
          <p:nvCxnSpPr>
            <p:cNvPr id="241" name="Gerader Verbinder 240">
              <a:extLst>
                <a:ext uri="{FF2B5EF4-FFF2-40B4-BE49-F238E27FC236}">
                  <a16:creationId xmlns:a16="http://schemas.microsoft.com/office/drawing/2014/main" id="{3C3E95D2-87D7-DFD6-9F74-F50D95B971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4451" y="3496668"/>
              <a:ext cx="97155" cy="648"/>
            </a:xfrm>
            <a:prstGeom prst="line">
              <a:avLst/>
            </a:prstGeom>
            <a:ln w="3175">
              <a:solidFill>
                <a:schemeClr val="accent5">
                  <a:lumMod val="50000"/>
                </a:schemeClr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BA60F92E-F6D1-645D-8579-9C5597FEE93B}"/>
                </a:ext>
              </a:extLst>
            </p:cNvPr>
            <p:cNvSpPr>
              <a:spLocks/>
            </p:cNvSpPr>
            <p:nvPr/>
          </p:nvSpPr>
          <p:spPr>
            <a:xfrm>
              <a:off x="5674458" y="3457012"/>
              <a:ext cx="149314" cy="7370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243" name="Pfeil: nach unten gekrümmt 242">
              <a:extLst>
                <a:ext uri="{FF2B5EF4-FFF2-40B4-BE49-F238E27FC236}">
                  <a16:creationId xmlns:a16="http://schemas.microsoft.com/office/drawing/2014/main" id="{965DC659-7302-6813-4496-302B24B19BF9}"/>
                </a:ext>
              </a:extLst>
            </p:cNvPr>
            <p:cNvSpPr>
              <a:spLocks/>
            </p:cNvSpPr>
            <p:nvPr/>
          </p:nvSpPr>
          <p:spPr>
            <a:xfrm rot="176987" flipH="1">
              <a:off x="5416601" y="3350526"/>
              <a:ext cx="105025" cy="45719"/>
            </a:xfrm>
            <a:prstGeom prst="curved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sp>
          <p:nvSpPr>
            <p:cNvPr id="258" name="Rechteck 257">
              <a:extLst>
                <a:ext uri="{FF2B5EF4-FFF2-40B4-BE49-F238E27FC236}">
                  <a16:creationId xmlns:a16="http://schemas.microsoft.com/office/drawing/2014/main" id="{0E761942-AA92-0D6B-85BF-5887B5387B7F}"/>
                </a:ext>
              </a:extLst>
            </p:cNvPr>
            <p:cNvSpPr>
              <a:spLocks/>
            </p:cNvSpPr>
            <p:nvPr/>
          </p:nvSpPr>
          <p:spPr>
            <a:xfrm>
              <a:off x="5376831" y="3263818"/>
              <a:ext cx="479408" cy="4563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cxnSp>
        <p:nvCxnSpPr>
          <p:cNvPr id="259" name="Gerader Verbinder 258">
            <a:extLst>
              <a:ext uri="{FF2B5EF4-FFF2-40B4-BE49-F238E27FC236}">
                <a16:creationId xmlns:a16="http://schemas.microsoft.com/office/drawing/2014/main" id="{51816BF8-8E74-4170-4BC1-B4F1AF18A5C5}"/>
              </a:ext>
            </a:extLst>
          </p:cNvPr>
          <p:cNvCxnSpPr>
            <a:cxnSpLocks/>
          </p:cNvCxnSpPr>
          <p:nvPr/>
        </p:nvCxnSpPr>
        <p:spPr>
          <a:xfrm>
            <a:off x="5270257" y="6270994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Gerader Verbinder 259">
            <a:extLst>
              <a:ext uri="{FF2B5EF4-FFF2-40B4-BE49-F238E27FC236}">
                <a16:creationId xmlns:a16="http://schemas.microsoft.com/office/drawing/2014/main" id="{CDF95817-2456-10FC-4B74-F4CB84A74080}"/>
              </a:ext>
            </a:extLst>
          </p:cNvPr>
          <p:cNvCxnSpPr>
            <a:cxnSpLocks/>
          </p:cNvCxnSpPr>
          <p:nvPr/>
        </p:nvCxnSpPr>
        <p:spPr>
          <a:xfrm>
            <a:off x="5279135" y="1148743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" name="Grafik 12" descr="Roboterhand mit einfarbiger Füllung">
            <a:extLst>
              <a:ext uri="{FF2B5EF4-FFF2-40B4-BE49-F238E27FC236}">
                <a16:creationId xmlns:a16="http://schemas.microsoft.com/office/drawing/2014/main" id="{2A96778A-8521-62A3-43DF-62AC935B6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308531" y="3105590"/>
            <a:ext cx="600454" cy="60045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31661AB-255D-D928-57FC-C6AF97C20517}"/>
              </a:ext>
            </a:extLst>
          </p:cNvPr>
          <p:cNvSpPr txBox="1"/>
          <p:nvPr/>
        </p:nvSpPr>
        <p:spPr>
          <a:xfrm>
            <a:off x="7677912" y="2168092"/>
            <a:ext cx="755904" cy="1692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500" dirty="0"/>
              <a:t>„Schrumpfschlauch“</a:t>
            </a:r>
          </a:p>
        </p:txBody>
      </p:sp>
    </p:spTree>
    <p:extLst>
      <p:ext uri="{BB962C8B-B14F-4D97-AF65-F5344CB8AC3E}">
        <p14:creationId xmlns:p14="http://schemas.microsoft.com/office/powerpoint/2010/main" val="947576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19627" r="53325"/>
          <a:stretch/>
        </p:blipFill>
        <p:spPr>
          <a:xfrm>
            <a:off x="1267968" y="1137567"/>
            <a:ext cx="4011167" cy="515231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638A873-E2A2-1724-1062-6243E1EF5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051"/>
          <a:stretch/>
        </p:blipFill>
        <p:spPr>
          <a:xfrm>
            <a:off x="1" y="1"/>
            <a:ext cx="6272783" cy="790094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F427F831-966F-2EF9-8929-07CF9969B9B3}"/>
              </a:ext>
            </a:extLst>
          </p:cNvPr>
          <p:cNvSpPr>
            <a:spLocks/>
          </p:cNvSpPr>
          <p:nvPr/>
        </p:nvSpPr>
        <p:spPr>
          <a:xfrm>
            <a:off x="5279135" y="3783330"/>
            <a:ext cx="5400000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B00921B-776A-19EF-128B-E6C89C1429BF}"/>
              </a:ext>
            </a:extLst>
          </p:cNvPr>
          <p:cNvSpPr>
            <a:spLocks/>
          </p:cNvSpPr>
          <p:nvPr/>
        </p:nvSpPr>
        <p:spPr>
          <a:xfrm>
            <a:off x="5279135" y="3920490"/>
            <a:ext cx="5400000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711520E-0B90-232E-A7BC-1E4903C21E6E}"/>
              </a:ext>
            </a:extLst>
          </p:cNvPr>
          <p:cNvSpPr>
            <a:spLocks/>
          </p:cNvSpPr>
          <p:nvPr/>
        </p:nvSpPr>
        <p:spPr>
          <a:xfrm>
            <a:off x="5279135" y="4172711"/>
            <a:ext cx="5400000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BA028F3-BA3A-9D08-5C34-11969C5376D6}"/>
              </a:ext>
            </a:extLst>
          </p:cNvPr>
          <p:cNvSpPr>
            <a:spLocks/>
          </p:cNvSpPr>
          <p:nvPr/>
        </p:nvSpPr>
        <p:spPr>
          <a:xfrm>
            <a:off x="5279135" y="4319395"/>
            <a:ext cx="5400000" cy="45719"/>
          </a:xfrm>
          <a:prstGeom prst="rect">
            <a:avLst/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8BCBC35-D911-F959-535E-558321CD0F1A}"/>
              </a:ext>
            </a:extLst>
          </p:cNvPr>
          <p:cNvCxnSpPr>
            <a:cxnSpLocks/>
          </p:cNvCxnSpPr>
          <p:nvPr/>
        </p:nvCxnSpPr>
        <p:spPr>
          <a:xfrm>
            <a:off x="5279135" y="260604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7A67161-36DC-82F6-893F-AD0FAD97B580}"/>
              </a:ext>
            </a:extLst>
          </p:cNvPr>
          <p:cNvCxnSpPr>
            <a:cxnSpLocks/>
          </p:cNvCxnSpPr>
          <p:nvPr/>
        </p:nvCxnSpPr>
        <p:spPr>
          <a:xfrm>
            <a:off x="5279135" y="4503420"/>
            <a:ext cx="1164336" cy="0"/>
          </a:xfrm>
          <a:prstGeom prst="line">
            <a:avLst/>
          </a:prstGeom>
          <a:ln w="28575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6616F48-DE92-4EE4-B483-17B9EA9BD584}"/>
              </a:ext>
            </a:extLst>
          </p:cNvPr>
          <p:cNvGrpSpPr>
            <a:grpSpLocks/>
          </p:cNvGrpSpPr>
          <p:nvPr/>
        </p:nvGrpSpPr>
        <p:grpSpPr>
          <a:xfrm>
            <a:off x="5937442" y="1137567"/>
            <a:ext cx="487681" cy="5152310"/>
            <a:chOff x="6443471" y="1137567"/>
            <a:chExt cx="487681" cy="51523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B6C50CF-5882-4615-E9BB-564383831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612" t="19627" r="48331"/>
            <a:stretch/>
          </p:blipFill>
          <p:spPr>
            <a:xfrm>
              <a:off x="6443471" y="1137567"/>
              <a:ext cx="487681" cy="5152310"/>
            </a:xfrm>
            <a:prstGeom prst="rect">
              <a:avLst/>
            </a:prstGeom>
          </p:spPr>
        </p:pic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D1850C6-0A2E-319C-88D3-46A274E0AA3F}"/>
                </a:ext>
              </a:extLst>
            </p:cNvPr>
            <p:cNvSpPr>
              <a:spLocks/>
            </p:cNvSpPr>
            <p:nvPr/>
          </p:nvSpPr>
          <p:spPr>
            <a:xfrm>
              <a:off x="6467488" y="2635572"/>
              <a:ext cx="428611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BDD786E-788E-DA66-11F5-ADF243E67C95}"/>
                </a:ext>
              </a:extLst>
            </p:cNvPr>
            <p:cNvSpPr>
              <a:spLocks/>
            </p:cNvSpPr>
            <p:nvPr/>
          </p:nvSpPr>
          <p:spPr>
            <a:xfrm>
              <a:off x="6503670" y="3123730"/>
              <a:ext cx="76397" cy="591498"/>
            </a:xfrm>
            <a:prstGeom prst="rect">
              <a:avLst/>
            </a:prstGeom>
            <a:solidFill>
              <a:srgbClr val="B1BCB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6A4B9B4-BD9B-D6B8-C55D-89E7C0EDA5C1}"/>
              </a:ext>
            </a:extLst>
          </p:cNvPr>
          <p:cNvGrpSpPr/>
          <p:nvPr/>
        </p:nvGrpSpPr>
        <p:grpSpPr>
          <a:xfrm>
            <a:off x="5312060" y="2452044"/>
            <a:ext cx="305745" cy="779914"/>
            <a:chOff x="5307602" y="2341238"/>
            <a:chExt cx="305745" cy="779914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9400D48-481D-63C1-96CD-DAC4EFBD078A}"/>
                </a:ext>
              </a:extLst>
            </p:cNvPr>
            <p:cNvSpPr>
              <a:spLocks/>
            </p:cNvSpPr>
            <p:nvPr/>
          </p:nvSpPr>
          <p:spPr>
            <a:xfrm>
              <a:off x="5361432" y="2657856"/>
              <a:ext cx="188976" cy="463296"/>
            </a:xfrm>
            <a:prstGeom prst="rect">
              <a:avLst/>
            </a:prstGeom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7BA7F45-ED34-A89B-C25C-25EBE2CD3BA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8111" y="3000272"/>
              <a:ext cx="45719" cy="45719"/>
              <a:chOff x="4108704" y="1731264"/>
              <a:chExt cx="1408176" cy="3072384"/>
            </a:xfrm>
          </p:grpSpPr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375F3470-F2D9-EE5B-9D70-ED36A39644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53F72005-7391-82DB-199F-42A55BE0C7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97D59744-D084-0D29-10F6-7647EEAB60C1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1912" y="2914270"/>
              <a:ext cx="45719" cy="45719"/>
              <a:chOff x="4108704" y="1731264"/>
              <a:chExt cx="1408176" cy="3072384"/>
            </a:xfrm>
          </p:grpSpPr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ADC91059-D971-A129-73A7-16275EB13E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E026A10-B2C2-0BE9-5917-385BA574FF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B3D58A8-C789-DB97-2DE9-F4CBDEFF685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7342" y="2806069"/>
              <a:ext cx="45719" cy="45719"/>
              <a:chOff x="4108704" y="1731264"/>
              <a:chExt cx="1408176" cy="3072384"/>
            </a:xfrm>
          </p:grpSpPr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06CC784C-DDDB-4F3C-F1AA-199BD14031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201CCA32-0A7F-4093-86E7-F014BC97BB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3B53032F-8442-D2FE-660C-1F6F7F57471F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78615" y="2860763"/>
              <a:ext cx="45719" cy="45719"/>
              <a:chOff x="4108704" y="1731264"/>
              <a:chExt cx="1408176" cy="3072384"/>
            </a:xfrm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497E5E7-DBBD-5F42-B9D0-AA34026AF8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F8AAB4C5-3F17-2AFF-C017-CD8B3F3939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333725CF-3372-3FC7-B7F4-E3FE862CD185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3340" y="3036467"/>
              <a:ext cx="45719" cy="45719"/>
              <a:chOff x="4108704" y="1731264"/>
              <a:chExt cx="1408176" cy="3072384"/>
            </a:xfrm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7FF784C-E3EF-B409-034E-66C0C17904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42FF24CE-7D65-A3D3-4C9E-964BE9E015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sp>
          <p:nvSpPr>
            <p:cNvPr id="53" name="Rechteck: abgerundete Ecken 52">
              <a:extLst>
                <a:ext uri="{FF2B5EF4-FFF2-40B4-BE49-F238E27FC236}">
                  <a16:creationId xmlns:a16="http://schemas.microsoft.com/office/drawing/2014/main" id="{DCD1D32D-2E5B-9F44-D8DC-276286617C8B}"/>
                </a:ext>
              </a:extLst>
            </p:cNvPr>
            <p:cNvSpPr>
              <a:spLocks/>
            </p:cNvSpPr>
            <p:nvPr/>
          </p:nvSpPr>
          <p:spPr>
            <a:xfrm>
              <a:off x="5307602" y="2341238"/>
              <a:ext cx="305745" cy="31737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5B601C4C-9C75-6417-F76D-EB594AC5A84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99349" y="2444874"/>
              <a:ext cx="45719" cy="45719"/>
              <a:chOff x="4108704" y="1731264"/>
              <a:chExt cx="1408176" cy="3072384"/>
            </a:xfrm>
          </p:grpSpPr>
          <p:sp>
            <p:nvSpPr>
              <p:cNvPr id="55" name="Freihandform: Form 54">
                <a:extLst>
                  <a:ext uri="{FF2B5EF4-FFF2-40B4-BE49-F238E27FC236}">
                    <a16:creationId xmlns:a16="http://schemas.microsoft.com/office/drawing/2014/main" id="{89090B5E-2659-27BF-38A6-F65016421C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9015F381-79A4-7AAD-0B6E-9702D956238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806A04A4-006B-DB77-9B17-2C0C6378B91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614" y="2430455"/>
              <a:ext cx="45719" cy="45719"/>
              <a:chOff x="4108704" y="1731264"/>
              <a:chExt cx="1408176" cy="3072384"/>
            </a:xfrm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4F126518-E705-C1C3-0E92-EA2A9D8AED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07BD5708-48C1-B6DA-DC4B-902669C3F5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6383EA26-6C82-916C-C084-C81A1244DBD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14754" y="2460911"/>
              <a:ext cx="45719" cy="45719"/>
              <a:chOff x="4108704" y="1731264"/>
              <a:chExt cx="1408176" cy="3072384"/>
            </a:xfrm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1A9686BD-24F6-020F-B5EB-C0B2957A32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74050A29-5F56-C5B8-DD70-EDF4F5BA36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55264244-C841-8786-81CB-4053AA91949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933" y="2494849"/>
              <a:ext cx="45719" cy="45719"/>
              <a:chOff x="4108704" y="1731264"/>
              <a:chExt cx="1408176" cy="3072384"/>
            </a:xfrm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D939BFBB-A467-5BED-94A4-B9A5FA32E8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CE13936C-F9CB-9469-A408-0304E979BB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A62B1593-4CFD-5B1B-D36E-D44953DED291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48302" y="2460839"/>
              <a:ext cx="45719" cy="45719"/>
              <a:chOff x="4108704" y="1731264"/>
              <a:chExt cx="1408176" cy="3072384"/>
            </a:xfrm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8D53171C-ACB5-898F-3544-BA612D8807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298EB4C2-4C11-7756-D665-AB7BA75EEE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428E1F77-C531-5BE8-05B9-DF5E11AE53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58760" y="2441430"/>
              <a:ext cx="45719" cy="45719"/>
              <a:chOff x="4108704" y="1731264"/>
              <a:chExt cx="1408176" cy="3072384"/>
            </a:xfrm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A41D5D14-5F53-0695-DC29-7DB9F9AAB4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D1F1C89E-18C5-227F-C874-552EED9D6B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9978A61A-4E80-67D2-5EE5-55EE8AB5DF2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025" y="2427011"/>
              <a:ext cx="45719" cy="45719"/>
              <a:chOff x="4108704" y="1731264"/>
              <a:chExt cx="1408176" cy="3072384"/>
            </a:xfrm>
          </p:grpSpPr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43AC0A88-0E81-3B98-CCAB-458B64401E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A5F18104-3AD3-2B74-53C5-D54CA5C505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1CB09573-65EC-3F6A-55E7-493F2EDCA47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4165" y="2457467"/>
              <a:ext cx="45719" cy="45719"/>
              <a:chOff x="4108704" y="1731264"/>
              <a:chExt cx="1408176" cy="3072384"/>
            </a:xfrm>
          </p:grpSpPr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2F649C1D-C36A-CCA7-37DE-D8615DD50F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7C9C9166-F9B8-2723-0347-FC496184DB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535F5DD6-B78D-4C75-BFA7-85ABDFB5200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344" y="2491405"/>
              <a:ext cx="45719" cy="45719"/>
              <a:chOff x="4108704" y="1731264"/>
              <a:chExt cx="1408176" cy="3072384"/>
            </a:xfrm>
          </p:grpSpPr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464F3C10-DA6D-CF0E-D704-EBCCAAD215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BBD31F6B-6144-F9F0-6AD7-A654C470A5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98D95544-14B0-4EA9-EAC2-4072C3C94CF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07713" y="2457395"/>
              <a:ext cx="45719" cy="45719"/>
              <a:chOff x="4108704" y="1731264"/>
              <a:chExt cx="1408176" cy="3072384"/>
            </a:xfrm>
          </p:grpSpPr>
          <p:sp>
            <p:nvSpPr>
              <p:cNvPr id="85" name="Freihandform: Form 84">
                <a:extLst>
                  <a:ext uri="{FF2B5EF4-FFF2-40B4-BE49-F238E27FC236}">
                    <a16:creationId xmlns:a16="http://schemas.microsoft.com/office/drawing/2014/main" id="{BF90ABBF-6610-622D-2230-27483C2803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45516E62-1F8E-2A89-434B-CDF02C03B0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552F9194-DC81-8B5A-FE1E-8D8FBAE1AFC2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68557" y="2470673"/>
              <a:ext cx="45719" cy="45719"/>
              <a:chOff x="4108704" y="1731264"/>
              <a:chExt cx="1408176" cy="3072384"/>
            </a:xfrm>
          </p:grpSpPr>
          <p:sp>
            <p:nvSpPr>
              <p:cNvPr id="88" name="Freihandform: Form 87">
                <a:extLst>
                  <a:ext uri="{FF2B5EF4-FFF2-40B4-BE49-F238E27FC236}">
                    <a16:creationId xmlns:a16="http://schemas.microsoft.com/office/drawing/2014/main" id="{E9C3BF3C-4171-D705-0625-E950F8066D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9D7DDF51-9D11-7788-EB0E-9868570167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A6630702-11A1-9161-B5A1-F9DD12CAE0C6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6822" y="2456254"/>
              <a:ext cx="45719" cy="45719"/>
              <a:chOff x="4108704" y="1731264"/>
              <a:chExt cx="1408176" cy="3072384"/>
            </a:xfrm>
          </p:grpSpPr>
          <p:sp>
            <p:nvSpPr>
              <p:cNvPr id="91" name="Freihandform: Form 90">
                <a:extLst>
                  <a:ext uri="{FF2B5EF4-FFF2-40B4-BE49-F238E27FC236}">
                    <a16:creationId xmlns:a16="http://schemas.microsoft.com/office/drawing/2014/main" id="{378C4846-A1D3-25DA-3063-F12C9F9B62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5EC6AC49-21B2-C680-475F-478C6B8293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5C743B9B-A8BC-B64B-7479-D4F71582DC1D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83962" y="2486710"/>
              <a:ext cx="45719" cy="45719"/>
              <a:chOff x="4108704" y="1731264"/>
              <a:chExt cx="1408176" cy="3072384"/>
            </a:xfrm>
          </p:grpSpPr>
          <p:sp>
            <p:nvSpPr>
              <p:cNvPr id="94" name="Freihandform: Form 93">
                <a:extLst>
                  <a:ext uri="{FF2B5EF4-FFF2-40B4-BE49-F238E27FC236}">
                    <a16:creationId xmlns:a16="http://schemas.microsoft.com/office/drawing/2014/main" id="{FD5042A1-22D2-6CF1-02D9-2558244DDC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1C40684-CFB8-0042-836B-D49E16355B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05870497-894A-AF3B-ABC2-5514320610B5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7141" y="2520648"/>
              <a:ext cx="45719" cy="45719"/>
              <a:chOff x="4108704" y="1731264"/>
              <a:chExt cx="1408176" cy="3072384"/>
            </a:xfrm>
          </p:grpSpPr>
          <p:sp>
            <p:nvSpPr>
              <p:cNvPr id="97" name="Freihandform: Form 96">
                <a:extLst>
                  <a:ext uri="{FF2B5EF4-FFF2-40B4-BE49-F238E27FC236}">
                    <a16:creationId xmlns:a16="http://schemas.microsoft.com/office/drawing/2014/main" id="{78D04196-0B32-0E73-93FB-C4EB69B5AC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6B1D3A26-E8CA-1AA3-9BD8-54AA101100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9" name="Gruppieren 98">
              <a:extLst>
                <a:ext uri="{FF2B5EF4-FFF2-40B4-BE49-F238E27FC236}">
                  <a16:creationId xmlns:a16="http://schemas.microsoft.com/office/drawing/2014/main" id="{798BC491-0917-6015-A003-C9B64251F108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17510" y="2486638"/>
              <a:ext cx="45719" cy="45719"/>
              <a:chOff x="4108704" y="1731264"/>
              <a:chExt cx="1408176" cy="3072384"/>
            </a:xfrm>
          </p:grpSpPr>
          <p:sp>
            <p:nvSpPr>
              <p:cNvPr id="100" name="Freihandform: Form 99">
                <a:extLst>
                  <a:ext uri="{FF2B5EF4-FFF2-40B4-BE49-F238E27FC236}">
                    <a16:creationId xmlns:a16="http://schemas.microsoft.com/office/drawing/2014/main" id="{F21E9AD1-8D08-6736-62B7-9154519897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9BFEC631-BF93-AA55-6628-66820BC9F7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0B89B4B7-8522-7BB0-1986-F603FF8263E9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38354" y="2391441"/>
              <a:ext cx="45719" cy="45719"/>
              <a:chOff x="4108704" y="1731264"/>
              <a:chExt cx="1408176" cy="3072384"/>
            </a:xfrm>
          </p:grpSpPr>
          <p:sp>
            <p:nvSpPr>
              <p:cNvPr id="103" name="Freihandform: Form 102">
                <a:extLst>
                  <a:ext uri="{FF2B5EF4-FFF2-40B4-BE49-F238E27FC236}">
                    <a16:creationId xmlns:a16="http://schemas.microsoft.com/office/drawing/2014/main" id="{0B78D871-582A-6CCF-A6C1-7BC9FBD2F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1AF99BCF-2F1D-83FA-D05B-0DE7AA0EE5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2B077CF5-0979-CA35-3209-0D1ECE728343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619" y="2377022"/>
              <a:ext cx="45719" cy="45719"/>
              <a:chOff x="4108704" y="1731264"/>
              <a:chExt cx="1408176" cy="3072384"/>
            </a:xfrm>
          </p:grpSpPr>
          <p:sp>
            <p:nvSpPr>
              <p:cNvPr id="106" name="Freihandform: Form 105">
                <a:extLst>
                  <a:ext uri="{FF2B5EF4-FFF2-40B4-BE49-F238E27FC236}">
                    <a16:creationId xmlns:a16="http://schemas.microsoft.com/office/drawing/2014/main" id="{BFA4CD32-62A5-5DCF-775F-746881C0D5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6D1FB8AA-4985-2912-16F0-01E863E067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F86248E3-FECB-B3EE-18DB-151C01604B53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53759" y="2407478"/>
              <a:ext cx="45719" cy="45719"/>
              <a:chOff x="4108704" y="1731264"/>
              <a:chExt cx="1408176" cy="3072384"/>
            </a:xfrm>
          </p:grpSpPr>
          <p:sp>
            <p:nvSpPr>
              <p:cNvPr id="109" name="Freihandform: Form 108">
                <a:extLst>
                  <a:ext uri="{FF2B5EF4-FFF2-40B4-BE49-F238E27FC236}">
                    <a16:creationId xmlns:a16="http://schemas.microsoft.com/office/drawing/2014/main" id="{27E7D2EA-AE39-29C3-58D5-FF839C9C73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FCE2C231-17AE-B873-20D5-82C9BDFB69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83740E6E-15C3-0052-C3DF-BE4F731BBAF0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938" y="2441416"/>
              <a:ext cx="45719" cy="45719"/>
              <a:chOff x="4108704" y="1731264"/>
              <a:chExt cx="1408176" cy="3072384"/>
            </a:xfrm>
          </p:grpSpPr>
          <p:sp>
            <p:nvSpPr>
              <p:cNvPr id="112" name="Freihandform: Form 111">
                <a:extLst>
                  <a:ext uri="{FF2B5EF4-FFF2-40B4-BE49-F238E27FC236}">
                    <a16:creationId xmlns:a16="http://schemas.microsoft.com/office/drawing/2014/main" id="{6EA59606-AD65-9AB1-B095-1E694D868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BF2A360B-FD93-E290-CB0A-4B29B7E161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DC7862CB-179B-C323-BC3F-35353FB15F04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87307" y="2407406"/>
              <a:ext cx="45719" cy="45719"/>
              <a:chOff x="4108704" y="1731264"/>
              <a:chExt cx="1408176" cy="3072384"/>
            </a:xfrm>
          </p:grpSpPr>
          <p:sp>
            <p:nvSpPr>
              <p:cNvPr id="115" name="Freihandform: Form 114">
                <a:extLst>
                  <a:ext uri="{FF2B5EF4-FFF2-40B4-BE49-F238E27FC236}">
                    <a16:creationId xmlns:a16="http://schemas.microsoft.com/office/drawing/2014/main" id="{F3431375-2F86-DC13-7170-799F64AC2D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DD8C4BD3-4CDB-2AB7-62FB-2E2DB20D13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E1EB6D2F-6AFD-170D-0356-FC146A108574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14088" y="2383419"/>
              <a:ext cx="45719" cy="45719"/>
              <a:chOff x="4108704" y="1731264"/>
              <a:chExt cx="1408176" cy="3072384"/>
            </a:xfrm>
          </p:grpSpPr>
          <p:sp>
            <p:nvSpPr>
              <p:cNvPr id="118" name="Freihandform: Form 117">
                <a:extLst>
                  <a:ext uri="{FF2B5EF4-FFF2-40B4-BE49-F238E27FC236}">
                    <a16:creationId xmlns:a16="http://schemas.microsoft.com/office/drawing/2014/main" id="{CF9F786E-B708-BB86-3227-4D3A347E6E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A92EFF8-271B-2A9E-4887-011DB7A621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527D215D-6D60-3038-3ADC-48A010E50710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353" y="2369000"/>
              <a:ext cx="45719" cy="45719"/>
              <a:chOff x="4108704" y="1731264"/>
              <a:chExt cx="1408176" cy="3072384"/>
            </a:xfrm>
          </p:grpSpPr>
          <p:sp>
            <p:nvSpPr>
              <p:cNvPr id="121" name="Freihandform: Form 120">
                <a:extLst>
                  <a:ext uri="{FF2B5EF4-FFF2-40B4-BE49-F238E27FC236}">
                    <a16:creationId xmlns:a16="http://schemas.microsoft.com/office/drawing/2014/main" id="{17AAE2C5-305D-CD6E-3FE3-80F42FFD47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8D651337-D858-EE83-DD8C-A23EEAED4B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3" name="Gruppieren 122">
              <a:extLst>
                <a:ext uri="{FF2B5EF4-FFF2-40B4-BE49-F238E27FC236}">
                  <a16:creationId xmlns:a16="http://schemas.microsoft.com/office/drawing/2014/main" id="{2C364FE4-B388-372F-A5FB-8B2EA3341660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29493" y="2399456"/>
              <a:ext cx="45719" cy="45719"/>
              <a:chOff x="4108704" y="1731264"/>
              <a:chExt cx="1408176" cy="3072384"/>
            </a:xfrm>
          </p:grpSpPr>
          <p:sp>
            <p:nvSpPr>
              <p:cNvPr id="124" name="Freihandform: Form 123">
                <a:extLst>
                  <a:ext uri="{FF2B5EF4-FFF2-40B4-BE49-F238E27FC236}">
                    <a16:creationId xmlns:a16="http://schemas.microsoft.com/office/drawing/2014/main" id="{A39CA5CC-3D9D-1AE1-0B2F-FC9472D726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5A546E5D-674D-0AB2-75FD-454DB41467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3CD7065A-E371-1F70-59A9-E7C8A4C8DC1A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672" y="2433394"/>
              <a:ext cx="45719" cy="45719"/>
              <a:chOff x="4108704" y="1731264"/>
              <a:chExt cx="1408176" cy="3072384"/>
            </a:xfrm>
          </p:grpSpPr>
          <p:sp>
            <p:nvSpPr>
              <p:cNvPr id="127" name="Freihandform: Form 126">
                <a:extLst>
                  <a:ext uri="{FF2B5EF4-FFF2-40B4-BE49-F238E27FC236}">
                    <a16:creationId xmlns:a16="http://schemas.microsoft.com/office/drawing/2014/main" id="{376ED274-D666-94DE-DF01-8DC82A0A13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298193F1-2289-C600-AFC5-B66F4AA49A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674EC029-02F1-0BAB-0356-8D769CE5DA6D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63041" y="2399384"/>
              <a:ext cx="45719" cy="45719"/>
              <a:chOff x="4108704" y="1731264"/>
              <a:chExt cx="1408176" cy="3072384"/>
            </a:xfrm>
          </p:grpSpPr>
          <p:sp>
            <p:nvSpPr>
              <p:cNvPr id="130" name="Freihandform: Form 129">
                <a:extLst>
                  <a:ext uri="{FF2B5EF4-FFF2-40B4-BE49-F238E27FC236}">
                    <a16:creationId xmlns:a16="http://schemas.microsoft.com/office/drawing/2014/main" id="{872FD314-85D0-7A12-AA0F-EAB2EFC9E1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284BC841-0335-11B7-7B17-F43C5A1199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7BFA68DF-FE4D-4721-D07E-293F067363E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29553" y="2511893"/>
              <a:ext cx="45719" cy="45719"/>
              <a:chOff x="4108704" y="1731264"/>
              <a:chExt cx="1408176" cy="3072384"/>
            </a:xfrm>
          </p:grpSpPr>
          <p:sp>
            <p:nvSpPr>
              <p:cNvPr id="133" name="Freihandform: Form 132">
                <a:extLst>
                  <a:ext uri="{FF2B5EF4-FFF2-40B4-BE49-F238E27FC236}">
                    <a16:creationId xmlns:a16="http://schemas.microsoft.com/office/drawing/2014/main" id="{627C670B-C373-81EC-E51B-7A6B901D58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177E4592-D741-ACC1-0E69-1E97095119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5" name="Gruppieren 134">
              <a:extLst>
                <a:ext uri="{FF2B5EF4-FFF2-40B4-BE49-F238E27FC236}">
                  <a16:creationId xmlns:a16="http://schemas.microsoft.com/office/drawing/2014/main" id="{1D11BF35-D7BF-4C33-77CB-DE330A56EEDD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7818" y="2497474"/>
              <a:ext cx="45719" cy="45719"/>
              <a:chOff x="4108704" y="1731264"/>
              <a:chExt cx="1408176" cy="3072384"/>
            </a:xfrm>
          </p:grpSpPr>
          <p:sp>
            <p:nvSpPr>
              <p:cNvPr id="136" name="Freihandform: Form 135">
                <a:extLst>
                  <a:ext uri="{FF2B5EF4-FFF2-40B4-BE49-F238E27FC236}">
                    <a16:creationId xmlns:a16="http://schemas.microsoft.com/office/drawing/2014/main" id="{943AE97D-620E-AEF0-65A8-8FE4C8852B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837A219D-1307-248A-0C70-4CC4F98B7D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38" name="Gruppieren 137">
              <a:extLst>
                <a:ext uri="{FF2B5EF4-FFF2-40B4-BE49-F238E27FC236}">
                  <a16:creationId xmlns:a16="http://schemas.microsoft.com/office/drawing/2014/main" id="{B0B84D16-CF82-849A-5D6E-67207E106203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44958" y="2527930"/>
              <a:ext cx="45719" cy="45719"/>
              <a:chOff x="4108704" y="1731264"/>
              <a:chExt cx="1408176" cy="3072384"/>
            </a:xfrm>
          </p:grpSpPr>
          <p:sp>
            <p:nvSpPr>
              <p:cNvPr id="139" name="Freihandform: Form 138">
                <a:extLst>
                  <a:ext uri="{FF2B5EF4-FFF2-40B4-BE49-F238E27FC236}">
                    <a16:creationId xmlns:a16="http://schemas.microsoft.com/office/drawing/2014/main" id="{ABF1829A-94DA-F9DB-FE67-DB9D24CCA6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159E9411-2D72-B051-245D-E10C550F32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1" name="Gruppieren 140">
              <a:extLst>
                <a:ext uri="{FF2B5EF4-FFF2-40B4-BE49-F238E27FC236}">
                  <a16:creationId xmlns:a16="http://schemas.microsoft.com/office/drawing/2014/main" id="{4781CD51-A4CC-09C7-5D6C-63DBBC72A8A2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8137" y="2561868"/>
              <a:ext cx="45719" cy="45719"/>
              <a:chOff x="4108704" y="1731264"/>
              <a:chExt cx="1408176" cy="3072384"/>
            </a:xfrm>
          </p:grpSpPr>
          <p:sp>
            <p:nvSpPr>
              <p:cNvPr id="142" name="Freihandform: Form 141">
                <a:extLst>
                  <a:ext uri="{FF2B5EF4-FFF2-40B4-BE49-F238E27FC236}">
                    <a16:creationId xmlns:a16="http://schemas.microsoft.com/office/drawing/2014/main" id="{9B65E364-C12C-BC53-A43C-2466BD6F62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9E87024-E721-3297-759B-E93D505F62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A888EE14-28BC-36D8-8F7D-AA41E7FCBFD3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78506" y="2527858"/>
              <a:ext cx="45719" cy="45719"/>
              <a:chOff x="4108704" y="1731264"/>
              <a:chExt cx="1408176" cy="3072384"/>
            </a:xfrm>
          </p:grpSpPr>
          <p:sp>
            <p:nvSpPr>
              <p:cNvPr id="145" name="Freihandform: Form 144">
                <a:extLst>
                  <a:ext uri="{FF2B5EF4-FFF2-40B4-BE49-F238E27FC236}">
                    <a16:creationId xmlns:a16="http://schemas.microsoft.com/office/drawing/2014/main" id="{C3483D83-8C85-AD61-890D-D4D3C1FD1B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74D68165-54A9-A0D1-6A10-8372D69182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47" name="Gruppieren 146">
              <a:extLst>
                <a:ext uri="{FF2B5EF4-FFF2-40B4-BE49-F238E27FC236}">
                  <a16:creationId xmlns:a16="http://schemas.microsoft.com/office/drawing/2014/main" id="{7636D950-1709-735F-5FE2-85A892C974ED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88964" y="2508449"/>
              <a:ext cx="45719" cy="45719"/>
              <a:chOff x="4108704" y="1731264"/>
              <a:chExt cx="1408176" cy="3072384"/>
            </a:xfrm>
          </p:grpSpPr>
          <p:sp>
            <p:nvSpPr>
              <p:cNvPr id="148" name="Freihandform: Form 147">
                <a:extLst>
                  <a:ext uri="{FF2B5EF4-FFF2-40B4-BE49-F238E27FC236}">
                    <a16:creationId xmlns:a16="http://schemas.microsoft.com/office/drawing/2014/main" id="{DDF79F21-FA9E-B543-CF06-DA9E5AB9AA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94AF887-22BA-A329-94C0-CD0D213C44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0" name="Gruppieren 149">
              <a:extLst>
                <a:ext uri="{FF2B5EF4-FFF2-40B4-BE49-F238E27FC236}">
                  <a16:creationId xmlns:a16="http://schemas.microsoft.com/office/drawing/2014/main" id="{60BA66C6-DB91-7133-2157-22F76D5878CE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229" y="2494030"/>
              <a:ext cx="45719" cy="45719"/>
              <a:chOff x="4108704" y="1731264"/>
              <a:chExt cx="1408176" cy="3072384"/>
            </a:xfrm>
          </p:grpSpPr>
          <p:sp>
            <p:nvSpPr>
              <p:cNvPr id="151" name="Freihandform: Form 150">
                <a:extLst>
                  <a:ext uri="{FF2B5EF4-FFF2-40B4-BE49-F238E27FC236}">
                    <a16:creationId xmlns:a16="http://schemas.microsoft.com/office/drawing/2014/main" id="{8C2723AA-A64F-E958-25ED-10F3C64455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4B1ED164-ADA6-23A5-3865-D2A45D6C36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3" name="Gruppieren 152">
              <a:extLst>
                <a:ext uri="{FF2B5EF4-FFF2-40B4-BE49-F238E27FC236}">
                  <a16:creationId xmlns:a16="http://schemas.microsoft.com/office/drawing/2014/main" id="{8387B8B4-F871-28EF-4A89-FCF6790F1AA8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04369" y="2524486"/>
              <a:ext cx="45719" cy="45719"/>
              <a:chOff x="4108704" y="1731264"/>
              <a:chExt cx="1408176" cy="3072384"/>
            </a:xfrm>
          </p:grpSpPr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71D20CD1-6EC6-BBBD-B4FF-B081ACCE73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34AC8489-D1F2-57E0-EDDB-5D9B40D0B9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73908A7F-3516-5EA3-AD42-FAB74F7F0C9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548" y="2558424"/>
              <a:ext cx="45719" cy="45719"/>
              <a:chOff x="4108704" y="1731264"/>
              <a:chExt cx="1408176" cy="3072384"/>
            </a:xfrm>
          </p:grpSpPr>
          <p:sp>
            <p:nvSpPr>
              <p:cNvPr id="157" name="Freihandform: Form 156">
                <a:extLst>
                  <a:ext uri="{FF2B5EF4-FFF2-40B4-BE49-F238E27FC236}">
                    <a16:creationId xmlns:a16="http://schemas.microsoft.com/office/drawing/2014/main" id="{A5D53627-A677-6956-A7E7-E1CF16F8FF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C36DA5BF-1138-918B-F20B-04A54BE0F0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9" name="Gruppieren 158">
              <a:extLst>
                <a:ext uri="{FF2B5EF4-FFF2-40B4-BE49-F238E27FC236}">
                  <a16:creationId xmlns:a16="http://schemas.microsoft.com/office/drawing/2014/main" id="{2C59D648-B95A-A930-29B8-644B62387F7A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37917" y="2524414"/>
              <a:ext cx="45719" cy="45719"/>
              <a:chOff x="4108704" y="1731264"/>
              <a:chExt cx="1408176" cy="3072384"/>
            </a:xfrm>
          </p:grpSpPr>
          <p:sp>
            <p:nvSpPr>
              <p:cNvPr id="160" name="Freihandform: Form 159">
                <a:extLst>
                  <a:ext uri="{FF2B5EF4-FFF2-40B4-BE49-F238E27FC236}">
                    <a16:creationId xmlns:a16="http://schemas.microsoft.com/office/drawing/2014/main" id="{4A40C469-AC8B-F8F7-BAE7-8EF2DC56D8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F99F322B-68EE-722B-3EF3-9928A5E5CA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2" name="Gruppieren 161">
              <a:extLst>
                <a:ext uri="{FF2B5EF4-FFF2-40B4-BE49-F238E27FC236}">
                  <a16:creationId xmlns:a16="http://schemas.microsoft.com/office/drawing/2014/main" id="{D520500A-D420-5251-B700-6D71A15F2196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398761" y="2537692"/>
              <a:ext cx="45719" cy="45719"/>
              <a:chOff x="4108704" y="1731264"/>
              <a:chExt cx="1408176" cy="3072384"/>
            </a:xfrm>
          </p:grpSpPr>
          <p:sp>
            <p:nvSpPr>
              <p:cNvPr id="163" name="Freihandform: Form 162">
                <a:extLst>
                  <a:ext uri="{FF2B5EF4-FFF2-40B4-BE49-F238E27FC236}">
                    <a16:creationId xmlns:a16="http://schemas.microsoft.com/office/drawing/2014/main" id="{1CFED56C-A26E-3823-902D-9C757045E8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62B7484A-E84B-D01B-72C8-2F50E2ADF0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5" name="Gruppieren 164">
              <a:extLst>
                <a:ext uri="{FF2B5EF4-FFF2-40B4-BE49-F238E27FC236}">
                  <a16:creationId xmlns:a16="http://schemas.microsoft.com/office/drawing/2014/main" id="{3DDCA31E-CBDF-D2E2-AB17-8C08EB358AE7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026" y="2523273"/>
              <a:ext cx="45719" cy="45719"/>
              <a:chOff x="4108704" y="1731264"/>
              <a:chExt cx="1408176" cy="3072384"/>
            </a:xfrm>
          </p:grpSpPr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D1F18607-9B02-BE92-90BE-AB1A895D0C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9D6EA835-71B7-70EC-7145-41D3CD39E2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D87D60C5-0CCE-2475-AEB8-DB72A9999325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14166" y="2553729"/>
              <a:ext cx="45719" cy="45719"/>
              <a:chOff x="4108704" y="1731264"/>
              <a:chExt cx="1408176" cy="3072384"/>
            </a:xfrm>
          </p:grpSpPr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42DC0809-43FA-89E5-C066-6608EAA3D6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38060BDA-9197-39B9-BB5C-8AAEEF96A5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DF6EABF2-ED80-91E7-4754-3E62B5E96D12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345" y="2587667"/>
              <a:ext cx="45719" cy="45719"/>
              <a:chOff x="4108704" y="1731264"/>
              <a:chExt cx="1408176" cy="3072384"/>
            </a:xfrm>
          </p:grpSpPr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C0714027-790B-E197-6F25-61F661CE9F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755253B3-FC1C-3073-98F9-530B40417C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4" name="Gruppieren 173">
              <a:extLst>
                <a:ext uri="{FF2B5EF4-FFF2-40B4-BE49-F238E27FC236}">
                  <a16:creationId xmlns:a16="http://schemas.microsoft.com/office/drawing/2014/main" id="{E0485A41-5ACE-F8CE-5872-59A93DBCB927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47714" y="2553657"/>
              <a:ext cx="45719" cy="45719"/>
              <a:chOff x="4108704" y="1731264"/>
              <a:chExt cx="1408176" cy="3072384"/>
            </a:xfrm>
          </p:grpSpPr>
          <p:sp>
            <p:nvSpPr>
              <p:cNvPr id="175" name="Freihandform: Form 174">
                <a:extLst>
                  <a:ext uri="{FF2B5EF4-FFF2-40B4-BE49-F238E27FC236}">
                    <a16:creationId xmlns:a16="http://schemas.microsoft.com/office/drawing/2014/main" id="{49FF97AD-59E0-C943-C192-2B1BB2AF9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DC67200C-3445-4340-604C-92C035BCA8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7" name="Gruppieren 176">
              <a:extLst>
                <a:ext uri="{FF2B5EF4-FFF2-40B4-BE49-F238E27FC236}">
                  <a16:creationId xmlns:a16="http://schemas.microsoft.com/office/drawing/2014/main" id="{CB65C65D-1998-7BA2-BA62-5063FE6E2B2B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68558" y="2458460"/>
              <a:ext cx="45719" cy="45719"/>
              <a:chOff x="4108704" y="1731264"/>
              <a:chExt cx="1408176" cy="3072384"/>
            </a:xfrm>
          </p:grpSpPr>
          <p:sp>
            <p:nvSpPr>
              <p:cNvPr id="178" name="Freihandform: Form 177">
                <a:extLst>
                  <a:ext uri="{FF2B5EF4-FFF2-40B4-BE49-F238E27FC236}">
                    <a16:creationId xmlns:a16="http://schemas.microsoft.com/office/drawing/2014/main" id="{6CD0093F-71CF-78E4-FBCA-44913DDE6D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FDFBEC3D-7F26-A7E4-BF54-9C47CD02D2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0" name="Gruppieren 179">
              <a:extLst>
                <a:ext uri="{FF2B5EF4-FFF2-40B4-BE49-F238E27FC236}">
                  <a16:creationId xmlns:a16="http://schemas.microsoft.com/office/drawing/2014/main" id="{88131C7C-B82E-489A-05F2-7CB9D4785448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6823" y="2444041"/>
              <a:ext cx="45719" cy="45719"/>
              <a:chOff x="4108704" y="1731264"/>
              <a:chExt cx="1408176" cy="3072384"/>
            </a:xfrm>
          </p:grpSpPr>
          <p:sp>
            <p:nvSpPr>
              <p:cNvPr id="181" name="Freihandform: Form 180">
                <a:extLst>
                  <a:ext uri="{FF2B5EF4-FFF2-40B4-BE49-F238E27FC236}">
                    <a16:creationId xmlns:a16="http://schemas.microsoft.com/office/drawing/2014/main" id="{F828B879-F58C-1285-6748-227C7C67A5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B5EE8FBC-599D-FAF2-10B4-D3A0E8600A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3" name="Gruppieren 182">
              <a:extLst>
                <a:ext uri="{FF2B5EF4-FFF2-40B4-BE49-F238E27FC236}">
                  <a16:creationId xmlns:a16="http://schemas.microsoft.com/office/drawing/2014/main" id="{D218F2C6-72D6-CAD5-68F0-8A146133E3EA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83963" y="2474497"/>
              <a:ext cx="45719" cy="45719"/>
              <a:chOff x="4108704" y="1731264"/>
              <a:chExt cx="1408176" cy="3072384"/>
            </a:xfrm>
          </p:grpSpPr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63F36AC0-E99C-71F4-507F-0D63EB2BEF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E2C5BA8F-E822-9439-209C-7806CD4C79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AB461A9E-8F71-AE3C-1CD9-A6404870FF79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7142" y="2508435"/>
              <a:ext cx="45719" cy="45719"/>
              <a:chOff x="4108704" y="1731264"/>
              <a:chExt cx="1408176" cy="3072384"/>
            </a:xfrm>
          </p:grpSpPr>
          <p:sp>
            <p:nvSpPr>
              <p:cNvPr id="187" name="Freihandform: Form 186">
                <a:extLst>
                  <a:ext uri="{FF2B5EF4-FFF2-40B4-BE49-F238E27FC236}">
                    <a16:creationId xmlns:a16="http://schemas.microsoft.com/office/drawing/2014/main" id="{CD58CC24-FF1E-61A2-C0A3-A5D0DA9D1D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88CDACA7-D94B-E86D-31C5-BD1FB50CB6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9" name="Gruppieren 188">
              <a:extLst>
                <a:ext uri="{FF2B5EF4-FFF2-40B4-BE49-F238E27FC236}">
                  <a16:creationId xmlns:a16="http://schemas.microsoft.com/office/drawing/2014/main" id="{72432EB0-66C8-5D0B-DB55-931520FD9DEA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17511" y="2474425"/>
              <a:ext cx="45719" cy="45719"/>
              <a:chOff x="4108704" y="1731264"/>
              <a:chExt cx="1408176" cy="3072384"/>
            </a:xfrm>
          </p:grpSpPr>
          <p:sp>
            <p:nvSpPr>
              <p:cNvPr id="190" name="Freihandform: Form 189">
                <a:extLst>
                  <a:ext uri="{FF2B5EF4-FFF2-40B4-BE49-F238E27FC236}">
                    <a16:creationId xmlns:a16="http://schemas.microsoft.com/office/drawing/2014/main" id="{5A4BBFBA-8876-A169-3F66-E69EB63082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E32AC8BA-EA14-EEAE-B705-D53E386CA0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2" name="Gruppieren 191">
              <a:extLst>
                <a:ext uri="{FF2B5EF4-FFF2-40B4-BE49-F238E27FC236}">
                  <a16:creationId xmlns:a16="http://schemas.microsoft.com/office/drawing/2014/main" id="{AA4A3271-BA00-1FFB-D631-21AD394DD57A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44292" y="2450438"/>
              <a:ext cx="45719" cy="45719"/>
              <a:chOff x="4108704" y="1731264"/>
              <a:chExt cx="1408176" cy="3072384"/>
            </a:xfrm>
          </p:grpSpPr>
          <p:sp>
            <p:nvSpPr>
              <p:cNvPr id="193" name="Freihandform: Form 192">
                <a:extLst>
                  <a:ext uri="{FF2B5EF4-FFF2-40B4-BE49-F238E27FC236}">
                    <a16:creationId xmlns:a16="http://schemas.microsoft.com/office/drawing/2014/main" id="{DE270D76-C7CC-47B6-99C5-1D8D2B3533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C504D7E9-A6CE-C450-7D08-5A2FB2B251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5" name="Gruppieren 194">
              <a:extLst>
                <a:ext uri="{FF2B5EF4-FFF2-40B4-BE49-F238E27FC236}">
                  <a16:creationId xmlns:a16="http://schemas.microsoft.com/office/drawing/2014/main" id="{CF8428FE-93B3-D195-1E02-5A6F3F9503E3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557" y="2436019"/>
              <a:ext cx="45719" cy="45719"/>
              <a:chOff x="4108704" y="1731264"/>
              <a:chExt cx="1408176" cy="3072384"/>
            </a:xfrm>
          </p:grpSpPr>
          <p:sp>
            <p:nvSpPr>
              <p:cNvPr id="196" name="Freihandform: Form 195">
                <a:extLst>
                  <a:ext uri="{FF2B5EF4-FFF2-40B4-BE49-F238E27FC236}">
                    <a16:creationId xmlns:a16="http://schemas.microsoft.com/office/drawing/2014/main" id="{9A6ABC82-0A3A-EEB1-CC2E-AF06984CEC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07AAC4E7-5301-14A5-9320-0E809FCD32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497BDB2E-8B17-864C-A43C-CA5AD692FD67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59697" y="2466475"/>
              <a:ext cx="45719" cy="45719"/>
              <a:chOff x="4108704" y="1731264"/>
              <a:chExt cx="1408176" cy="3072384"/>
            </a:xfrm>
          </p:grpSpPr>
          <p:sp>
            <p:nvSpPr>
              <p:cNvPr id="199" name="Freihandform: Form 198">
                <a:extLst>
                  <a:ext uri="{FF2B5EF4-FFF2-40B4-BE49-F238E27FC236}">
                    <a16:creationId xmlns:a16="http://schemas.microsoft.com/office/drawing/2014/main" id="{BAC69338-B9D5-23D7-4183-121578E3FB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E168A6DD-C5E0-1814-CA6B-DD39257685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1" name="Gruppieren 200">
              <a:extLst>
                <a:ext uri="{FF2B5EF4-FFF2-40B4-BE49-F238E27FC236}">
                  <a16:creationId xmlns:a16="http://schemas.microsoft.com/office/drawing/2014/main" id="{0EA19CAA-1DC8-B3C5-8D66-80C9046BAAD3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876" y="2500413"/>
              <a:ext cx="45719" cy="45719"/>
              <a:chOff x="4108704" y="1731264"/>
              <a:chExt cx="1408176" cy="3072384"/>
            </a:xfrm>
          </p:grpSpPr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05A6CEDD-DEA3-D502-EEC5-CE343D56ED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610BD2DF-5F5B-CB41-04CD-FF760D4827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4" name="Gruppieren 203">
              <a:extLst>
                <a:ext uri="{FF2B5EF4-FFF2-40B4-BE49-F238E27FC236}">
                  <a16:creationId xmlns:a16="http://schemas.microsoft.com/office/drawing/2014/main" id="{07AC3A45-D5B3-967E-1B2E-B044F2D34D8E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93245" y="2466403"/>
              <a:ext cx="45719" cy="45719"/>
              <a:chOff x="4108704" y="1731264"/>
              <a:chExt cx="1408176" cy="3072384"/>
            </a:xfrm>
          </p:grpSpPr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8BF96C9D-1BBB-8A5E-7410-BAD70105F6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DA6A0CFA-712C-2776-1B6F-AED8F8FE5A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338C8E5D-6C4D-5BA1-A62E-DA5F63530D9A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1494" y="2699766"/>
              <a:ext cx="45719" cy="45719"/>
              <a:chOff x="4108704" y="1731264"/>
              <a:chExt cx="1408176" cy="3072384"/>
            </a:xfrm>
          </p:grpSpPr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CACBA271-584A-5F35-B398-014A05396A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4AEBBAEF-37AC-763F-E5E7-E5CC02216F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0" name="Gruppieren 209">
              <a:extLst>
                <a:ext uri="{FF2B5EF4-FFF2-40B4-BE49-F238E27FC236}">
                  <a16:creationId xmlns:a16="http://schemas.microsoft.com/office/drawing/2014/main" id="{9DB36EDC-2C1E-CDA7-DA56-5F27EBFF389B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5295" y="2613764"/>
              <a:ext cx="45719" cy="45719"/>
              <a:chOff x="4108704" y="1731264"/>
              <a:chExt cx="1408176" cy="3072384"/>
            </a:xfrm>
          </p:grpSpPr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7D3D2E88-ABCD-D061-6FED-06895672B4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2" name="Ellipse 211">
                <a:extLst>
                  <a:ext uri="{FF2B5EF4-FFF2-40B4-BE49-F238E27FC236}">
                    <a16:creationId xmlns:a16="http://schemas.microsoft.com/office/drawing/2014/main" id="{436FC71E-54B9-BDCE-71CB-388089D981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F340BEC1-EB3C-295B-D2F6-75CBA70E655D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81998" y="2560257"/>
              <a:ext cx="45719" cy="45719"/>
              <a:chOff x="4108704" y="1731264"/>
              <a:chExt cx="1408176" cy="3072384"/>
            </a:xfrm>
          </p:grpSpPr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DB4244B8-2B47-61A0-E812-FC95B93C5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8F94D01F-BE95-E8D7-1950-B45B1E2AB4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6" name="Gruppieren 215">
              <a:extLst>
                <a:ext uri="{FF2B5EF4-FFF2-40B4-BE49-F238E27FC236}">
                  <a16:creationId xmlns:a16="http://schemas.microsoft.com/office/drawing/2014/main" id="{F173E27E-C69F-F014-10EA-8B23A1146671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6723" y="2735961"/>
              <a:ext cx="45719" cy="45719"/>
              <a:chOff x="4108704" y="1731264"/>
              <a:chExt cx="1408176" cy="3072384"/>
            </a:xfrm>
          </p:grpSpPr>
          <p:sp>
            <p:nvSpPr>
              <p:cNvPr id="217" name="Freihandform: Form 216">
                <a:extLst>
                  <a:ext uri="{FF2B5EF4-FFF2-40B4-BE49-F238E27FC236}">
                    <a16:creationId xmlns:a16="http://schemas.microsoft.com/office/drawing/2014/main" id="{AB6D0980-2B56-40D2-613B-BD57992D25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A85877B9-55E9-A38D-60DB-DA8F160D20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</p:grp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4026007B-C0B8-BE67-7D9E-48C7051411DC}"/>
              </a:ext>
            </a:extLst>
          </p:cNvPr>
          <p:cNvGrpSpPr>
            <a:grpSpLocks/>
          </p:cNvGrpSpPr>
          <p:nvPr/>
        </p:nvGrpSpPr>
        <p:grpSpPr>
          <a:xfrm>
            <a:off x="6173937" y="3601901"/>
            <a:ext cx="45719" cy="66780"/>
            <a:chOff x="486845" y="1868543"/>
            <a:chExt cx="2243329" cy="3276745"/>
          </a:xfrm>
        </p:grpSpPr>
        <p:pic>
          <p:nvPicPr>
            <p:cNvPr id="253" name="Grafik 252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2CFB48E2-359E-803E-483A-053C0988F6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254" name="Grafik 253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1F5160B1-5375-415A-09FF-8D69E3DD2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4D39BB91-4D38-7EAE-2097-2276B94E434C}"/>
                </a:ext>
              </a:extLst>
            </p:cNvPr>
            <p:cNvSpPr>
              <a:spLocks/>
            </p:cNvSpPr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pic>
        <p:nvPicPr>
          <p:cNvPr id="256" name="Grafik 255">
            <a:extLst>
              <a:ext uri="{FF2B5EF4-FFF2-40B4-BE49-F238E27FC236}">
                <a16:creationId xmlns:a16="http://schemas.microsoft.com/office/drawing/2014/main" id="{4A0C36CB-07F2-F2BB-293C-EDF2541ACC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88" t="85121" r="5402" b="713"/>
          <a:stretch/>
        </p:blipFill>
        <p:spPr>
          <a:xfrm>
            <a:off x="5993647" y="5336069"/>
            <a:ext cx="4119042" cy="908090"/>
          </a:xfrm>
          <a:prstGeom prst="rect">
            <a:avLst/>
          </a:prstGeom>
        </p:spPr>
      </p:pic>
      <p:pic>
        <p:nvPicPr>
          <p:cNvPr id="257" name="Grafik 256">
            <a:extLst>
              <a:ext uri="{FF2B5EF4-FFF2-40B4-BE49-F238E27FC236}">
                <a16:creationId xmlns:a16="http://schemas.microsoft.com/office/drawing/2014/main" id="{56D18A5A-D4CC-0B5F-CB47-7DCE951963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63" t="35860" r="42769" b="62041"/>
          <a:stretch/>
        </p:blipFill>
        <p:spPr>
          <a:xfrm>
            <a:off x="5316907" y="2186380"/>
            <a:ext cx="585216" cy="134554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5827456-4C4C-2560-1F7A-DFD0CDF090DA}"/>
              </a:ext>
            </a:extLst>
          </p:cNvPr>
          <p:cNvGrpSpPr/>
          <p:nvPr/>
        </p:nvGrpSpPr>
        <p:grpSpPr>
          <a:xfrm>
            <a:off x="5594630" y="2783958"/>
            <a:ext cx="479408" cy="456372"/>
            <a:chOff x="5376831" y="3263818"/>
            <a:chExt cx="479408" cy="456372"/>
          </a:xfrm>
        </p:grpSpPr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0BDC71A0-D95A-B73A-A7DF-768BAE6899DF}"/>
                </a:ext>
              </a:extLst>
            </p:cNvPr>
            <p:cNvSpPr>
              <a:spLocks/>
            </p:cNvSpPr>
            <p:nvPr/>
          </p:nvSpPr>
          <p:spPr>
            <a:xfrm>
              <a:off x="5478860" y="3491601"/>
              <a:ext cx="97553" cy="1106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pic>
          <p:nvPicPr>
            <p:cNvPr id="230" name="Grafik 229">
              <a:extLst>
                <a:ext uri="{FF2B5EF4-FFF2-40B4-BE49-F238E27FC236}">
                  <a16:creationId xmlns:a16="http://schemas.microsoft.com/office/drawing/2014/main" id="{EA3CED0E-47D6-00CB-6CAF-F5696C95C0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9977" r="9213"/>
            <a:stretch/>
          </p:blipFill>
          <p:spPr>
            <a:xfrm rot="16200000">
              <a:off x="5466855" y="3581248"/>
              <a:ext cx="131771" cy="70174"/>
            </a:xfrm>
            <a:prstGeom prst="rect">
              <a:avLst/>
            </a:prstGeom>
          </p:spPr>
        </p:pic>
        <p:grpSp>
          <p:nvGrpSpPr>
            <p:cNvPr id="233" name="Gruppieren 232">
              <a:extLst>
                <a:ext uri="{FF2B5EF4-FFF2-40B4-BE49-F238E27FC236}">
                  <a16:creationId xmlns:a16="http://schemas.microsoft.com/office/drawing/2014/main" id="{4775B3B3-9991-BFF1-DB16-888D2814D03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2931" y="3417758"/>
              <a:ext cx="70176" cy="136597"/>
              <a:chOff x="4689972" y="717764"/>
              <a:chExt cx="3666628" cy="7137039"/>
            </a:xfrm>
          </p:grpSpPr>
          <p:pic>
            <p:nvPicPr>
              <p:cNvPr id="234" name="Grafik 233">
                <a:extLst>
                  <a:ext uri="{FF2B5EF4-FFF2-40B4-BE49-F238E27FC236}">
                    <a16:creationId xmlns:a16="http://schemas.microsoft.com/office/drawing/2014/main" id="{5BDEE8F8-A17B-F868-298B-A7020BBC6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7091" b="95080" l="8451" r="90423">
                            <a14:foregroundMark x1="8451" y1="59768" x2="8451" y2="59768"/>
                            <a14:foregroundMark x1="11831" y1="56006" x2="13239" y2="81910"/>
                            <a14:foregroundMark x1="13239" y1="81910" x2="26197" y2="92909"/>
                            <a14:foregroundMark x1="26197" y1="92909" x2="71549" y2="95369"/>
                            <a14:foregroundMark x1="71549" y1="95369" x2="83662" y2="84081"/>
                            <a14:foregroundMark x1="83662" y1="84081" x2="80282" y2="60203"/>
                            <a14:foregroundMark x1="80282" y1="60203" x2="33239" y2="58177"/>
                            <a14:foregroundMark x1="33239" y1="58177" x2="56338" y2="67438"/>
                            <a14:foregroundMark x1="56338" y1="67438" x2="85070" y2="72793"/>
                            <a14:foregroundMark x1="85070" y1="72793" x2="43380" y2="75687"/>
                            <a14:foregroundMark x1="43380" y1="75687" x2="60845" y2="85239"/>
                            <a14:foregroundMark x1="60845" y1="85239" x2="70986" y2="86107"/>
                            <a14:foregroundMark x1="27606" y1="58321" x2="38873" y2="75687"/>
                            <a14:foregroundMark x1="38873" y1="75687" x2="40000" y2="63531"/>
                            <a14:foregroundMark x1="59718" y1="59768" x2="57465" y2="82634"/>
                            <a14:foregroundMark x1="22254" y1="56585" x2="19718" y2="84949"/>
                            <a14:foregroundMark x1="27606" y1="63097" x2="29014" y2="85094"/>
                            <a14:foregroundMark x1="29014" y1="85094" x2="33521" y2="72938"/>
                            <a14:foregroundMark x1="8732" y1="90738" x2="87606" y2="94790"/>
                            <a14:foregroundMark x1="87606" y1="94790" x2="90423" y2="58177"/>
                            <a14:foregroundMark x1="90423" y1="58177" x2="65352" y2="54993"/>
                            <a14:foregroundMark x1="57746" y1="74674" x2="75493" y2="78726"/>
                            <a14:foregroundMark x1="47606" y1="55137" x2="45634" y2="43415"/>
                            <a14:foregroundMark x1="45634" y1="43415" x2="39155" y2="36469"/>
                            <a14:foregroundMark x1="48732" y1="42258" x2="74930" y2="26049"/>
                            <a14:foregroundMark x1="74930" y1="26049" x2="74366" y2="16498"/>
                            <a14:foregroundMark x1="74366" y1="16498" x2="47606" y2="10854"/>
                            <a14:foregroundMark x1="47606" y1="10854" x2="29296" y2="11288"/>
                            <a14:foregroundMark x1="29296" y1="11288" x2="21408" y2="19682"/>
                            <a14:foregroundMark x1="21408" y1="19682" x2="23944" y2="31693"/>
                            <a14:foregroundMark x1="23944" y1="31693" x2="42254" y2="41389"/>
                            <a14:foregroundMark x1="42254" y1="41389" x2="43380" y2="41679"/>
                            <a14:foregroundMark x1="67887" y1="12156" x2="51549" y2="7670"/>
                            <a14:foregroundMark x1="51549" y1="7670" x2="54930" y2="8683"/>
                            <a14:foregroundMark x1="69014" y1="10420" x2="51831" y2="7091"/>
                            <a14:foregroundMark x1="51831" y1="7091" x2="33521" y2="10130"/>
                            <a14:foregroundMark x1="33521" y1="10130" x2="28169" y2="1273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689972" y="717764"/>
                <a:ext cx="3666628" cy="7137039"/>
              </a:xfrm>
              <a:prstGeom prst="rect">
                <a:avLst/>
              </a:prstGeom>
            </p:spPr>
          </p:pic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CDF3E90B-73CF-1D56-3592-1351373E61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78200" y="973051"/>
                <a:ext cx="2567628" cy="3512589"/>
              </a:xfrm>
              <a:custGeom>
                <a:avLst/>
                <a:gdLst>
                  <a:gd name="connsiteX0" fmla="*/ 1725520 w 2567628"/>
                  <a:gd name="connsiteY0" fmla="*/ 3512589 h 3512589"/>
                  <a:gd name="connsiteX1" fmla="*/ 1689960 w 2567628"/>
                  <a:gd name="connsiteY1" fmla="*/ 3187469 h 3512589"/>
                  <a:gd name="connsiteX2" fmla="*/ 1740760 w 2567628"/>
                  <a:gd name="connsiteY2" fmla="*/ 2791229 h 3512589"/>
                  <a:gd name="connsiteX3" fmla="*/ 1959200 w 2567628"/>
                  <a:gd name="connsiteY3" fmla="*/ 2450869 h 3512589"/>
                  <a:gd name="connsiteX4" fmla="*/ 2269080 w 2567628"/>
                  <a:gd name="connsiteY4" fmla="*/ 1988589 h 3512589"/>
                  <a:gd name="connsiteX5" fmla="*/ 2518000 w 2567628"/>
                  <a:gd name="connsiteY5" fmla="*/ 1363749 h 3512589"/>
                  <a:gd name="connsiteX6" fmla="*/ 2533240 w 2567628"/>
                  <a:gd name="connsiteY6" fmla="*/ 911629 h 3512589"/>
                  <a:gd name="connsiteX7" fmla="*/ 2142080 w 2567628"/>
                  <a:gd name="connsiteY7" fmla="*/ 307109 h 3512589"/>
                  <a:gd name="connsiteX8" fmla="*/ 1659480 w 2567628"/>
                  <a:gd name="connsiteY8" fmla="*/ 48029 h 3512589"/>
                  <a:gd name="connsiteX9" fmla="*/ 1156560 w 2567628"/>
                  <a:gd name="connsiteY9" fmla="*/ 7389 h 3512589"/>
                  <a:gd name="connsiteX10" fmla="*/ 724760 w 2567628"/>
                  <a:gd name="connsiteY10" fmla="*/ 139469 h 3512589"/>
                  <a:gd name="connsiteX11" fmla="*/ 313280 w 2567628"/>
                  <a:gd name="connsiteY11" fmla="*/ 449349 h 3512589"/>
                  <a:gd name="connsiteX12" fmla="*/ 49120 w 2567628"/>
                  <a:gd name="connsiteY12" fmla="*/ 992909 h 3512589"/>
                  <a:gd name="connsiteX13" fmla="*/ 13560 w 2567628"/>
                  <a:gd name="connsiteY13" fmla="*/ 1739669 h 3512589"/>
                  <a:gd name="connsiteX14" fmla="*/ 206600 w 2567628"/>
                  <a:gd name="connsiteY14" fmla="*/ 2171469 h 3512589"/>
                  <a:gd name="connsiteX15" fmla="*/ 546960 w 2567628"/>
                  <a:gd name="connsiteY15" fmla="*/ 2593109 h 3512589"/>
                  <a:gd name="connsiteX16" fmla="*/ 618080 w 2567628"/>
                  <a:gd name="connsiteY16" fmla="*/ 2750589 h 3512589"/>
                  <a:gd name="connsiteX17" fmla="*/ 755240 w 2567628"/>
                  <a:gd name="connsiteY17" fmla="*/ 3040149 h 3512589"/>
                  <a:gd name="connsiteX18" fmla="*/ 806040 w 2567628"/>
                  <a:gd name="connsiteY18" fmla="*/ 3405909 h 3512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67628" h="3512589">
                    <a:moveTo>
                      <a:pt x="1725520" y="3512589"/>
                    </a:moveTo>
                    <a:cubicBezTo>
                      <a:pt x="1706470" y="3410142"/>
                      <a:pt x="1687420" y="3307696"/>
                      <a:pt x="1689960" y="3187469"/>
                    </a:cubicBezTo>
                    <a:cubicBezTo>
                      <a:pt x="1692500" y="3067242"/>
                      <a:pt x="1695887" y="2913996"/>
                      <a:pt x="1740760" y="2791229"/>
                    </a:cubicBezTo>
                    <a:cubicBezTo>
                      <a:pt x="1785633" y="2668462"/>
                      <a:pt x="1871147" y="2584642"/>
                      <a:pt x="1959200" y="2450869"/>
                    </a:cubicBezTo>
                    <a:cubicBezTo>
                      <a:pt x="2047253" y="2317096"/>
                      <a:pt x="2175947" y="2169776"/>
                      <a:pt x="2269080" y="1988589"/>
                    </a:cubicBezTo>
                    <a:cubicBezTo>
                      <a:pt x="2362213" y="1807402"/>
                      <a:pt x="2473973" y="1543242"/>
                      <a:pt x="2518000" y="1363749"/>
                    </a:cubicBezTo>
                    <a:cubicBezTo>
                      <a:pt x="2562027" y="1184256"/>
                      <a:pt x="2595893" y="1087736"/>
                      <a:pt x="2533240" y="911629"/>
                    </a:cubicBezTo>
                    <a:cubicBezTo>
                      <a:pt x="2470587" y="735522"/>
                      <a:pt x="2287707" y="451042"/>
                      <a:pt x="2142080" y="307109"/>
                    </a:cubicBezTo>
                    <a:cubicBezTo>
                      <a:pt x="1996453" y="163176"/>
                      <a:pt x="1823733" y="97982"/>
                      <a:pt x="1659480" y="48029"/>
                    </a:cubicBezTo>
                    <a:cubicBezTo>
                      <a:pt x="1495227" y="-1924"/>
                      <a:pt x="1312347" y="-7851"/>
                      <a:pt x="1156560" y="7389"/>
                    </a:cubicBezTo>
                    <a:cubicBezTo>
                      <a:pt x="1000773" y="22629"/>
                      <a:pt x="865307" y="65809"/>
                      <a:pt x="724760" y="139469"/>
                    </a:cubicBezTo>
                    <a:cubicBezTo>
                      <a:pt x="584213" y="213129"/>
                      <a:pt x="425887" y="307109"/>
                      <a:pt x="313280" y="449349"/>
                    </a:cubicBezTo>
                    <a:cubicBezTo>
                      <a:pt x="200673" y="591589"/>
                      <a:pt x="99073" y="777856"/>
                      <a:pt x="49120" y="992909"/>
                    </a:cubicBezTo>
                    <a:cubicBezTo>
                      <a:pt x="-833" y="1207962"/>
                      <a:pt x="-12687" y="1543242"/>
                      <a:pt x="13560" y="1739669"/>
                    </a:cubicBezTo>
                    <a:cubicBezTo>
                      <a:pt x="39807" y="1936096"/>
                      <a:pt x="117700" y="2029229"/>
                      <a:pt x="206600" y="2171469"/>
                    </a:cubicBezTo>
                    <a:cubicBezTo>
                      <a:pt x="295500" y="2313709"/>
                      <a:pt x="478380" y="2496589"/>
                      <a:pt x="546960" y="2593109"/>
                    </a:cubicBezTo>
                    <a:cubicBezTo>
                      <a:pt x="615540" y="2689629"/>
                      <a:pt x="583367" y="2676082"/>
                      <a:pt x="618080" y="2750589"/>
                    </a:cubicBezTo>
                    <a:cubicBezTo>
                      <a:pt x="652793" y="2825096"/>
                      <a:pt x="723913" y="2930929"/>
                      <a:pt x="755240" y="3040149"/>
                    </a:cubicBezTo>
                    <a:cubicBezTo>
                      <a:pt x="786567" y="3149369"/>
                      <a:pt x="796303" y="3277639"/>
                      <a:pt x="806040" y="3405909"/>
                    </a:cubicBezTo>
                  </a:path>
                </a:pathLst>
              </a:custGeom>
              <a:ln w="31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C322ADE6-439D-E9CC-4023-B3594C68CD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75903" y="1560585"/>
                <a:ext cx="1652387" cy="1620041"/>
              </a:xfrm>
              <a:custGeom>
                <a:avLst/>
                <a:gdLst>
                  <a:gd name="connsiteX0" fmla="*/ 582657 w 1652387"/>
                  <a:gd name="connsiteY0" fmla="*/ 14215 h 1620041"/>
                  <a:gd name="connsiteX1" fmla="*/ 272777 w 1652387"/>
                  <a:gd name="connsiteY1" fmla="*/ 186935 h 1620041"/>
                  <a:gd name="connsiteX2" fmla="*/ 44177 w 1652387"/>
                  <a:gd name="connsiteY2" fmla="*/ 527295 h 1620041"/>
                  <a:gd name="connsiteX3" fmla="*/ 3537 w 1652387"/>
                  <a:gd name="connsiteY3" fmla="*/ 908295 h 1620041"/>
                  <a:gd name="connsiteX4" fmla="*/ 94977 w 1652387"/>
                  <a:gd name="connsiteY4" fmla="*/ 1248655 h 1620041"/>
                  <a:gd name="connsiteX5" fmla="*/ 303257 w 1652387"/>
                  <a:gd name="connsiteY5" fmla="*/ 1528055 h 1620041"/>
                  <a:gd name="connsiteX6" fmla="*/ 608057 w 1652387"/>
                  <a:gd name="connsiteY6" fmla="*/ 1619495 h 1620041"/>
                  <a:gd name="connsiteX7" fmla="*/ 1136377 w 1652387"/>
                  <a:gd name="connsiteY7" fmla="*/ 1548375 h 1620041"/>
                  <a:gd name="connsiteX8" fmla="*/ 1502137 w 1652387"/>
                  <a:gd name="connsiteY8" fmla="*/ 1238495 h 1620041"/>
                  <a:gd name="connsiteX9" fmla="*/ 1649457 w 1652387"/>
                  <a:gd name="connsiteY9" fmla="*/ 801615 h 1620041"/>
                  <a:gd name="connsiteX10" fmla="*/ 1558017 w 1652387"/>
                  <a:gd name="connsiteY10" fmla="*/ 339335 h 1620041"/>
                  <a:gd name="connsiteX11" fmla="*/ 1095737 w 1652387"/>
                  <a:gd name="connsiteY11" fmla="*/ 49775 h 1620041"/>
                  <a:gd name="connsiteX12" fmla="*/ 735057 w 1652387"/>
                  <a:gd name="connsiteY12" fmla="*/ 14215 h 1620041"/>
                  <a:gd name="connsiteX13" fmla="*/ 582657 w 1652387"/>
                  <a:gd name="connsiteY13" fmla="*/ 14215 h 1620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52387" h="1620041">
                    <a:moveTo>
                      <a:pt x="582657" y="14215"/>
                    </a:moveTo>
                    <a:cubicBezTo>
                      <a:pt x="505610" y="43002"/>
                      <a:pt x="362524" y="101422"/>
                      <a:pt x="272777" y="186935"/>
                    </a:cubicBezTo>
                    <a:cubicBezTo>
                      <a:pt x="183030" y="272448"/>
                      <a:pt x="89050" y="407068"/>
                      <a:pt x="44177" y="527295"/>
                    </a:cubicBezTo>
                    <a:cubicBezTo>
                      <a:pt x="-696" y="647522"/>
                      <a:pt x="-4930" y="788068"/>
                      <a:pt x="3537" y="908295"/>
                    </a:cubicBezTo>
                    <a:cubicBezTo>
                      <a:pt x="12004" y="1028522"/>
                      <a:pt x="45024" y="1145362"/>
                      <a:pt x="94977" y="1248655"/>
                    </a:cubicBezTo>
                    <a:cubicBezTo>
                      <a:pt x="144930" y="1351948"/>
                      <a:pt x="217744" y="1466248"/>
                      <a:pt x="303257" y="1528055"/>
                    </a:cubicBezTo>
                    <a:cubicBezTo>
                      <a:pt x="388770" y="1589862"/>
                      <a:pt x="469204" y="1616108"/>
                      <a:pt x="608057" y="1619495"/>
                    </a:cubicBezTo>
                    <a:cubicBezTo>
                      <a:pt x="746910" y="1622882"/>
                      <a:pt x="987364" y="1611875"/>
                      <a:pt x="1136377" y="1548375"/>
                    </a:cubicBezTo>
                    <a:cubicBezTo>
                      <a:pt x="1285390" y="1484875"/>
                      <a:pt x="1416624" y="1362955"/>
                      <a:pt x="1502137" y="1238495"/>
                    </a:cubicBezTo>
                    <a:cubicBezTo>
                      <a:pt x="1587650" y="1114035"/>
                      <a:pt x="1640144" y="951475"/>
                      <a:pt x="1649457" y="801615"/>
                    </a:cubicBezTo>
                    <a:cubicBezTo>
                      <a:pt x="1658770" y="651755"/>
                      <a:pt x="1650304" y="464642"/>
                      <a:pt x="1558017" y="339335"/>
                    </a:cubicBezTo>
                    <a:cubicBezTo>
                      <a:pt x="1465730" y="214028"/>
                      <a:pt x="1232897" y="103962"/>
                      <a:pt x="1095737" y="49775"/>
                    </a:cubicBezTo>
                    <a:cubicBezTo>
                      <a:pt x="958577" y="-4412"/>
                      <a:pt x="820570" y="20142"/>
                      <a:pt x="735057" y="14215"/>
                    </a:cubicBezTo>
                    <a:cubicBezTo>
                      <a:pt x="649544" y="8288"/>
                      <a:pt x="659704" y="-14572"/>
                      <a:pt x="582657" y="14215"/>
                    </a:cubicBezTo>
                    <a:close/>
                  </a:path>
                </a:pathLst>
              </a:custGeom>
              <a:noFill/>
              <a:ln w="31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sp>
          <p:nvSpPr>
            <p:cNvPr id="237" name="Pfeil: nach unten gekrümmt 236">
              <a:extLst>
                <a:ext uri="{FF2B5EF4-FFF2-40B4-BE49-F238E27FC236}">
                  <a16:creationId xmlns:a16="http://schemas.microsoft.com/office/drawing/2014/main" id="{B1D25ECB-52E3-6258-9D7A-D3178788D8A6}"/>
                </a:ext>
              </a:extLst>
            </p:cNvPr>
            <p:cNvSpPr>
              <a:spLocks/>
            </p:cNvSpPr>
            <p:nvPr/>
          </p:nvSpPr>
          <p:spPr>
            <a:xfrm rot="260469">
              <a:off x="5528436" y="3350815"/>
              <a:ext cx="97553" cy="45719"/>
            </a:xfrm>
            <a:prstGeom prst="curved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4BBE4F83-C44E-7DEE-491A-EBAA58BE796D}"/>
                </a:ext>
              </a:extLst>
            </p:cNvPr>
            <p:cNvSpPr>
              <a:spLocks/>
            </p:cNvSpPr>
            <p:nvPr/>
          </p:nvSpPr>
          <p:spPr>
            <a:xfrm>
              <a:off x="5565873" y="3427207"/>
              <a:ext cx="93242" cy="5084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239" name="Rechteck 238">
              <a:extLst>
                <a:ext uri="{FF2B5EF4-FFF2-40B4-BE49-F238E27FC236}">
                  <a16:creationId xmlns:a16="http://schemas.microsoft.com/office/drawing/2014/main" id="{9AE1EBD3-CD11-DECB-A661-75B403006DAA}"/>
                </a:ext>
              </a:extLst>
            </p:cNvPr>
            <p:cNvSpPr>
              <a:spLocks/>
            </p:cNvSpPr>
            <p:nvPr/>
          </p:nvSpPr>
          <p:spPr>
            <a:xfrm rot="5400000">
              <a:off x="5589390" y="3451051"/>
              <a:ext cx="93242" cy="5084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cxnSp>
          <p:nvCxnSpPr>
            <p:cNvPr id="241" name="Gerader Verbinder 240">
              <a:extLst>
                <a:ext uri="{FF2B5EF4-FFF2-40B4-BE49-F238E27FC236}">
                  <a16:creationId xmlns:a16="http://schemas.microsoft.com/office/drawing/2014/main" id="{3C3E95D2-87D7-DFD6-9F74-F50D95B971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4451" y="3496668"/>
              <a:ext cx="97155" cy="648"/>
            </a:xfrm>
            <a:prstGeom prst="line">
              <a:avLst/>
            </a:prstGeom>
            <a:ln w="3175">
              <a:solidFill>
                <a:schemeClr val="accent5">
                  <a:lumMod val="50000"/>
                </a:schemeClr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BA60F92E-F6D1-645D-8579-9C5597FEE93B}"/>
                </a:ext>
              </a:extLst>
            </p:cNvPr>
            <p:cNvSpPr>
              <a:spLocks/>
            </p:cNvSpPr>
            <p:nvPr/>
          </p:nvSpPr>
          <p:spPr>
            <a:xfrm>
              <a:off x="5674458" y="3457012"/>
              <a:ext cx="149314" cy="7370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243" name="Pfeil: nach unten gekrümmt 242">
              <a:extLst>
                <a:ext uri="{FF2B5EF4-FFF2-40B4-BE49-F238E27FC236}">
                  <a16:creationId xmlns:a16="http://schemas.microsoft.com/office/drawing/2014/main" id="{965DC659-7302-6813-4496-302B24B19BF9}"/>
                </a:ext>
              </a:extLst>
            </p:cNvPr>
            <p:cNvSpPr>
              <a:spLocks/>
            </p:cNvSpPr>
            <p:nvPr/>
          </p:nvSpPr>
          <p:spPr>
            <a:xfrm rot="176987" flipH="1">
              <a:off x="5416601" y="3350526"/>
              <a:ext cx="105025" cy="45719"/>
            </a:xfrm>
            <a:prstGeom prst="curved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sp>
          <p:nvSpPr>
            <p:cNvPr id="258" name="Rechteck 257">
              <a:extLst>
                <a:ext uri="{FF2B5EF4-FFF2-40B4-BE49-F238E27FC236}">
                  <a16:creationId xmlns:a16="http://schemas.microsoft.com/office/drawing/2014/main" id="{0E761942-AA92-0D6B-85BF-5887B5387B7F}"/>
                </a:ext>
              </a:extLst>
            </p:cNvPr>
            <p:cNvSpPr>
              <a:spLocks/>
            </p:cNvSpPr>
            <p:nvPr/>
          </p:nvSpPr>
          <p:spPr>
            <a:xfrm>
              <a:off x="5376831" y="3263818"/>
              <a:ext cx="479408" cy="4563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cxnSp>
        <p:nvCxnSpPr>
          <p:cNvPr id="259" name="Gerader Verbinder 258">
            <a:extLst>
              <a:ext uri="{FF2B5EF4-FFF2-40B4-BE49-F238E27FC236}">
                <a16:creationId xmlns:a16="http://schemas.microsoft.com/office/drawing/2014/main" id="{51816BF8-8E74-4170-4BC1-B4F1AF18A5C5}"/>
              </a:ext>
            </a:extLst>
          </p:cNvPr>
          <p:cNvCxnSpPr>
            <a:cxnSpLocks/>
          </p:cNvCxnSpPr>
          <p:nvPr/>
        </p:nvCxnSpPr>
        <p:spPr>
          <a:xfrm>
            <a:off x="5270257" y="6270994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Gerader Verbinder 259">
            <a:extLst>
              <a:ext uri="{FF2B5EF4-FFF2-40B4-BE49-F238E27FC236}">
                <a16:creationId xmlns:a16="http://schemas.microsoft.com/office/drawing/2014/main" id="{CDF95817-2456-10FC-4B74-F4CB84A74080}"/>
              </a:ext>
            </a:extLst>
          </p:cNvPr>
          <p:cNvCxnSpPr>
            <a:cxnSpLocks/>
          </p:cNvCxnSpPr>
          <p:nvPr/>
        </p:nvCxnSpPr>
        <p:spPr>
          <a:xfrm>
            <a:off x="5279135" y="1148743"/>
            <a:ext cx="1164336" cy="0"/>
          </a:xfrm>
          <a:prstGeom prst="line">
            <a:avLst/>
          </a:prstGeom>
          <a:ln w="19050">
            <a:solidFill>
              <a:srgbClr val="60626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" name="Grafik 12" descr="Roboterhand mit einfarbiger Füllung">
            <a:extLst>
              <a:ext uri="{FF2B5EF4-FFF2-40B4-BE49-F238E27FC236}">
                <a16:creationId xmlns:a16="http://schemas.microsoft.com/office/drawing/2014/main" id="{2A96778A-8521-62A3-43DF-62AC935B6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308531" y="3105590"/>
            <a:ext cx="600454" cy="6004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B1D3F3D-F4BA-BB1C-EB59-4B80207E32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181" t="51235" r="7751" b="42489"/>
          <a:stretch/>
        </p:blipFill>
        <p:spPr>
          <a:xfrm rot="5400000">
            <a:off x="11086108" y="3823156"/>
            <a:ext cx="585216" cy="402337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70BF9C40-315D-24F6-8FD4-983CD4709E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96" t="85920" r="5428" b="7571"/>
          <a:stretch/>
        </p:blipFill>
        <p:spPr>
          <a:xfrm>
            <a:off x="9690726" y="3346397"/>
            <a:ext cx="585926" cy="417251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005540E-8D26-1854-6467-7775834C8A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96" t="85920" r="5428" b="7571"/>
          <a:stretch/>
        </p:blipFill>
        <p:spPr>
          <a:xfrm>
            <a:off x="10327127" y="3346498"/>
            <a:ext cx="585926" cy="417251"/>
          </a:xfrm>
          <a:prstGeom prst="rect">
            <a:avLst/>
          </a:prstGeom>
        </p:spPr>
      </p:pic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FE3FA5D-0FD5-7FA6-5546-4148467D00A6}"/>
              </a:ext>
            </a:extLst>
          </p:cNvPr>
          <p:cNvCxnSpPr>
            <a:cxnSpLocks/>
          </p:cNvCxnSpPr>
          <p:nvPr/>
        </p:nvCxnSpPr>
        <p:spPr>
          <a:xfrm flipV="1">
            <a:off x="6445188" y="4466064"/>
            <a:ext cx="5202736" cy="43792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D2CD21DB-DE28-8380-73D2-333FC8D21CDF}"/>
              </a:ext>
            </a:extLst>
          </p:cNvPr>
          <p:cNvCxnSpPr>
            <a:cxnSpLocks/>
          </p:cNvCxnSpPr>
          <p:nvPr/>
        </p:nvCxnSpPr>
        <p:spPr>
          <a:xfrm flipV="1">
            <a:off x="6425123" y="2610731"/>
            <a:ext cx="3169844" cy="8854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2FF10CD-5C24-80C7-5972-13A83AF0330F}"/>
              </a:ext>
            </a:extLst>
          </p:cNvPr>
          <p:cNvCxnSpPr>
            <a:cxnSpLocks/>
          </p:cNvCxnSpPr>
          <p:nvPr/>
        </p:nvCxnSpPr>
        <p:spPr>
          <a:xfrm flipV="1">
            <a:off x="9586089" y="2617250"/>
            <a:ext cx="0" cy="604353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5B1D4E8-194D-2801-7E62-4168385FADC6}"/>
              </a:ext>
            </a:extLst>
          </p:cNvPr>
          <p:cNvCxnSpPr>
            <a:cxnSpLocks/>
          </p:cNvCxnSpPr>
          <p:nvPr/>
        </p:nvCxnSpPr>
        <p:spPr>
          <a:xfrm flipV="1">
            <a:off x="9590529" y="3196665"/>
            <a:ext cx="2057395" cy="14616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65808ED-5654-6D9B-AE1E-3B996F28280F}"/>
              </a:ext>
            </a:extLst>
          </p:cNvPr>
          <p:cNvCxnSpPr>
            <a:cxnSpLocks/>
          </p:cNvCxnSpPr>
          <p:nvPr/>
        </p:nvCxnSpPr>
        <p:spPr>
          <a:xfrm flipV="1">
            <a:off x="11647924" y="3193800"/>
            <a:ext cx="0" cy="1272264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84" name="Gruppieren 283">
            <a:extLst>
              <a:ext uri="{FF2B5EF4-FFF2-40B4-BE49-F238E27FC236}">
                <a16:creationId xmlns:a16="http://schemas.microsoft.com/office/drawing/2014/main" id="{71A6EA75-8B81-3130-C2EB-93A13400CEBA}"/>
              </a:ext>
            </a:extLst>
          </p:cNvPr>
          <p:cNvGrpSpPr/>
          <p:nvPr/>
        </p:nvGrpSpPr>
        <p:grpSpPr>
          <a:xfrm rot="16200000">
            <a:off x="11345039" y="3720190"/>
            <a:ext cx="634373" cy="621437"/>
            <a:chOff x="9716218" y="4626829"/>
            <a:chExt cx="634373" cy="621437"/>
          </a:xfrm>
        </p:grpSpPr>
        <p:cxnSp>
          <p:nvCxnSpPr>
            <p:cNvPr id="229" name="Gerader Verbinder 228">
              <a:extLst>
                <a:ext uri="{FF2B5EF4-FFF2-40B4-BE49-F238E27FC236}">
                  <a16:creationId xmlns:a16="http://schemas.microsoft.com/office/drawing/2014/main" id="{897AE75A-3B25-C002-8928-482639F4FF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16218" y="4933676"/>
              <a:ext cx="559675" cy="276623"/>
            </a:xfrm>
            <a:prstGeom prst="line">
              <a:avLst/>
            </a:prstGeom>
            <a:ln w="19050"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2" name="Bogen 231">
              <a:extLst>
                <a:ext uri="{FF2B5EF4-FFF2-40B4-BE49-F238E27FC236}">
                  <a16:creationId xmlns:a16="http://schemas.microsoft.com/office/drawing/2014/main" id="{85EAE37B-B3CE-1600-1E69-D0E7767077F5}"/>
                </a:ext>
              </a:extLst>
            </p:cNvPr>
            <p:cNvSpPr/>
            <p:nvPr/>
          </p:nvSpPr>
          <p:spPr>
            <a:xfrm rot="5400000">
              <a:off x="9755790" y="4653466"/>
              <a:ext cx="621437" cy="568164"/>
            </a:xfrm>
            <a:prstGeom prst="arc">
              <a:avLst>
                <a:gd name="adj1" fmla="val 16200000"/>
                <a:gd name="adj2" fmla="val 19634794"/>
              </a:avLst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40" name="Rechteck 239">
            <a:extLst>
              <a:ext uri="{FF2B5EF4-FFF2-40B4-BE49-F238E27FC236}">
                <a16:creationId xmlns:a16="http://schemas.microsoft.com/office/drawing/2014/main" id="{B1B53F3D-64AD-3F6F-18DC-527DA99C8715}"/>
              </a:ext>
            </a:extLst>
          </p:cNvPr>
          <p:cNvSpPr/>
          <p:nvPr/>
        </p:nvSpPr>
        <p:spPr>
          <a:xfrm>
            <a:off x="6505821" y="3025076"/>
            <a:ext cx="574242" cy="71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245" name="Grafik 244">
            <a:extLst>
              <a:ext uri="{FF2B5EF4-FFF2-40B4-BE49-F238E27FC236}">
                <a16:creationId xmlns:a16="http://schemas.microsoft.com/office/drawing/2014/main" id="{3C62B61D-FBDB-0133-D024-1A33FE3934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038" y="1997042"/>
            <a:ext cx="1791510" cy="350652"/>
          </a:xfrm>
          <a:prstGeom prst="rect">
            <a:avLst/>
          </a:prstGeom>
        </p:spPr>
      </p:pic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512DAC94-4A8F-90FA-FDB2-C4D47A503B40}"/>
              </a:ext>
            </a:extLst>
          </p:cNvPr>
          <p:cNvGrpSpPr/>
          <p:nvPr/>
        </p:nvGrpSpPr>
        <p:grpSpPr>
          <a:xfrm>
            <a:off x="7227961" y="3346498"/>
            <a:ext cx="507005" cy="388864"/>
            <a:chOff x="7140878" y="3346498"/>
            <a:chExt cx="507005" cy="388864"/>
          </a:xfrm>
        </p:grpSpPr>
        <p:sp>
          <p:nvSpPr>
            <p:cNvPr id="246" name="Rechteck 245">
              <a:extLst>
                <a:ext uri="{FF2B5EF4-FFF2-40B4-BE49-F238E27FC236}">
                  <a16:creationId xmlns:a16="http://schemas.microsoft.com/office/drawing/2014/main" id="{64E03362-B741-B350-6116-09035686DE41}"/>
                </a:ext>
              </a:extLst>
            </p:cNvPr>
            <p:cNvSpPr/>
            <p:nvPr/>
          </p:nvSpPr>
          <p:spPr>
            <a:xfrm>
              <a:off x="7157305" y="3346498"/>
              <a:ext cx="476147" cy="3888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  <p:pic>
          <p:nvPicPr>
            <p:cNvPr id="248" name="Grafik 247" descr="Webcam Silhouette">
              <a:extLst>
                <a:ext uri="{FF2B5EF4-FFF2-40B4-BE49-F238E27FC236}">
                  <a16:creationId xmlns:a16="http://schemas.microsoft.com/office/drawing/2014/main" id="{89E959BC-707B-B0E2-4557-EC353B423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40878" y="3456449"/>
              <a:ext cx="188575" cy="188575"/>
            </a:xfrm>
            <a:prstGeom prst="rect">
              <a:avLst/>
            </a:prstGeom>
          </p:spPr>
        </p:pic>
        <p:pic>
          <p:nvPicPr>
            <p:cNvPr id="249" name="Grafik 248" descr="Webcam Silhouette">
              <a:extLst>
                <a:ext uri="{FF2B5EF4-FFF2-40B4-BE49-F238E27FC236}">
                  <a16:creationId xmlns:a16="http://schemas.microsoft.com/office/drawing/2014/main" id="{AC02C802-D6D8-61B5-DED7-0ABB800C0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459308" y="3456342"/>
              <a:ext cx="188575" cy="188575"/>
            </a:xfrm>
            <a:prstGeom prst="rect">
              <a:avLst/>
            </a:prstGeom>
          </p:spPr>
        </p:pic>
        <p:pic>
          <p:nvPicPr>
            <p:cNvPr id="251" name="Grafik 250" descr="Auge Silhouette">
              <a:extLst>
                <a:ext uri="{FF2B5EF4-FFF2-40B4-BE49-F238E27FC236}">
                  <a16:creationId xmlns:a16="http://schemas.microsoft.com/office/drawing/2014/main" id="{9162706A-112F-4826-397D-A337A0A59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305775" y="3535311"/>
              <a:ext cx="169935" cy="169935"/>
            </a:xfrm>
            <a:prstGeom prst="rect">
              <a:avLst/>
            </a:prstGeom>
          </p:spPr>
        </p:pic>
      </p:grpSp>
      <p:sp>
        <p:nvSpPr>
          <p:cNvPr id="262" name="Rechteck 261">
            <a:extLst>
              <a:ext uri="{FF2B5EF4-FFF2-40B4-BE49-F238E27FC236}">
                <a16:creationId xmlns:a16="http://schemas.microsoft.com/office/drawing/2014/main" id="{628FA7F9-C3EB-2C3D-0B05-B0CEC91E2856}"/>
              </a:ext>
            </a:extLst>
          </p:cNvPr>
          <p:cNvSpPr/>
          <p:nvPr/>
        </p:nvSpPr>
        <p:spPr>
          <a:xfrm>
            <a:off x="7893234" y="3021430"/>
            <a:ext cx="574242" cy="71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63" name="Rechteck 262">
            <a:extLst>
              <a:ext uri="{FF2B5EF4-FFF2-40B4-BE49-F238E27FC236}">
                <a16:creationId xmlns:a16="http://schemas.microsoft.com/office/drawing/2014/main" id="{4A347308-0E7D-0ED6-69D2-D9E009FCB006}"/>
              </a:ext>
            </a:extLst>
          </p:cNvPr>
          <p:cNvSpPr/>
          <p:nvPr/>
        </p:nvSpPr>
        <p:spPr>
          <a:xfrm>
            <a:off x="6705599" y="3731716"/>
            <a:ext cx="2929386" cy="45719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E21BD212-CA45-7A37-2D93-51A428509D6E}"/>
              </a:ext>
            </a:extLst>
          </p:cNvPr>
          <p:cNvSpPr/>
          <p:nvPr/>
        </p:nvSpPr>
        <p:spPr>
          <a:xfrm>
            <a:off x="10116770" y="3770737"/>
            <a:ext cx="191549" cy="197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18" name="Grafik 17" descr="Roboterhand mit einfarbiger Füllung">
            <a:extLst>
              <a:ext uri="{FF2B5EF4-FFF2-40B4-BE49-F238E27FC236}">
                <a16:creationId xmlns:a16="http://schemas.microsoft.com/office/drawing/2014/main" id="{671E426E-22A6-4C6B-8D37-A321E3BD3B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9771539" y="3378026"/>
            <a:ext cx="922699" cy="922699"/>
          </a:xfrm>
          <a:prstGeom prst="rect">
            <a:avLst/>
          </a:prstGeom>
        </p:spPr>
      </p:pic>
      <p:grpSp>
        <p:nvGrpSpPr>
          <p:cNvPr id="269" name="Gruppieren 268">
            <a:extLst>
              <a:ext uri="{FF2B5EF4-FFF2-40B4-BE49-F238E27FC236}">
                <a16:creationId xmlns:a16="http://schemas.microsoft.com/office/drawing/2014/main" id="{2B803982-7139-D106-F7A1-C0A5C1405104}"/>
              </a:ext>
            </a:extLst>
          </p:cNvPr>
          <p:cNvGrpSpPr/>
          <p:nvPr/>
        </p:nvGrpSpPr>
        <p:grpSpPr>
          <a:xfrm>
            <a:off x="6563091" y="3081857"/>
            <a:ext cx="453092" cy="285397"/>
            <a:chOff x="7214037" y="2848657"/>
            <a:chExt cx="453092" cy="285397"/>
          </a:xfrm>
        </p:grpSpPr>
        <p:pic>
          <p:nvPicPr>
            <p:cNvPr id="266" name="Grafik 265" descr="Thermometer Silhouette">
              <a:extLst>
                <a:ext uri="{FF2B5EF4-FFF2-40B4-BE49-F238E27FC236}">
                  <a16:creationId xmlns:a16="http://schemas.microsoft.com/office/drawing/2014/main" id="{F4921584-7908-3C77-12BC-676BE76E3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214037" y="2857022"/>
              <a:ext cx="276915" cy="276915"/>
            </a:xfrm>
            <a:prstGeom prst="rect">
              <a:avLst/>
            </a:prstGeom>
          </p:spPr>
        </p:pic>
        <p:pic>
          <p:nvPicPr>
            <p:cNvPr id="268" name="Grafik 267" descr="Feuer Silhouette">
              <a:extLst>
                <a:ext uri="{FF2B5EF4-FFF2-40B4-BE49-F238E27FC236}">
                  <a16:creationId xmlns:a16="http://schemas.microsoft.com/office/drawing/2014/main" id="{3CA80452-9CA9-8B00-FD5C-80EBC8788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81732" y="2848657"/>
              <a:ext cx="285397" cy="285397"/>
            </a:xfrm>
            <a:prstGeom prst="rect">
              <a:avLst/>
            </a:prstGeom>
          </p:spPr>
        </p:pic>
      </p:grpSp>
      <p:grpSp>
        <p:nvGrpSpPr>
          <p:cNvPr id="270" name="Gruppieren 269">
            <a:extLst>
              <a:ext uri="{FF2B5EF4-FFF2-40B4-BE49-F238E27FC236}">
                <a16:creationId xmlns:a16="http://schemas.microsoft.com/office/drawing/2014/main" id="{4129B751-F5CB-0226-E535-E21F24290AA2}"/>
              </a:ext>
            </a:extLst>
          </p:cNvPr>
          <p:cNvGrpSpPr/>
          <p:nvPr/>
        </p:nvGrpSpPr>
        <p:grpSpPr>
          <a:xfrm>
            <a:off x="7959682" y="3068653"/>
            <a:ext cx="453092" cy="285397"/>
            <a:chOff x="7214037" y="2848657"/>
            <a:chExt cx="453092" cy="285397"/>
          </a:xfrm>
        </p:grpSpPr>
        <p:pic>
          <p:nvPicPr>
            <p:cNvPr id="271" name="Grafik 270" descr="Thermometer Silhouette">
              <a:extLst>
                <a:ext uri="{FF2B5EF4-FFF2-40B4-BE49-F238E27FC236}">
                  <a16:creationId xmlns:a16="http://schemas.microsoft.com/office/drawing/2014/main" id="{7B6B1364-53CA-7E3E-5B9B-8391720C2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214037" y="2857022"/>
              <a:ext cx="276915" cy="276915"/>
            </a:xfrm>
            <a:prstGeom prst="rect">
              <a:avLst/>
            </a:prstGeom>
          </p:spPr>
        </p:pic>
        <p:pic>
          <p:nvPicPr>
            <p:cNvPr id="272" name="Grafik 271" descr="Feuer Silhouette">
              <a:extLst>
                <a:ext uri="{FF2B5EF4-FFF2-40B4-BE49-F238E27FC236}">
                  <a16:creationId xmlns:a16="http://schemas.microsoft.com/office/drawing/2014/main" id="{582992A7-E8E1-05DE-21C3-6F656D846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81732" y="2848657"/>
              <a:ext cx="285397" cy="285397"/>
            </a:xfrm>
            <a:prstGeom prst="rect">
              <a:avLst/>
            </a:prstGeom>
          </p:spPr>
        </p:pic>
      </p:grpSp>
      <p:sp>
        <p:nvSpPr>
          <p:cNvPr id="273" name="Flussdiagramm: Manuelle Verarbeitung 272">
            <a:extLst>
              <a:ext uri="{FF2B5EF4-FFF2-40B4-BE49-F238E27FC236}">
                <a16:creationId xmlns:a16="http://schemas.microsoft.com/office/drawing/2014/main" id="{287274D7-D600-D78C-AA75-4504963296E9}"/>
              </a:ext>
            </a:extLst>
          </p:cNvPr>
          <p:cNvSpPr/>
          <p:nvPr/>
        </p:nvSpPr>
        <p:spPr>
          <a:xfrm rot="10800000">
            <a:off x="8492153" y="3148251"/>
            <a:ext cx="481106" cy="584343"/>
          </a:xfrm>
          <a:prstGeom prst="flowChartManualOperation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700" dirty="0"/>
              <a:t>Cooling</a:t>
            </a:r>
          </a:p>
        </p:txBody>
      </p:sp>
      <p:sp>
        <p:nvSpPr>
          <p:cNvPr id="274" name="Freihandform: Form 273">
            <a:extLst>
              <a:ext uri="{FF2B5EF4-FFF2-40B4-BE49-F238E27FC236}">
                <a16:creationId xmlns:a16="http://schemas.microsoft.com/office/drawing/2014/main" id="{85548E90-B7FA-E234-F44C-2003B19D052C}"/>
              </a:ext>
            </a:extLst>
          </p:cNvPr>
          <p:cNvSpPr/>
          <p:nvPr/>
        </p:nvSpPr>
        <p:spPr>
          <a:xfrm>
            <a:off x="8816975" y="3514725"/>
            <a:ext cx="177800" cy="241300"/>
          </a:xfrm>
          <a:custGeom>
            <a:avLst/>
            <a:gdLst>
              <a:gd name="connsiteX0" fmla="*/ 0 w 177800"/>
              <a:gd name="connsiteY0" fmla="*/ 0 h 241300"/>
              <a:gd name="connsiteX1" fmla="*/ 34925 w 177800"/>
              <a:gd name="connsiteY1" fmla="*/ 187325 h 241300"/>
              <a:gd name="connsiteX2" fmla="*/ 177800 w 177800"/>
              <a:gd name="connsiteY2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241300">
                <a:moveTo>
                  <a:pt x="0" y="0"/>
                </a:moveTo>
                <a:cubicBezTo>
                  <a:pt x="2646" y="73554"/>
                  <a:pt x="5292" y="147109"/>
                  <a:pt x="34925" y="187325"/>
                </a:cubicBezTo>
                <a:cubicBezTo>
                  <a:pt x="64558" y="227541"/>
                  <a:pt x="121179" y="234420"/>
                  <a:pt x="177800" y="24130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5" name="Freihandform: Form 274">
            <a:extLst>
              <a:ext uri="{FF2B5EF4-FFF2-40B4-BE49-F238E27FC236}">
                <a16:creationId xmlns:a16="http://schemas.microsoft.com/office/drawing/2014/main" id="{6E3A1F18-142C-45FE-44B2-8EB5593E7B3D}"/>
              </a:ext>
            </a:extLst>
          </p:cNvPr>
          <p:cNvSpPr/>
          <p:nvPr/>
        </p:nvSpPr>
        <p:spPr>
          <a:xfrm flipH="1">
            <a:off x="8483657" y="3514725"/>
            <a:ext cx="177800" cy="241300"/>
          </a:xfrm>
          <a:custGeom>
            <a:avLst/>
            <a:gdLst>
              <a:gd name="connsiteX0" fmla="*/ 0 w 177800"/>
              <a:gd name="connsiteY0" fmla="*/ 0 h 241300"/>
              <a:gd name="connsiteX1" fmla="*/ 34925 w 177800"/>
              <a:gd name="connsiteY1" fmla="*/ 187325 h 241300"/>
              <a:gd name="connsiteX2" fmla="*/ 177800 w 177800"/>
              <a:gd name="connsiteY2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241300">
                <a:moveTo>
                  <a:pt x="0" y="0"/>
                </a:moveTo>
                <a:cubicBezTo>
                  <a:pt x="2646" y="73554"/>
                  <a:pt x="5292" y="147109"/>
                  <a:pt x="34925" y="187325"/>
                </a:cubicBezTo>
                <a:cubicBezTo>
                  <a:pt x="64558" y="227541"/>
                  <a:pt x="121179" y="234420"/>
                  <a:pt x="177800" y="24130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85" name="Gruppieren 284">
            <a:extLst>
              <a:ext uri="{FF2B5EF4-FFF2-40B4-BE49-F238E27FC236}">
                <a16:creationId xmlns:a16="http://schemas.microsoft.com/office/drawing/2014/main" id="{D05F2CEB-775F-451C-ED3D-941B02BD2927}"/>
              </a:ext>
            </a:extLst>
          </p:cNvPr>
          <p:cNvGrpSpPr/>
          <p:nvPr/>
        </p:nvGrpSpPr>
        <p:grpSpPr>
          <a:xfrm rot="10800000" flipH="1">
            <a:off x="9661049" y="2898244"/>
            <a:ext cx="634373" cy="621437"/>
            <a:chOff x="9716218" y="4626829"/>
            <a:chExt cx="634373" cy="621437"/>
          </a:xfrm>
        </p:grpSpPr>
        <p:cxnSp>
          <p:nvCxnSpPr>
            <p:cNvPr id="286" name="Gerader Verbinder 285">
              <a:extLst>
                <a:ext uri="{FF2B5EF4-FFF2-40B4-BE49-F238E27FC236}">
                  <a16:creationId xmlns:a16="http://schemas.microsoft.com/office/drawing/2014/main" id="{6A4EA288-2457-9EA3-9C33-C9DCF7EE3F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16218" y="4933676"/>
              <a:ext cx="559675" cy="276623"/>
            </a:xfrm>
            <a:prstGeom prst="line">
              <a:avLst/>
            </a:prstGeom>
            <a:ln w="19050"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87" name="Bogen 286">
              <a:extLst>
                <a:ext uri="{FF2B5EF4-FFF2-40B4-BE49-F238E27FC236}">
                  <a16:creationId xmlns:a16="http://schemas.microsoft.com/office/drawing/2014/main" id="{8C0CABF9-5C0C-F4C7-C3AE-B46FD1249E37}"/>
                </a:ext>
              </a:extLst>
            </p:cNvPr>
            <p:cNvSpPr/>
            <p:nvPr/>
          </p:nvSpPr>
          <p:spPr>
            <a:xfrm rot="5400000">
              <a:off x="9755790" y="4653466"/>
              <a:ext cx="621437" cy="568164"/>
            </a:xfrm>
            <a:prstGeom prst="arc">
              <a:avLst>
                <a:gd name="adj1" fmla="val 16200000"/>
                <a:gd name="adj2" fmla="val 19634794"/>
              </a:avLst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88" name="Gruppieren 287">
            <a:extLst>
              <a:ext uri="{FF2B5EF4-FFF2-40B4-BE49-F238E27FC236}">
                <a16:creationId xmlns:a16="http://schemas.microsoft.com/office/drawing/2014/main" id="{051A7D3A-D3C6-76D8-A086-249636EB48BC}"/>
              </a:ext>
            </a:extLst>
          </p:cNvPr>
          <p:cNvGrpSpPr/>
          <p:nvPr/>
        </p:nvGrpSpPr>
        <p:grpSpPr>
          <a:xfrm rot="10800000" flipH="1">
            <a:off x="10301519" y="2892740"/>
            <a:ext cx="634373" cy="621437"/>
            <a:chOff x="9716218" y="4626829"/>
            <a:chExt cx="634373" cy="621437"/>
          </a:xfrm>
        </p:grpSpPr>
        <p:cxnSp>
          <p:nvCxnSpPr>
            <p:cNvPr id="289" name="Gerader Verbinder 288">
              <a:extLst>
                <a:ext uri="{FF2B5EF4-FFF2-40B4-BE49-F238E27FC236}">
                  <a16:creationId xmlns:a16="http://schemas.microsoft.com/office/drawing/2014/main" id="{895A32BE-55FF-CCE9-C225-387AA02A40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16218" y="4933676"/>
              <a:ext cx="559675" cy="276623"/>
            </a:xfrm>
            <a:prstGeom prst="line">
              <a:avLst/>
            </a:prstGeom>
            <a:ln w="19050"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90" name="Bogen 289">
              <a:extLst>
                <a:ext uri="{FF2B5EF4-FFF2-40B4-BE49-F238E27FC236}">
                  <a16:creationId xmlns:a16="http://schemas.microsoft.com/office/drawing/2014/main" id="{8E823EC8-B7CB-7238-9FAC-1E899EC68970}"/>
                </a:ext>
              </a:extLst>
            </p:cNvPr>
            <p:cNvSpPr/>
            <p:nvPr/>
          </p:nvSpPr>
          <p:spPr>
            <a:xfrm rot="5400000">
              <a:off x="9755790" y="4653466"/>
              <a:ext cx="621437" cy="568164"/>
            </a:xfrm>
            <a:prstGeom prst="arc">
              <a:avLst>
                <a:gd name="adj1" fmla="val 16200000"/>
                <a:gd name="adj2" fmla="val 19634794"/>
              </a:avLst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91" name="Gerader Verbinder 290">
            <a:extLst>
              <a:ext uri="{FF2B5EF4-FFF2-40B4-BE49-F238E27FC236}">
                <a16:creationId xmlns:a16="http://schemas.microsoft.com/office/drawing/2014/main" id="{306D8B46-11A1-D108-86D2-67DED2D7DF39}"/>
              </a:ext>
            </a:extLst>
          </p:cNvPr>
          <p:cNvCxnSpPr>
            <a:cxnSpLocks/>
          </p:cNvCxnSpPr>
          <p:nvPr/>
        </p:nvCxnSpPr>
        <p:spPr>
          <a:xfrm flipV="1">
            <a:off x="10290633" y="3193800"/>
            <a:ext cx="5054" cy="560775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3" name="Gerader Verbinder 292">
            <a:extLst>
              <a:ext uri="{FF2B5EF4-FFF2-40B4-BE49-F238E27FC236}">
                <a16:creationId xmlns:a16="http://schemas.microsoft.com/office/drawing/2014/main" id="{E25B392A-F35E-E537-3C00-80B89A015D03}"/>
              </a:ext>
            </a:extLst>
          </p:cNvPr>
          <p:cNvCxnSpPr>
            <a:cxnSpLocks/>
          </p:cNvCxnSpPr>
          <p:nvPr/>
        </p:nvCxnSpPr>
        <p:spPr>
          <a:xfrm flipV="1">
            <a:off x="10928180" y="3201697"/>
            <a:ext cx="5054" cy="560775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4" name="Gerader Verbinder 293">
            <a:extLst>
              <a:ext uri="{FF2B5EF4-FFF2-40B4-BE49-F238E27FC236}">
                <a16:creationId xmlns:a16="http://schemas.microsoft.com/office/drawing/2014/main" id="{CC858052-6DCA-94A8-89E4-C99E8CA36CF3}"/>
              </a:ext>
            </a:extLst>
          </p:cNvPr>
          <p:cNvCxnSpPr>
            <a:cxnSpLocks/>
          </p:cNvCxnSpPr>
          <p:nvPr/>
        </p:nvCxnSpPr>
        <p:spPr>
          <a:xfrm flipV="1">
            <a:off x="9648339" y="3208962"/>
            <a:ext cx="5054" cy="560775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5" name="Pfeil: gebogen 294">
            <a:extLst>
              <a:ext uri="{FF2B5EF4-FFF2-40B4-BE49-F238E27FC236}">
                <a16:creationId xmlns:a16="http://schemas.microsoft.com/office/drawing/2014/main" id="{53ECC9CE-57F2-ACEE-4D11-0C790740229B}"/>
              </a:ext>
            </a:extLst>
          </p:cNvPr>
          <p:cNvSpPr/>
          <p:nvPr/>
        </p:nvSpPr>
        <p:spPr>
          <a:xfrm rot="5400000">
            <a:off x="10378320" y="3740453"/>
            <a:ext cx="648000" cy="648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rgbClr val="399B65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96" name="Rechteck 295">
            <a:extLst>
              <a:ext uri="{FF2B5EF4-FFF2-40B4-BE49-F238E27FC236}">
                <a16:creationId xmlns:a16="http://schemas.microsoft.com/office/drawing/2014/main" id="{492B8CD6-5BA5-2238-DAB6-5CB56636FEBB}"/>
              </a:ext>
            </a:extLst>
          </p:cNvPr>
          <p:cNvSpPr/>
          <p:nvPr/>
        </p:nvSpPr>
        <p:spPr>
          <a:xfrm>
            <a:off x="6681935" y="3771367"/>
            <a:ext cx="191549" cy="197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97" name="Rechteck 296">
            <a:extLst>
              <a:ext uri="{FF2B5EF4-FFF2-40B4-BE49-F238E27FC236}">
                <a16:creationId xmlns:a16="http://schemas.microsoft.com/office/drawing/2014/main" id="{F2BA453E-F911-A789-071E-1CD284EAA7EB}"/>
              </a:ext>
            </a:extLst>
          </p:cNvPr>
          <p:cNvSpPr/>
          <p:nvPr/>
        </p:nvSpPr>
        <p:spPr>
          <a:xfrm>
            <a:off x="7384511" y="3763023"/>
            <a:ext cx="191549" cy="197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98" name="Rechteck 297">
            <a:extLst>
              <a:ext uri="{FF2B5EF4-FFF2-40B4-BE49-F238E27FC236}">
                <a16:creationId xmlns:a16="http://schemas.microsoft.com/office/drawing/2014/main" id="{23D449B6-6FEC-CCA6-D8FD-9E000A50EFFB}"/>
              </a:ext>
            </a:extLst>
          </p:cNvPr>
          <p:cNvSpPr/>
          <p:nvPr/>
        </p:nvSpPr>
        <p:spPr>
          <a:xfrm>
            <a:off x="8074517" y="3770737"/>
            <a:ext cx="191549" cy="197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99" name="Rechteck 298">
            <a:extLst>
              <a:ext uri="{FF2B5EF4-FFF2-40B4-BE49-F238E27FC236}">
                <a16:creationId xmlns:a16="http://schemas.microsoft.com/office/drawing/2014/main" id="{69CF4BEA-DA74-9B67-9C61-8B7F88A32661}"/>
              </a:ext>
            </a:extLst>
          </p:cNvPr>
          <p:cNvSpPr/>
          <p:nvPr/>
        </p:nvSpPr>
        <p:spPr>
          <a:xfrm>
            <a:off x="9046556" y="3770737"/>
            <a:ext cx="191549" cy="197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2378008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0749B-6C8A-089A-B8AB-34D15015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629E267-F89E-0FAA-925F-192349B7A118}"/>
              </a:ext>
            </a:extLst>
          </p:cNvPr>
          <p:cNvGrpSpPr/>
          <p:nvPr/>
        </p:nvGrpSpPr>
        <p:grpSpPr>
          <a:xfrm>
            <a:off x="8454252" y="-219496"/>
            <a:ext cx="3666628" cy="7137039"/>
            <a:chOff x="4689972" y="717764"/>
            <a:chExt cx="3666628" cy="7137039"/>
          </a:xfrm>
        </p:grpSpPr>
        <p:pic>
          <p:nvPicPr>
            <p:cNvPr id="232" name="Grafik 231">
              <a:extLst>
                <a:ext uri="{FF2B5EF4-FFF2-40B4-BE49-F238E27FC236}">
                  <a16:creationId xmlns:a16="http://schemas.microsoft.com/office/drawing/2014/main" id="{7B82247A-D889-98DF-54F0-997118AC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091" b="95080" l="8451" r="90423">
                          <a14:foregroundMark x1="8451" y1="59768" x2="8451" y2="59768"/>
                          <a14:foregroundMark x1="11831" y1="56006" x2="13239" y2="81910"/>
                          <a14:foregroundMark x1="13239" y1="81910" x2="26197" y2="92909"/>
                          <a14:foregroundMark x1="26197" y1="92909" x2="71549" y2="95369"/>
                          <a14:foregroundMark x1="71549" y1="95369" x2="83662" y2="84081"/>
                          <a14:foregroundMark x1="83662" y1="84081" x2="80282" y2="60203"/>
                          <a14:foregroundMark x1="80282" y1="60203" x2="33239" y2="58177"/>
                          <a14:foregroundMark x1="33239" y1="58177" x2="56338" y2="67438"/>
                          <a14:foregroundMark x1="56338" y1="67438" x2="85070" y2="72793"/>
                          <a14:foregroundMark x1="85070" y1="72793" x2="43380" y2="75687"/>
                          <a14:foregroundMark x1="43380" y1="75687" x2="60845" y2="85239"/>
                          <a14:foregroundMark x1="60845" y1="85239" x2="70986" y2="86107"/>
                          <a14:foregroundMark x1="27606" y1="58321" x2="38873" y2="75687"/>
                          <a14:foregroundMark x1="38873" y1="75687" x2="40000" y2="63531"/>
                          <a14:foregroundMark x1="59718" y1="59768" x2="57465" y2="82634"/>
                          <a14:foregroundMark x1="22254" y1="56585" x2="19718" y2="84949"/>
                          <a14:foregroundMark x1="27606" y1="63097" x2="29014" y2="85094"/>
                          <a14:foregroundMark x1="29014" y1="85094" x2="33521" y2="72938"/>
                          <a14:foregroundMark x1="8732" y1="90738" x2="87606" y2="94790"/>
                          <a14:foregroundMark x1="87606" y1="94790" x2="90423" y2="58177"/>
                          <a14:foregroundMark x1="90423" y1="58177" x2="65352" y2="54993"/>
                          <a14:foregroundMark x1="57746" y1="74674" x2="75493" y2="78726"/>
                          <a14:foregroundMark x1="47606" y1="55137" x2="45634" y2="43415"/>
                          <a14:foregroundMark x1="45634" y1="43415" x2="39155" y2="36469"/>
                          <a14:foregroundMark x1="48732" y1="42258" x2="74930" y2="26049"/>
                          <a14:foregroundMark x1="74930" y1="26049" x2="74366" y2="16498"/>
                          <a14:foregroundMark x1="74366" y1="16498" x2="47606" y2="10854"/>
                          <a14:foregroundMark x1="47606" y1="10854" x2="29296" y2="11288"/>
                          <a14:foregroundMark x1="29296" y1="11288" x2="21408" y2="19682"/>
                          <a14:foregroundMark x1="21408" y1="19682" x2="23944" y2="31693"/>
                          <a14:foregroundMark x1="23944" y1="31693" x2="42254" y2="41389"/>
                          <a14:foregroundMark x1="42254" y1="41389" x2="43380" y2="41679"/>
                          <a14:foregroundMark x1="67887" y1="12156" x2="51549" y2="7670"/>
                          <a14:foregroundMark x1="51549" y1="7670" x2="54930" y2="8683"/>
                          <a14:foregroundMark x1="69014" y1="10420" x2="51831" y2="7091"/>
                          <a14:foregroundMark x1="51831" y1="7091" x2="33521" y2="10130"/>
                          <a14:foregroundMark x1="33521" y1="10130" x2="28169" y2="1273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89972" y="717764"/>
              <a:ext cx="3666628" cy="7137039"/>
            </a:xfrm>
            <a:prstGeom prst="rect">
              <a:avLst/>
            </a:prstGeom>
          </p:spPr>
        </p:pic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16B913CE-0F9C-CA3F-E7FB-14E579ECF0A5}"/>
                </a:ext>
              </a:extLst>
            </p:cNvPr>
            <p:cNvSpPr/>
            <p:nvPr/>
          </p:nvSpPr>
          <p:spPr>
            <a:xfrm>
              <a:off x="5178200" y="973051"/>
              <a:ext cx="2567628" cy="3512589"/>
            </a:xfrm>
            <a:custGeom>
              <a:avLst/>
              <a:gdLst>
                <a:gd name="connsiteX0" fmla="*/ 1725520 w 2567628"/>
                <a:gd name="connsiteY0" fmla="*/ 3512589 h 3512589"/>
                <a:gd name="connsiteX1" fmla="*/ 1689960 w 2567628"/>
                <a:gd name="connsiteY1" fmla="*/ 3187469 h 3512589"/>
                <a:gd name="connsiteX2" fmla="*/ 1740760 w 2567628"/>
                <a:gd name="connsiteY2" fmla="*/ 2791229 h 3512589"/>
                <a:gd name="connsiteX3" fmla="*/ 1959200 w 2567628"/>
                <a:gd name="connsiteY3" fmla="*/ 2450869 h 3512589"/>
                <a:gd name="connsiteX4" fmla="*/ 2269080 w 2567628"/>
                <a:gd name="connsiteY4" fmla="*/ 1988589 h 3512589"/>
                <a:gd name="connsiteX5" fmla="*/ 2518000 w 2567628"/>
                <a:gd name="connsiteY5" fmla="*/ 1363749 h 3512589"/>
                <a:gd name="connsiteX6" fmla="*/ 2533240 w 2567628"/>
                <a:gd name="connsiteY6" fmla="*/ 911629 h 3512589"/>
                <a:gd name="connsiteX7" fmla="*/ 2142080 w 2567628"/>
                <a:gd name="connsiteY7" fmla="*/ 307109 h 3512589"/>
                <a:gd name="connsiteX8" fmla="*/ 1659480 w 2567628"/>
                <a:gd name="connsiteY8" fmla="*/ 48029 h 3512589"/>
                <a:gd name="connsiteX9" fmla="*/ 1156560 w 2567628"/>
                <a:gd name="connsiteY9" fmla="*/ 7389 h 3512589"/>
                <a:gd name="connsiteX10" fmla="*/ 724760 w 2567628"/>
                <a:gd name="connsiteY10" fmla="*/ 139469 h 3512589"/>
                <a:gd name="connsiteX11" fmla="*/ 313280 w 2567628"/>
                <a:gd name="connsiteY11" fmla="*/ 449349 h 3512589"/>
                <a:gd name="connsiteX12" fmla="*/ 49120 w 2567628"/>
                <a:gd name="connsiteY12" fmla="*/ 992909 h 3512589"/>
                <a:gd name="connsiteX13" fmla="*/ 13560 w 2567628"/>
                <a:gd name="connsiteY13" fmla="*/ 1739669 h 3512589"/>
                <a:gd name="connsiteX14" fmla="*/ 206600 w 2567628"/>
                <a:gd name="connsiteY14" fmla="*/ 2171469 h 3512589"/>
                <a:gd name="connsiteX15" fmla="*/ 546960 w 2567628"/>
                <a:gd name="connsiteY15" fmla="*/ 2593109 h 3512589"/>
                <a:gd name="connsiteX16" fmla="*/ 618080 w 2567628"/>
                <a:gd name="connsiteY16" fmla="*/ 2750589 h 3512589"/>
                <a:gd name="connsiteX17" fmla="*/ 755240 w 2567628"/>
                <a:gd name="connsiteY17" fmla="*/ 3040149 h 3512589"/>
                <a:gd name="connsiteX18" fmla="*/ 806040 w 2567628"/>
                <a:gd name="connsiteY18" fmla="*/ 3405909 h 351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67628" h="3512589">
                  <a:moveTo>
                    <a:pt x="1725520" y="3512589"/>
                  </a:moveTo>
                  <a:cubicBezTo>
                    <a:pt x="1706470" y="3410142"/>
                    <a:pt x="1687420" y="3307696"/>
                    <a:pt x="1689960" y="3187469"/>
                  </a:cubicBezTo>
                  <a:cubicBezTo>
                    <a:pt x="1692500" y="3067242"/>
                    <a:pt x="1695887" y="2913996"/>
                    <a:pt x="1740760" y="2791229"/>
                  </a:cubicBezTo>
                  <a:cubicBezTo>
                    <a:pt x="1785633" y="2668462"/>
                    <a:pt x="1871147" y="2584642"/>
                    <a:pt x="1959200" y="2450869"/>
                  </a:cubicBezTo>
                  <a:cubicBezTo>
                    <a:pt x="2047253" y="2317096"/>
                    <a:pt x="2175947" y="2169776"/>
                    <a:pt x="2269080" y="1988589"/>
                  </a:cubicBezTo>
                  <a:cubicBezTo>
                    <a:pt x="2362213" y="1807402"/>
                    <a:pt x="2473973" y="1543242"/>
                    <a:pt x="2518000" y="1363749"/>
                  </a:cubicBezTo>
                  <a:cubicBezTo>
                    <a:pt x="2562027" y="1184256"/>
                    <a:pt x="2595893" y="1087736"/>
                    <a:pt x="2533240" y="911629"/>
                  </a:cubicBezTo>
                  <a:cubicBezTo>
                    <a:pt x="2470587" y="735522"/>
                    <a:pt x="2287707" y="451042"/>
                    <a:pt x="2142080" y="307109"/>
                  </a:cubicBezTo>
                  <a:cubicBezTo>
                    <a:pt x="1996453" y="163176"/>
                    <a:pt x="1823733" y="97982"/>
                    <a:pt x="1659480" y="48029"/>
                  </a:cubicBezTo>
                  <a:cubicBezTo>
                    <a:pt x="1495227" y="-1924"/>
                    <a:pt x="1312347" y="-7851"/>
                    <a:pt x="1156560" y="7389"/>
                  </a:cubicBezTo>
                  <a:cubicBezTo>
                    <a:pt x="1000773" y="22629"/>
                    <a:pt x="865307" y="65809"/>
                    <a:pt x="724760" y="139469"/>
                  </a:cubicBezTo>
                  <a:cubicBezTo>
                    <a:pt x="584213" y="213129"/>
                    <a:pt x="425887" y="307109"/>
                    <a:pt x="313280" y="449349"/>
                  </a:cubicBezTo>
                  <a:cubicBezTo>
                    <a:pt x="200673" y="591589"/>
                    <a:pt x="99073" y="777856"/>
                    <a:pt x="49120" y="992909"/>
                  </a:cubicBezTo>
                  <a:cubicBezTo>
                    <a:pt x="-833" y="1207962"/>
                    <a:pt x="-12687" y="1543242"/>
                    <a:pt x="13560" y="1739669"/>
                  </a:cubicBezTo>
                  <a:cubicBezTo>
                    <a:pt x="39807" y="1936096"/>
                    <a:pt x="117700" y="2029229"/>
                    <a:pt x="206600" y="2171469"/>
                  </a:cubicBezTo>
                  <a:cubicBezTo>
                    <a:pt x="295500" y="2313709"/>
                    <a:pt x="478380" y="2496589"/>
                    <a:pt x="546960" y="2593109"/>
                  </a:cubicBezTo>
                  <a:cubicBezTo>
                    <a:pt x="615540" y="2689629"/>
                    <a:pt x="583367" y="2676082"/>
                    <a:pt x="618080" y="2750589"/>
                  </a:cubicBezTo>
                  <a:cubicBezTo>
                    <a:pt x="652793" y="2825096"/>
                    <a:pt x="723913" y="2930929"/>
                    <a:pt x="755240" y="3040149"/>
                  </a:cubicBezTo>
                  <a:cubicBezTo>
                    <a:pt x="786567" y="3149369"/>
                    <a:pt x="796303" y="3277639"/>
                    <a:pt x="806040" y="3405909"/>
                  </a:cubicBezTo>
                </a:path>
              </a:pathLst>
            </a:custGeom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785422DA-5082-786D-BB8F-C9872467826D}"/>
                </a:ext>
              </a:extLst>
            </p:cNvPr>
            <p:cNvSpPr/>
            <p:nvPr/>
          </p:nvSpPr>
          <p:spPr>
            <a:xfrm>
              <a:off x="5675903" y="1560585"/>
              <a:ext cx="1652387" cy="1620041"/>
            </a:xfrm>
            <a:custGeom>
              <a:avLst/>
              <a:gdLst>
                <a:gd name="connsiteX0" fmla="*/ 582657 w 1652387"/>
                <a:gd name="connsiteY0" fmla="*/ 14215 h 1620041"/>
                <a:gd name="connsiteX1" fmla="*/ 272777 w 1652387"/>
                <a:gd name="connsiteY1" fmla="*/ 186935 h 1620041"/>
                <a:gd name="connsiteX2" fmla="*/ 44177 w 1652387"/>
                <a:gd name="connsiteY2" fmla="*/ 527295 h 1620041"/>
                <a:gd name="connsiteX3" fmla="*/ 3537 w 1652387"/>
                <a:gd name="connsiteY3" fmla="*/ 908295 h 1620041"/>
                <a:gd name="connsiteX4" fmla="*/ 94977 w 1652387"/>
                <a:gd name="connsiteY4" fmla="*/ 1248655 h 1620041"/>
                <a:gd name="connsiteX5" fmla="*/ 303257 w 1652387"/>
                <a:gd name="connsiteY5" fmla="*/ 1528055 h 1620041"/>
                <a:gd name="connsiteX6" fmla="*/ 608057 w 1652387"/>
                <a:gd name="connsiteY6" fmla="*/ 1619495 h 1620041"/>
                <a:gd name="connsiteX7" fmla="*/ 1136377 w 1652387"/>
                <a:gd name="connsiteY7" fmla="*/ 1548375 h 1620041"/>
                <a:gd name="connsiteX8" fmla="*/ 1502137 w 1652387"/>
                <a:gd name="connsiteY8" fmla="*/ 1238495 h 1620041"/>
                <a:gd name="connsiteX9" fmla="*/ 1649457 w 1652387"/>
                <a:gd name="connsiteY9" fmla="*/ 801615 h 1620041"/>
                <a:gd name="connsiteX10" fmla="*/ 1558017 w 1652387"/>
                <a:gd name="connsiteY10" fmla="*/ 339335 h 1620041"/>
                <a:gd name="connsiteX11" fmla="*/ 1095737 w 1652387"/>
                <a:gd name="connsiteY11" fmla="*/ 49775 h 1620041"/>
                <a:gd name="connsiteX12" fmla="*/ 735057 w 1652387"/>
                <a:gd name="connsiteY12" fmla="*/ 14215 h 1620041"/>
                <a:gd name="connsiteX13" fmla="*/ 582657 w 1652387"/>
                <a:gd name="connsiteY13" fmla="*/ 14215 h 162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52387" h="1620041">
                  <a:moveTo>
                    <a:pt x="582657" y="14215"/>
                  </a:moveTo>
                  <a:cubicBezTo>
                    <a:pt x="505610" y="43002"/>
                    <a:pt x="362524" y="101422"/>
                    <a:pt x="272777" y="186935"/>
                  </a:cubicBezTo>
                  <a:cubicBezTo>
                    <a:pt x="183030" y="272448"/>
                    <a:pt x="89050" y="407068"/>
                    <a:pt x="44177" y="527295"/>
                  </a:cubicBezTo>
                  <a:cubicBezTo>
                    <a:pt x="-696" y="647522"/>
                    <a:pt x="-4930" y="788068"/>
                    <a:pt x="3537" y="908295"/>
                  </a:cubicBezTo>
                  <a:cubicBezTo>
                    <a:pt x="12004" y="1028522"/>
                    <a:pt x="45024" y="1145362"/>
                    <a:pt x="94977" y="1248655"/>
                  </a:cubicBezTo>
                  <a:cubicBezTo>
                    <a:pt x="144930" y="1351948"/>
                    <a:pt x="217744" y="1466248"/>
                    <a:pt x="303257" y="1528055"/>
                  </a:cubicBezTo>
                  <a:cubicBezTo>
                    <a:pt x="388770" y="1589862"/>
                    <a:pt x="469204" y="1616108"/>
                    <a:pt x="608057" y="1619495"/>
                  </a:cubicBezTo>
                  <a:cubicBezTo>
                    <a:pt x="746910" y="1622882"/>
                    <a:pt x="987364" y="1611875"/>
                    <a:pt x="1136377" y="1548375"/>
                  </a:cubicBezTo>
                  <a:cubicBezTo>
                    <a:pt x="1285390" y="1484875"/>
                    <a:pt x="1416624" y="1362955"/>
                    <a:pt x="1502137" y="1238495"/>
                  </a:cubicBezTo>
                  <a:cubicBezTo>
                    <a:pt x="1587650" y="1114035"/>
                    <a:pt x="1640144" y="951475"/>
                    <a:pt x="1649457" y="801615"/>
                  </a:cubicBezTo>
                  <a:cubicBezTo>
                    <a:pt x="1658770" y="651755"/>
                    <a:pt x="1650304" y="464642"/>
                    <a:pt x="1558017" y="339335"/>
                  </a:cubicBezTo>
                  <a:cubicBezTo>
                    <a:pt x="1465730" y="214028"/>
                    <a:pt x="1232897" y="103962"/>
                    <a:pt x="1095737" y="49775"/>
                  </a:cubicBezTo>
                  <a:cubicBezTo>
                    <a:pt x="958577" y="-4412"/>
                    <a:pt x="820570" y="20142"/>
                    <a:pt x="735057" y="14215"/>
                  </a:cubicBezTo>
                  <a:cubicBezTo>
                    <a:pt x="649544" y="8288"/>
                    <a:pt x="659704" y="-14572"/>
                    <a:pt x="582657" y="14215"/>
                  </a:cubicBezTo>
                  <a:close/>
                </a:path>
              </a:pathLst>
            </a:cu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CC1E69D-5743-9F8B-36A2-76D250A0FD43}"/>
              </a:ext>
            </a:extLst>
          </p:cNvPr>
          <p:cNvGrpSpPr/>
          <p:nvPr/>
        </p:nvGrpSpPr>
        <p:grpSpPr>
          <a:xfrm>
            <a:off x="6789156" y="1354420"/>
            <a:ext cx="1580896" cy="3449227"/>
            <a:chOff x="4108704" y="1731264"/>
            <a:chExt cx="1408176" cy="3072384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F85BDC79-6914-9A04-8018-404221FCA9F1}"/>
                </a:ext>
              </a:extLst>
            </p:cNvPr>
            <p:cNvSpPr/>
            <p:nvPr/>
          </p:nvSpPr>
          <p:spPr>
            <a:xfrm>
              <a:off x="4108704" y="1731264"/>
              <a:ext cx="1408176" cy="3072384"/>
            </a:xfrm>
            <a:custGeom>
              <a:avLst/>
              <a:gdLst>
                <a:gd name="connsiteX0" fmla="*/ 286512 w 1408176"/>
                <a:gd name="connsiteY0" fmla="*/ 3072384 h 3072384"/>
                <a:gd name="connsiteX1" fmla="*/ 268224 w 1408176"/>
                <a:gd name="connsiteY1" fmla="*/ 1755648 h 3072384"/>
                <a:gd name="connsiteX2" fmla="*/ 475488 w 1408176"/>
                <a:gd name="connsiteY2" fmla="*/ 1505712 h 3072384"/>
                <a:gd name="connsiteX3" fmla="*/ 481584 w 1408176"/>
                <a:gd name="connsiteY3" fmla="*/ 1085088 h 3072384"/>
                <a:gd name="connsiteX4" fmla="*/ 457200 w 1408176"/>
                <a:gd name="connsiteY4" fmla="*/ 1054608 h 3072384"/>
                <a:gd name="connsiteX5" fmla="*/ 304800 w 1408176"/>
                <a:gd name="connsiteY5" fmla="*/ 987552 h 3072384"/>
                <a:gd name="connsiteX6" fmla="*/ 164592 w 1408176"/>
                <a:gd name="connsiteY6" fmla="*/ 932688 h 3072384"/>
                <a:gd name="connsiteX7" fmla="*/ 115824 w 1408176"/>
                <a:gd name="connsiteY7" fmla="*/ 908304 h 3072384"/>
                <a:gd name="connsiteX8" fmla="*/ 73152 w 1408176"/>
                <a:gd name="connsiteY8" fmla="*/ 871728 h 3072384"/>
                <a:gd name="connsiteX9" fmla="*/ 54864 w 1408176"/>
                <a:gd name="connsiteY9" fmla="*/ 859536 h 3072384"/>
                <a:gd name="connsiteX10" fmla="*/ 18288 w 1408176"/>
                <a:gd name="connsiteY10" fmla="*/ 792480 h 3072384"/>
                <a:gd name="connsiteX11" fmla="*/ 12192 w 1408176"/>
                <a:gd name="connsiteY11" fmla="*/ 743712 h 3072384"/>
                <a:gd name="connsiteX12" fmla="*/ 6096 w 1408176"/>
                <a:gd name="connsiteY12" fmla="*/ 707136 h 3072384"/>
                <a:gd name="connsiteX13" fmla="*/ 0 w 1408176"/>
                <a:gd name="connsiteY13" fmla="*/ 664464 h 3072384"/>
                <a:gd name="connsiteX14" fmla="*/ 12192 w 1408176"/>
                <a:gd name="connsiteY14" fmla="*/ 438912 h 3072384"/>
                <a:gd name="connsiteX15" fmla="*/ 24384 w 1408176"/>
                <a:gd name="connsiteY15" fmla="*/ 390144 h 3072384"/>
                <a:gd name="connsiteX16" fmla="*/ 128016 w 1408176"/>
                <a:gd name="connsiteY16" fmla="*/ 195072 h 3072384"/>
                <a:gd name="connsiteX17" fmla="*/ 152400 w 1408176"/>
                <a:gd name="connsiteY17" fmla="*/ 158496 h 3072384"/>
                <a:gd name="connsiteX18" fmla="*/ 182880 w 1408176"/>
                <a:gd name="connsiteY18" fmla="*/ 128016 h 3072384"/>
                <a:gd name="connsiteX19" fmla="*/ 207264 w 1408176"/>
                <a:gd name="connsiteY19" fmla="*/ 97536 h 3072384"/>
                <a:gd name="connsiteX20" fmla="*/ 231648 w 1408176"/>
                <a:gd name="connsiteY20" fmla="*/ 85344 h 3072384"/>
                <a:gd name="connsiteX21" fmla="*/ 274320 w 1408176"/>
                <a:gd name="connsiteY21" fmla="*/ 48768 h 3072384"/>
                <a:gd name="connsiteX22" fmla="*/ 298704 w 1408176"/>
                <a:gd name="connsiteY22" fmla="*/ 36576 h 3072384"/>
                <a:gd name="connsiteX23" fmla="*/ 359664 w 1408176"/>
                <a:gd name="connsiteY23" fmla="*/ 12192 h 3072384"/>
                <a:gd name="connsiteX24" fmla="*/ 426720 w 1408176"/>
                <a:gd name="connsiteY24" fmla="*/ 0 h 3072384"/>
                <a:gd name="connsiteX25" fmla="*/ 829056 w 1408176"/>
                <a:gd name="connsiteY25" fmla="*/ 6096 h 3072384"/>
                <a:gd name="connsiteX26" fmla="*/ 975360 w 1408176"/>
                <a:gd name="connsiteY26" fmla="*/ 24384 h 3072384"/>
                <a:gd name="connsiteX27" fmla="*/ 1018032 w 1408176"/>
                <a:gd name="connsiteY27" fmla="*/ 36576 h 3072384"/>
                <a:gd name="connsiteX28" fmla="*/ 1042416 w 1408176"/>
                <a:gd name="connsiteY28" fmla="*/ 42672 h 3072384"/>
                <a:gd name="connsiteX29" fmla="*/ 1164336 w 1408176"/>
                <a:gd name="connsiteY29" fmla="*/ 103632 h 3072384"/>
                <a:gd name="connsiteX30" fmla="*/ 1200912 w 1408176"/>
                <a:gd name="connsiteY30" fmla="*/ 134112 h 3072384"/>
                <a:gd name="connsiteX31" fmla="*/ 1292352 w 1408176"/>
                <a:gd name="connsiteY31" fmla="*/ 201168 h 3072384"/>
                <a:gd name="connsiteX32" fmla="*/ 1359408 w 1408176"/>
                <a:gd name="connsiteY32" fmla="*/ 280416 h 3072384"/>
                <a:gd name="connsiteX33" fmla="*/ 1371600 w 1408176"/>
                <a:gd name="connsiteY33" fmla="*/ 310896 h 3072384"/>
                <a:gd name="connsiteX34" fmla="*/ 1389888 w 1408176"/>
                <a:gd name="connsiteY34" fmla="*/ 347472 h 3072384"/>
                <a:gd name="connsiteX35" fmla="*/ 1408176 w 1408176"/>
                <a:gd name="connsiteY35" fmla="*/ 432816 h 3072384"/>
                <a:gd name="connsiteX36" fmla="*/ 1395984 w 1408176"/>
                <a:gd name="connsiteY36" fmla="*/ 627888 h 3072384"/>
                <a:gd name="connsiteX37" fmla="*/ 1377696 w 1408176"/>
                <a:gd name="connsiteY37" fmla="*/ 682752 h 3072384"/>
                <a:gd name="connsiteX38" fmla="*/ 1359408 w 1408176"/>
                <a:gd name="connsiteY38" fmla="*/ 713232 h 3072384"/>
                <a:gd name="connsiteX39" fmla="*/ 1347216 w 1408176"/>
                <a:gd name="connsiteY39" fmla="*/ 737616 h 3072384"/>
                <a:gd name="connsiteX40" fmla="*/ 1304544 w 1408176"/>
                <a:gd name="connsiteY40" fmla="*/ 786384 h 3072384"/>
                <a:gd name="connsiteX41" fmla="*/ 1219200 w 1408176"/>
                <a:gd name="connsiteY41" fmla="*/ 841248 h 3072384"/>
                <a:gd name="connsiteX42" fmla="*/ 1103376 w 1408176"/>
                <a:gd name="connsiteY42" fmla="*/ 896112 h 3072384"/>
                <a:gd name="connsiteX43" fmla="*/ 1072896 w 1408176"/>
                <a:gd name="connsiteY43" fmla="*/ 902208 h 3072384"/>
                <a:gd name="connsiteX44" fmla="*/ 1024128 w 1408176"/>
                <a:gd name="connsiteY44" fmla="*/ 926592 h 3072384"/>
                <a:gd name="connsiteX45" fmla="*/ 999744 w 1408176"/>
                <a:gd name="connsiteY45" fmla="*/ 938784 h 3072384"/>
                <a:gd name="connsiteX46" fmla="*/ 969264 w 1408176"/>
                <a:gd name="connsiteY46" fmla="*/ 957072 h 3072384"/>
                <a:gd name="connsiteX47" fmla="*/ 920496 w 1408176"/>
                <a:gd name="connsiteY47" fmla="*/ 969264 h 3072384"/>
                <a:gd name="connsiteX48" fmla="*/ 920496 w 1408176"/>
                <a:gd name="connsiteY48" fmla="*/ 1402080 h 3072384"/>
                <a:gd name="connsiteX49" fmla="*/ 1176528 w 1408176"/>
                <a:gd name="connsiteY49" fmla="*/ 1645920 h 3072384"/>
                <a:gd name="connsiteX50" fmla="*/ 1219200 w 1408176"/>
                <a:gd name="connsiteY50" fmla="*/ 3023616 h 3072384"/>
                <a:gd name="connsiteX51" fmla="*/ 286512 w 1408176"/>
                <a:gd name="connsiteY51" fmla="*/ 3072384 h 307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08176" h="3072384">
                  <a:moveTo>
                    <a:pt x="286512" y="3072384"/>
                  </a:moveTo>
                  <a:lnTo>
                    <a:pt x="268224" y="1755648"/>
                  </a:lnTo>
                  <a:lnTo>
                    <a:pt x="475488" y="1505712"/>
                  </a:lnTo>
                  <a:lnTo>
                    <a:pt x="481584" y="1085088"/>
                  </a:lnTo>
                  <a:lnTo>
                    <a:pt x="457200" y="1054608"/>
                  </a:lnTo>
                  <a:cubicBezTo>
                    <a:pt x="406400" y="1032256"/>
                    <a:pt x="357067" y="1006219"/>
                    <a:pt x="304800" y="987552"/>
                  </a:cubicBezTo>
                  <a:cubicBezTo>
                    <a:pt x="229296" y="960586"/>
                    <a:pt x="228055" y="962553"/>
                    <a:pt x="164592" y="932688"/>
                  </a:cubicBezTo>
                  <a:cubicBezTo>
                    <a:pt x="148147" y="924949"/>
                    <a:pt x="131523" y="917462"/>
                    <a:pt x="115824" y="908304"/>
                  </a:cubicBezTo>
                  <a:cubicBezTo>
                    <a:pt x="85384" y="890547"/>
                    <a:pt x="97911" y="892360"/>
                    <a:pt x="73152" y="871728"/>
                  </a:cubicBezTo>
                  <a:cubicBezTo>
                    <a:pt x="67524" y="867038"/>
                    <a:pt x="60960" y="863600"/>
                    <a:pt x="54864" y="859536"/>
                  </a:cubicBezTo>
                  <a:cubicBezTo>
                    <a:pt x="46337" y="845325"/>
                    <a:pt x="22577" y="807490"/>
                    <a:pt x="18288" y="792480"/>
                  </a:cubicBezTo>
                  <a:cubicBezTo>
                    <a:pt x="13787" y="776728"/>
                    <a:pt x="14509" y="759930"/>
                    <a:pt x="12192" y="743712"/>
                  </a:cubicBezTo>
                  <a:cubicBezTo>
                    <a:pt x="10444" y="731476"/>
                    <a:pt x="7975" y="719352"/>
                    <a:pt x="6096" y="707136"/>
                  </a:cubicBezTo>
                  <a:cubicBezTo>
                    <a:pt x="3911" y="692935"/>
                    <a:pt x="2032" y="678688"/>
                    <a:pt x="0" y="664464"/>
                  </a:cubicBezTo>
                  <a:cubicBezTo>
                    <a:pt x="2246" y="594850"/>
                    <a:pt x="-3432" y="511824"/>
                    <a:pt x="12192" y="438912"/>
                  </a:cubicBezTo>
                  <a:cubicBezTo>
                    <a:pt x="15703" y="422528"/>
                    <a:pt x="18369" y="405783"/>
                    <a:pt x="24384" y="390144"/>
                  </a:cubicBezTo>
                  <a:cubicBezTo>
                    <a:pt x="64821" y="285007"/>
                    <a:pt x="70152" y="284093"/>
                    <a:pt x="128016" y="195072"/>
                  </a:cubicBezTo>
                  <a:cubicBezTo>
                    <a:pt x="136002" y="182786"/>
                    <a:pt x="142039" y="168857"/>
                    <a:pt x="152400" y="158496"/>
                  </a:cubicBezTo>
                  <a:cubicBezTo>
                    <a:pt x="162560" y="148336"/>
                    <a:pt x="173268" y="138696"/>
                    <a:pt x="182880" y="128016"/>
                  </a:cubicBezTo>
                  <a:cubicBezTo>
                    <a:pt x="191584" y="118345"/>
                    <a:pt x="197472" y="106104"/>
                    <a:pt x="207264" y="97536"/>
                  </a:cubicBezTo>
                  <a:cubicBezTo>
                    <a:pt x="214103" y="91552"/>
                    <a:pt x="224299" y="90689"/>
                    <a:pt x="231648" y="85344"/>
                  </a:cubicBezTo>
                  <a:cubicBezTo>
                    <a:pt x="246799" y="74325"/>
                    <a:pt x="259169" y="59787"/>
                    <a:pt x="274320" y="48768"/>
                  </a:cubicBezTo>
                  <a:cubicBezTo>
                    <a:pt x="281669" y="43423"/>
                    <a:pt x="290351" y="40156"/>
                    <a:pt x="298704" y="36576"/>
                  </a:cubicBezTo>
                  <a:cubicBezTo>
                    <a:pt x="318820" y="27955"/>
                    <a:pt x="338204" y="16484"/>
                    <a:pt x="359664" y="12192"/>
                  </a:cubicBezTo>
                  <a:cubicBezTo>
                    <a:pt x="402264" y="3672"/>
                    <a:pt x="379924" y="7799"/>
                    <a:pt x="426720" y="0"/>
                  </a:cubicBezTo>
                  <a:cubicBezTo>
                    <a:pt x="560832" y="2032"/>
                    <a:pt x="695014" y="1309"/>
                    <a:pt x="829056" y="6096"/>
                  </a:cubicBezTo>
                  <a:cubicBezTo>
                    <a:pt x="832597" y="6222"/>
                    <a:pt x="942274" y="16749"/>
                    <a:pt x="975360" y="24384"/>
                  </a:cubicBezTo>
                  <a:cubicBezTo>
                    <a:pt x="989774" y="27710"/>
                    <a:pt x="1003760" y="32684"/>
                    <a:pt x="1018032" y="36576"/>
                  </a:cubicBezTo>
                  <a:cubicBezTo>
                    <a:pt x="1026115" y="38780"/>
                    <a:pt x="1034637" y="39560"/>
                    <a:pt x="1042416" y="42672"/>
                  </a:cubicBezTo>
                  <a:cubicBezTo>
                    <a:pt x="1116202" y="72186"/>
                    <a:pt x="1121027" y="68984"/>
                    <a:pt x="1164336" y="103632"/>
                  </a:cubicBezTo>
                  <a:cubicBezTo>
                    <a:pt x="1176729" y="113546"/>
                    <a:pt x="1188288" y="124494"/>
                    <a:pt x="1200912" y="134112"/>
                  </a:cubicBezTo>
                  <a:cubicBezTo>
                    <a:pt x="1230977" y="157019"/>
                    <a:pt x="1267937" y="172314"/>
                    <a:pt x="1292352" y="201168"/>
                  </a:cubicBezTo>
                  <a:lnTo>
                    <a:pt x="1359408" y="280416"/>
                  </a:lnTo>
                  <a:cubicBezTo>
                    <a:pt x="1363472" y="290576"/>
                    <a:pt x="1367072" y="300934"/>
                    <a:pt x="1371600" y="310896"/>
                  </a:cubicBezTo>
                  <a:cubicBezTo>
                    <a:pt x="1377241" y="323305"/>
                    <a:pt x="1384995" y="334750"/>
                    <a:pt x="1389888" y="347472"/>
                  </a:cubicBezTo>
                  <a:cubicBezTo>
                    <a:pt x="1402726" y="380851"/>
                    <a:pt x="1403194" y="397945"/>
                    <a:pt x="1408176" y="432816"/>
                  </a:cubicBezTo>
                  <a:cubicBezTo>
                    <a:pt x="1405619" y="491630"/>
                    <a:pt x="1405540" y="565776"/>
                    <a:pt x="1395984" y="627888"/>
                  </a:cubicBezTo>
                  <a:cubicBezTo>
                    <a:pt x="1393397" y="644703"/>
                    <a:pt x="1384950" y="668244"/>
                    <a:pt x="1377696" y="682752"/>
                  </a:cubicBezTo>
                  <a:cubicBezTo>
                    <a:pt x="1372397" y="693350"/>
                    <a:pt x="1365162" y="702875"/>
                    <a:pt x="1359408" y="713232"/>
                  </a:cubicBezTo>
                  <a:cubicBezTo>
                    <a:pt x="1354995" y="721176"/>
                    <a:pt x="1351725" y="729726"/>
                    <a:pt x="1347216" y="737616"/>
                  </a:cubicBezTo>
                  <a:cubicBezTo>
                    <a:pt x="1335505" y="758111"/>
                    <a:pt x="1323631" y="769842"/>
                    <a:pt x="1304544" y="786384"/>
                  </a:cubicBezTo>
                  <a:cubicBezTo>
                    <a:pt x="1244339" y="838561"/>
                    <a:pt x="1266480" y="829428"/>
                    <a:pt x="1219200" y="841248"/>
                  </a:cubicBezTo>
                  <a:cubicBezTo>
                    <a:pt x="1188428" y="858343"/>
                    <a:pt x="1138544" y="889078"/>
                    <a:pt x="1103376" y="896112"/>
                  </a:cubicBezTo>
                  <a:lnTo>
                    <a:pt x="1072896" y="902208"/>
                  </a:lnTo>
                  <a:lnTo>
                    <a:pt x="1024128" y="926592"/>
                  </a:lnTo>
                  <a:cubicBezTo>
                    <a:pt x="1016000" y="930656"/>
                    <a:pt x="1007536" y="934109"/>
                    <a:pt x="999744" y="938784"/>
                  </a:cubicBezTo>
                  <a:cubicBezTo>
                    <a:pt x="989584" y="944880"/>
                    <a:pt x="980323" y="952819"/>
                    <a:pt x="969264" y="957072"/>
                  </a:cubicBezTo>
                  <a:cubicBezTo>
                    <a:pt x="953625" y="963087"/>
                    <a:pt x="920496" y="969264"/>
                    <a:pt x="920496" y="969264"/>
                  </a:cubicBezTo>
                  <a:lnTo>
                    <a:pt x="920496" y="1402080"/>
                  </a:lnTo>
                  <a:lnTo>
                    <a:pt x="1176528" y="1645920"/>
                  </a:lnTo>
                  <a:lnTo>
                    <a:pt x="1219200" y="3023616"/>
                  </a:lnTo>
                  <a:lnTo>
                    <a:pt x="286512" y="3072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A3F0C40-B80F-8715-DFD5-85E74987E5AA}"/>
                </a:ext>
              </a:extLst>
            </p:cNvPr>
            <p:cNvSpPr/>
            <p:nvPr/>
          </p:nvSpPr>
          <p:spPr>
            <a:xfrm>
              <a:off x="4483608" y="1969008"/>
              <a:ext cx="658368" cy="560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AB53B82-83EA-25C9-B7C9-282E7D0A6F4C}"/>
              </a:ext>
            </a:extLst>
          </p:cNvPr>
          <p:cNvGrpSpPr/>
          <p:nvPr/>
        </p:nvGrpSpPr>
        <p:grpSpPr>
          <a:xfrm>
            <a:off x="486845" y="1868543"/>
            <a:ext cx="2243329" cy="3276745"/>
            <a:chOff x="486845" y="1868543"/>
            <a:chExt cx="2243329" cy="3276745"/>
          </a:xfrm>
        </p:grpSpPr>
        <p:pic>
          <p:nvPicPr>
            <p:cNvPr id="13" name="Grafik 12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E4621704-AD2E-25F9-776B-6829719124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93"/>
            <a:stretch/>
          </p:blipFill>
          <p:spPr>
            <a:xfrm>
              <a:off x="486845" y="3182112"/>
              <a:ext cx="1579434" cy="1963176"/>
            </a:xfrm>
            <a:prstGeom prst="rect">
              <a:avLst/>
            </a:prstGeom>
          </p:spPr>
        </p:pic>
        <p:pic>
          <p:nvPicPr>
            <p:cNvPr id="15" name="Grafik 14" descr="Ein Bild, das Kunst, Design, Darstellung enthält.&#10;&#10;Automatisch generierte Beschreibung mit mittlerer Zuverlässigkeit">
              <a:extLst>
                <a:ext uri="{FF2B5EF4-FFF2-40B4-BE49-F238E27FC236}">
                  <a16:creationId xmlns:a16="http://schemas.microsoft.com/office/drawing/2014/main" id="{930A5BF1-B01D-11A3-5861-B524527934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08"/>
            <a:stretch/>
          </p:blipFill>
          <p:spPr>
            <a:xfrm rot="3497997">
              <a:off x="1169573" y="1887376"/>
              <a:ext cx="1579434" cy="1541768"/>
            </a:xfrm>
            <a:prstGeom prst="rect">
              <a:avLst/>
            </a:prstGeom>
          </p:spPr>
        </p:pic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EF02F511-8206-9707-FC5E-F47503300FC3}"/>
                </a:ext>
              </a:extLst>
            </p:cNvPr>
            <p:cNvSpPr/>
            <p:nvPr/>
          </p:nvSpPr>
          <p:spPr>
            <a:xfrm rot="1528499">
              <a:off x="1066748" y="2917135"/>
              <a:ext cx="506179" cy="397669"/>
            </a:xfrm>
            <a:prstGeom prst="rect">
              <a:avLst/>
            </a:prstGeom>
            <a:solidFill>
              <a:srgbClr val="2C3E4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6EB3BD41-5FC5-C90F-7BBC-09B17397FF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163" t="31453" r="42769" b="59703"/>
          <a:stretch/>
        </p:blipFill>
        <p:spPr>
          <a:xfrm>
            <a:off x="5711952" y="1895857"/>
            <a:ext cx="585216" cy="5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2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06187" y="2403584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_Standard">
      <a:dk1>
        <a:srgbClr val="2C3E48"/>
      </a:dk1>
      <a:lt1>
        <a:srgbClr val="FFFFFF"/>
      </a:lt1>
      <a:dk2>
        <a:srgbClr val="2C3E48"/>
      </a:dk2>
      <a:lt2>
        <a:srgbClr val="4DB8A0"/>
      </a:lt2>
      <a:accent1>
        <a:srgbClr val="4DB8A0"/>
      </a:accent1>
      <a:accent2>
        <a:srgbClr val="008F7B"/>
      </a:accent2>
      <a:accent3>
        <a:srgbClr val="FF540F"/>
      </a:accent3>
      <a:accent4>
        <a:srgbClr val="FFC000"/>
      </a:accent4>
      <a:accent5>
        <a:srgbClr val="5B9BD5"/>
      </a:accent5>
      <a:accent6>
        <a:srgbClr val="AD3400"/>
      </a:accent6>
      <a:hlink>
        <a:srgbClr val="0563C1"/>
      </a:hlink>
      <a:folHlink>
        <a:srgbClr val="5000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4000" dirty="0" err="1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38100">
          <a:headEnd type="none" w="med" len="med"/>
          <a:tailEnd type="none" w="med" len="med"/>
        </a:ln>
      </a:spPr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-F_Folienmaster_Rev5_2024.potx" id="{D8203BC2-C789-4D38-AEF8-110B84672945}" vid="{A2397648-1BD6-46F9-8747-1184E7BF7D4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MS-F_Folienmaster_Rev5_2024</Template>
  <TotalTime>0</TotalTime>
  <Words>69</Words>
  <Application>Microsoft Office PowerPoint</Application>
  <PresentationFormat>Breitbild</PresentationFormat>
  <Paragraphs>31</Paragraphs>
  <Slides>26</Slides>
  <Notes>3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Arial Nova Cond</vt:lpstr>
      <vt:lpstr>Calibri</vt:lpstr>
      <vt:lpstr>Office-Design</vt:lpstr>
      <vt:lpstr>PowerPoint-Präsentation</vt:lpstr>
      <vt:lpstr>WT Konzept</vt:lpstr>
      <vt:lpstr>WT Konzept</vt:lpstr>
      <vt:lpstr>WT Konzept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Biegekonzept</vt:lpstr>
      <vt:lpstr>Biegekonzept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Schwingel Fabian</dc:creator>
  <cp:lastModifiedBy>Schwingel Fabian</cp:lastModifiedBy>
  <cp:revision>44</cp:revision>
  <cp:lastPrinted>2023-03-03T08:30:24Z</cp:lastPrinted>
  <dcterms:created xsi:type="dcterms:W3CDTF">2024-10-17T06:40:02Z</dcterms:created>
  <dcterms:modified xsi:type="dcterms:W3CDTF">2024-11-14T10:56:33Z</dcterms:modified>
</cp:coreProperties>
</file>