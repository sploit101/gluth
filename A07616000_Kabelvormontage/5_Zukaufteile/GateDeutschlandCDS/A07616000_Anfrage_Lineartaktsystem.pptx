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3"/>
  </p:notesMasterIdLst>
  <p:sldIdLst>
    <p:sldId id="1192" r:id="rId2"/>
  </p:sldIdLst>
  <p:sldSz cx="12192000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F48"/>
    <a:srgbClr val="4DB8A0"/>
    <a:srgbClr val="FF6600"/>
    <a:srgbClr val="64CF95"/>
    <a:srgbClr val="8ED2C3"/>
    <a:srgbClr val="009900"/>
    <a:srgbClr val="16B75F"/>
    <a:srgbClr val="FF7C80"/>
    <a:srgbClr val="CDC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2597" autoAdjust="0"/>
  </p:normalViewPr>
  <p:slideViewPr>
    <p:cSldViewPr snapToGrid="0">
      <p:cViewPr varScale="1">
        <p:scale>
          <a:sx n="110" d="100"/>
          <a:sy n="110" d="100"/>
        </p:scale>
        <p:origin x="126" y="9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401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BB9D02-9FFC-4758-9EDA-EB9E451655DE}" type="datetimeFigureOut">
              <a:rPr lang="de-DE" smtClean="0"/>
              <a:t>04.07.2025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EED572-F9A9-4535-91E4-E5029B1F52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1002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1004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151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2F39248C-D8A6-F031-8798-D29183DFB5FF}"/>
              </a:ext>
            </a:extLst>
          </p:cNvPr>
          <p:cNvSpPr/>
          <p:nvPr userDrawn="1"/>
        </p:nvSpPr>
        <p:spPr>
          <a:xfrm>
            <a:off x="10695822" y="-2557"/>
            <a:ext cx="288000" cy="360000"/>
          </a:xfrm>
          <a:prstGeom prst="rect">
            <a:avLst/>
          </a:prstGeom>
          <a:solidFill>
            <a:srgbClr val="4DB8A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pPr algn="ctr"/>
            <a:endParaRPr sz="800"/>
          </a:p>
        </p:txBody>
      </p:sp>
      <p:sp>
        <p:nvSpPr>
          <p:cNvPr id="4" name="01">
            <a:extLst>
              <a:ext uri="{FF2B5EF4-FFF2-40B4-BE49-F238E27FC236}">
                <a16:creationId xmlns:a16="http://schemas.microsoft.com/office/drawing/2014/main" id="{E9EA7661-F82F-9971-5416-981AA6F8B8B4}"/>
              </a:ext>
            </a:extLst>
          </p:cNvPr>
          <p:cNvSpPr>
            <a:spLocks noChangeAspect="1"/>
          </p:cNvSpPr>
          <p:nvPr userDrawn="1"/>
        </p:nvSpPr>
        <p:spPr>
          <a:xfrm>
            <a:off x="10701770" y="0"/>
            <a:ext cx="273668" cy="360000"/>
          </a:xfrm>
          <a:prstGeom prst="rect">
            <a:avLst/>
          </a:prstGeom>
          <a:solidFill>
            <a:srgbClr val="2C3F48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endParaRPr sz="633" dirty="0">
              <a:latin typeface="+mj-lt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E58063-0C68-1D89-C8D4-695FEC8E4558}"/>
              </a:ext>
            </a:extLst>
          </p:cNvPr>
          <p:cNvSpPr txBox="1"/>
          <p:nvPr userDrawn="1"/>
        </p:nvSpPr>
        <p:spPr>
          <a:xfrm>
            <a:off x="10709502" y="54332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92209CA-EFDE-4AB8-9222-590C7472CDAB}" type="slidenum">
              <a:rPr lang="de-DE" sz="1000" b="1" smtClean="0">
                <a:solidFill>
                  <a:schemeClr val="bg1"/>
                </a:solidFill>
                <a:latin typeface="+mj-lt"/>
              </a:rPr>
              <a:t>‹Nr.›</a:t>
            </a:fld>
            <a:endParaRPr lang="de-DE" sz="1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Projektbezeichnung | Titel">
            <a:extLst>
              <a:ext uri="{FF2B5EF4-FFF2-40B4-BE49-F238E27FC236}">
                <a16:creationId xmlns:a16="http://schemas.microsoft.com/office/drawing/2014/main" id="{7EB79AE8-0D8C-C49B-AFA0-2C9B5F4077EF}"/>
              </a:ext>
            </a:extLst>
          </p:cNvPr>
          <p:cNvSpPr txBox="1"/>
          <p:nvPr userDrawn="1"/>
        </p:nvSpPr>
        <p:spPr>
          <a:xfrm>
            <a:off x="549566" y="161538"/>
            <a:ext cx="3209523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>
                <a:solidFill>
                  <a:srgbClr val="2C3F48"/>
                </a:solidFill>
                <a:latin typeface="+mj-lt"/>
              </a:rPr>
              <a:t>Projektbezeichnung</a:t>
            </a:r>
            <a:r>
              <a:rPr sz="1000" dirty="0">
                <a:solidFill>
                  <a:srgbClr val="2C3F48"/>
                </a:solidFill>
                <a:latin typeface="+mj-lt"/>
              </a:rPr>
              <a:t> |</a:t>
            </a:r>
            <a:r>
              <a:rPr sz="1000" dirty="0">
                <a:solidFill>
                  <a:schemeClr val="bg1"/>
                </a:solidFill>
                <a:latin typeface="+mj-lt"/>
              </a:rPr>
              <a:t> </a:t>
            </a:r>
            <a:fld id="{CAC0FAC3-4F51-4337-9266-2CDA171E87B2}" type="datetime1">
              <a:rPr lang="de-DE" sz="1000" smtClean="0">
                <a:solidFill>
                  <a:schemeClr val="bg1"/>
                </a:solidFill>
                <a:latin typeface="+mj-lt"/>
                <a:ea typeface="Gilroy ExtraBold"/>
                <a:cs typeface="Gilroy ExtraBold"/>
                <a:sym typeface="Gilroy ExtraBold"/>
              </a:rPr>
              <a:t>04.07.2025</a:t>
            </a:fld>
            <a:endParaRPr sz="1000" dirty="0">
              <a:solidFill>
                <a:schemeClr val="bg1"/>
              </a:solidFill>
              <a:latin typeface="+mj-lt"/>
              <a:ea typeface="Gilroy ExtraBold"/>
              <a:cs typeface="Gilroy ExtraBold"/>
              <a:sym typeface="Gilroy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954211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pic>
        <p:nvPicPr>
          <p:cNvPr id="6" name="gluth-logo_RZ_rgb.png" descr="gluth-logo_RZ_rgb.png">
            <a:extLst>
              <a:ext uri="{FF2B5EF4-FFF2-40B4-BE49-F238E27FC236}">
                <a16:creationId xmlns:a16="http://schemas.microsoft.com/office/drawing/2014/main" id="{09991ADD-9B75-7CDB-BE00-7F86E7AA4B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4208" y="6169583"/>
            <a:ext cx="1853667" cy="555054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Projektbezeichnung | Titel">
            <a:extLst>
              <a:ext uri="{FF2B5EF4-FFF2-40B4-BE49-F238E27FC236}">
                <a16:creationId xmlns:a16="http://schemas.microsoft.com/office/drawing/2014/main" id="{6FBCAB55-7A36-744A-313E-F701D83C3678}"/>
              </a:ext>
            </a:extLst>
          </p:cNvPr>
          <p:cNvSpPr txBox="1"/>
          <p:nvPr userDrawn="1"/>
        </p:nvSpPr>
        <p:spPr>
          <a:xfrm>
            <a:off x="549566" y="161538"/>
            <a:ext cx="3209523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>
                <a:solidFill>
                  <a:srgbClr val="2C3F48"/>
                </a:solidFill>
                <a:latin typeface="+mj-lt"/>
              </a:rPr>
              <a:t>A07616000</a:t>
            </a:r>
            <a:r>
              <a:rPr sz="1000" dirty="0">
                <a:solidFill>
                  <a:srgbClr val="2C3F48"/>
                </a:solidFill>
                <a:latin typeface="+mj-lt"/>
              </a:rPr>
              <a:t> | </a:t>
            </a:r>
            <a:fld id="{3C0A5C85-D6AC-4518-BE8C-D4372821F754}" type="datetime1">
              <a:rPr lang="de-DE" sz="1000" smtClean="0">
                <a:solidFill>
                  <a:srgbClr val="4DB8A0"/>
                </a:solidFill>
                <a:latin typeface="+mj-lt"/>
                <a:ea typeface="Gilroy ExtraBold"/>
                <a:cs typeface="Gilroy ExtraBold"/>
                <a:sym typeface="Gilroy ExtraBold"/>
              </a:rPr>
              <a:t>04.07.2025</a:t>
            </a:fld>
            <a:endParaRPr sz="1000" dirty="0">
              <a:solidFill>
                <a:srgbClr val="4DB8A0"/>
              </a:solidFill>
              <a:latin typeface="+mj-lt"/>
              <a:ea typeface="Gilroy ExtraBold"/>
              <a:cs typeface="Gilroy ExtraBold"/>
              <a:sym typeface="Gilroy ExtraBold"/>
            </a:endParaRPr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2F39248C-D8A6-F031-8798-D29183DFB5FF}"/>
              </a:ext>
            </a:extLst>
          </p:cNvPr>
          <p:cNvSpPr/>
          <p:nvPr userDrawn="1"/>
        </p:nvSpPr>
        <p:spPr>
          <a:xfrm>
            <a:off x="10695822" y="-2557"/>
            <a:ext cx="288000" cy="360000"/>
          </a:xfrm>
          <a:prstGeom prst="rect">
            <a:avLst/>
          </a:prstGeom>
          <a:solidFill>
            <a:srgbClr val="4DB8A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pPr algn="ctr"/>
            <a:endParaRPr sz="800" dirty="0">
              <a:latin typeface="+mj-lt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E58063-0C68-1D89-C8D4-695FEC8E4558}"/>
              </a:ext>
            </a:extLst>
          </p:cNvPr>
          <p:cNvSpPr txBox="1"/>
          <p:nvPr userDrawn="1"/>
        </p:nvSpPr>
        <p:spPr>
          <a:xfrm>
            <a:off x="10709502" y="54332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92209CA-EFDE-4AB8-9222-590C7472CDAB}" type="slidenum">
              <a:rPr lang="de-DE" sz="1000" b="1" smtClean="0">
                <a:solidFill>
                  <a:srgbClr val="2C3F48"/>
                </a:solidFill>
                <a:latin typeface="+mj-lt"/>
              </a:rPr>
              <a:t>‹Nr.›</a:t>
            </a:fld>
            <a:endParaRPr lang="de-DE" sz="1000" b="1" dirty="0">
              <a:solidFill>
                <a:srgbClr val="2C3F48"/>
              </a:solidFill>
              <a:latin typeface="+mj-lt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7EDDE7-1837-9DEF-31C0-8531113810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3687" y="121782"/>
            <a:ext cx="6909683" cy="284849"/>
          </a:xfrm>
          <a:prstGeom prst="rect">
            <a:avLst/>
          </a:prstGeom>
        </p:spPr>
        <p:txBody>
          <a:bodyPr anchor="t"/>
          <a:lstStyle>
            <a:lvl1pPr algn="ctr">
              <a:defRPr lang="de-DE" sz="1600" kern="1200" dirty="0">
                <a:solidFill>
                  <a:srgbClr val="2C3F48"/>
                </a:solidFill>
                <a:latin typeface="+mj-lt"/>
                <a:ea typeface="Gilroy Light"/>
                <a:cs typeface="Gilroy Light"/>
              </a:defRPr>
            </a:lvl1pPr>
          </a:lstStyle>
          <a:p>
            <a:r>
              <a:rPr lang="de-DE" dirty="0"/>
              <a:t>Folientitel</a:t>
            </a:r>
          </a:p>
        </p:txBody>
      </p:sp>
      <p:pic>
        <p:nvPicPr>
          <p:cNvPr id="4" name="Grafik 3" descr="Ein Bild, das Dunkelheit, Screenshot, Muster, Schwarz enthält.&#10;&#10;Automatisch generierte Beschreibung">
            <a:extLst>
              <a:ext uri="{FF2B5EF4-FFF2-40B4-BE49-F238E27FC236}">
                <a16:creationId xmlns:a16="http://schemas.microsoft.com/office/drawing/2014/main" id="{F7D7AE5E-5A0C-DB66-824E-3C5B17CB86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2000" y="0"/>
            <a:ext cx="2520000" cy="2280617"/>
          </a:xfrm>
          <a:prstGeom prst="rect">
            <a:avLst/>
          </a:prstGeom>
        </p:spPr>
      </p:pic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ED6144C0-0872-049D-2989-A14B89128B0C}"/>
              </a:ext>
            </a:extLst>
          </p:cNvPr>
          <p:cNvCxnSpPr>
            <a:cxnSpLocks/>
          </p:cNvCxnSpPr>
          <p:nvPr userDrawn="1"/>
        </p:nvCxnSpPr>
        <p:spPr>
          <a:xfrm>
            <a:off x="549566" y="446389"/>
            <a:ext cx="9278015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40000" dist="12700" dir="5400000" rotWithShape="0">
              <a:srgbClr val="000000">
                <a:alpha val="31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577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nk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39E30ABF-7ED5-3B2D-22C1-3EB9EAFEA898}"/>
              </a:ext>
            </a:extLst>
          </p:cNvPr>
          <p:cNvSpPr/>
          <p:nvPr userDrawn="1"/>
        </p:nvSpPr>
        <p:spPr>
          <a:xfrm>
            <a:off x="8003263" y="4744016"/>
            <a:ext cx="3413157" cy="114318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5485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548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7" r:id="rId2"/>
    <p:sldLayoutId id="2147483656" r:id="rId3"/>
    <p:sldLayoutId id="2147483658" r:id="rId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01DD6D-6B7D-4ADE-BFD9-804B91EC9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1600" dirty="0">
                <a:latin typeface="+mj-lt"/>
              </a:rPr>
              <a:t>Anfrage Lineartaktsystem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FB27197-E1FC-7C4F-45F7-0ADF671A92DA}"/>
              </a:ext>
            </a:extLst>
          </p:cNvPr>
          <p:cNvSpPr txBox="1"/>
          <p:nvPr/>
        </p:nvSpPr>
        <p:spPr>
          <a:xfrm>
            <a:off x="452845" y="644435"/>
            <a:ext cx="884790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Hub 					300mm</a:t>
            </a:r>
          </a:p>
          <a:p>
            <a:r>
              <a:rPr lang="de-DE" dirty="0"/>
              <a:t>Gewichte der Teile und Vorrichtungen	3,2 kg</a:t>
            </a:r>
          </a:p>
          <a:p>
            <a:r>
              <a:rPr lang="de-DE" dirty="0"/>
              <a:t>Zeit für das Verfahren			&lt;=0,8s</a:t>
            </a:r>
          </a:p>
          <a:p>
            <a:r>
              <a:rPr lang="de-DE" dirty="0"/>
              <a:t>Gesamt Taktzeit 				6s</a:t>
            </a:r>
          </a:p>
          <a:p>
            <a:r>
              <a:rPr lang="de-DE" dirty="0"/>
              <a:t>Einbaulage:				Kette vertikal</a:t>
            </a:r>
          </a:p>
          <a:p>
            <a:r>
              <a:rPr lang="de-DE" dirty="0"/>
              <a:t>Länge: 					21 Aufnahmen auf der geraden</a:t>
            </a:r>
          </a:p>
          <a:p>
            <a:r>
              <a:rPr lang="de-DE" dirty="0"/>
              <a:t>Positioniergenauigkeit:			±0,15mm</a:t>
            </a:r>
          </a:p>
          <a:p>
            <a:r>
              <a:rPr lang="de-DE" dirty="0"/>
              <a:t>Anlagennutzung:				3-Schichtig / 250 Tage pro Jahr</a:t>
            </a:r>
          </a:p>
          <a:p>
            <a:r>
              <a:rPr lang="de-DE"/>
              <a:t>Technische Verfügbarkeit			99,9%</a:t>
            </a: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1D861F0-1302-0712-81FD-E8859C7BE048}"/>
              </a:ext>
            </a:extLst>
          </p:cNvPr>
          <p:cNvSpPr txBox="1"/>
          <p:nvPr/>
        </p:nvSpPr>
        <p:spPr>
          <a:xfrm>
            <a:off x="452845" y="3691371"/>
            <a:ext cx="3265714" cy="372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Anlagenkonzept Draufsicht: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C1E53AB-6FF3-626A-D0BD-73DC656A8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402" y="4063662"/>
            <a:ext cx="6356081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Grafik 1">
            <a:extLst>
              <a:ext uri="{FF2B5EF4-FFF2-40B4-BE49-F238E27FC236}">
                <a16:creationId xmlns:a16="http://schemas.microsoft.com/office/drawing/2014/main" id="{69FB6A3E-E67E-54B5-0299-DE6ADD8B3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3424" y="4129704"/>
            <a:ext cx="1262945" cy="2083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C2A5FEC2-4751-0E21-B406-453B8008AF58}"/>
              </a:ext>
            </a:extLst>
          </p:cNvPr>
          <p:cNvSpPr txBox="1"/>
          <p:nvPr/>
        </p:nvSpPr>
        <p:spPr>
          <a:xfrm>
            <a:off x="9453154" y="3694330"/>
            <a:ext cx="1763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Seitenansicht:</a:t>
            </a:r>
          </a:p>
        </p:txBody>
      </p:sp>
    </p:spTree>
    <p:extLst>
      <p:ext uri="{BB962C8B-B14F-4D97-AF65-F5344CB8AC3E}">
        <p14:creationId xmlns:p14="http://schemas.microsoft.com/office/powerpoint/2010/main" val="1688888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Gluth">
      <a:dk1>
        <a:srgbClr val="000000"/>
      </a:dk1>
      <a:lt1>
        <a:srgbClr val="FFFFFF"/>
      </a:lt1>
      <a:dk2>
        <a:srgbClr val="2C3E48"/>
      </a:dk2>
      <a:lt2>
        <a:srgbClr val="54B19E"/>
      </a:lt2>
      <a:accent1>
        <a:srgbClr val="008976"/>
      </a:accent1>
      <a:accent2>
        <a:srgbClr val="C0504D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85</Words>
  <Application>Microsoft Office PowerPoint</Application>
  <PresentationFormat>Breitbild</PresentationFormat>
  <Paragraphs>13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Office-Design</vt:lpstr>
      <vt:lpstr>Anfrage Lineartaktsystem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Hohenwarter Thomas</dc:creator>
  <cp:lastModifiedBy>Radlbeck Ulrich</cp:lastModifiedBy>
  <cp:revision>328</cp:revision>
  <cp:lastPrinted>2023-03-03T08:30:24Z</cp:lastPrinted>
  <dcterms:created xsi:type="dcterms:W3CDTF">2021-03-17T11:57:24Z</dcterms:created>
  <dcterms:modified xsi:type="dcterms:W3CDTF">2025-07-04T05:26:50Z</dcterms:modified>
</cp:coreProperties>
</file>