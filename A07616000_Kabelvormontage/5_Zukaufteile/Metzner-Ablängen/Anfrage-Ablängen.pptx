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>
        <p:scale>
          <a:sx n="100" d="100"/>
          <a:sy n="100" d="100"/>
        </p:scale>
        <p:origin x="4866" y="1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AA6D3B-3D22-2CB5-6E95-70B6DBDFD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F32C49-318F-59C9-4D1D-96691E2EF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82473E-A51F-AF62-421B-ABC612C7B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D7E4-67B6-4789-8660-F289709B05CF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C1303C-4CC0-8A05-5822-2813B0CB5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69AC40-D2AE-08F4-2397-5079E6E1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7D04-D152-434E-9617-9CFE98C252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5624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D5CAF8-8EB9-5F3D-3984-B570FE858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E2B9CA-A985-93CE-4FD2-32E1933FD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1BEEC5-4A24-4AC7-1CDC-53B98573C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D7E4-67B6-4789-8660-F289709B05CF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EFBA43-7B02-4C4E-536C-1ECB77FE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86B1E-AC5D-9084-0861-0C494CC6F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7D04-D152-434E-9617-9CFE98C252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2870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0F54E4-BADD-8B78-E26E-01A96E91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589502-3001-F485-E427-32CE18C84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5BA599-582B-4969-0176-E8585FF06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D7E4-67B6-4789-8660-F289709B05CF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19C52E-A73A-CE30-4E8B-57E515839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0D238C-79C9-2B78-7C82-01CA10F3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7D04-D152-434E-9617-9CFE98C252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8550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45B19E-D9CB-E6F1-DBB0-B5FAF4DE2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F1D8E7-5C0C-C05F-AC41-59B7CD9C9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B3890B4-48D9-C207-004F-5770B7881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F11D37-66E4-D903-F201-343402BA2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D7E4-67B6-4789-8660-F289709B05CF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0A7100-AF10-E3D3-AFFC-B93001DA7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EBC178-098E-697D-11DE-6ACDC2035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7D04-D152-434E-9617-9CFE98C252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3548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6FD816-28E9-0628-CEDE-103628DF0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87F228-0C7F-DE22-341C-C81B8F92E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5524BD-C261-7BA1-1A54-9CCDA12E2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A12A987-75D2-4A59-61AB-DE4F9D1E7E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F6950BD-31A2-E41E-A96C-1BF517411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6502902-4E65-90FD-2FBB-879D6C34A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D7E4-67B6-4789-8660-F289709B05CF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246B1E7-E1C3-C1BA-5FF7-772A2D64D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DF8936-9763-9BF6-88F1-37EFC2D2C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7D04-D152-434E-9617-9CFE98C252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4482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10E0C0-581C-536A-9AB2-853CF6081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05C03FA-BD27-BD72-D8BD-366C32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D7E4-67B6-4789-8660-F289709B05CF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65A1E7-D47E-9545-AC6D-CF6671D1E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2B632B-D5D7-C482-DF00-5D55F428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7D04-D152-434E-9617-9CFE98C252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289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291ECFA-00ED-54BD-AC36-28ADD300B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D7E4-67B6-4789-8660-F289709B05CF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DFB910-8864-2F16-7BB3-1140821A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C735D79-CF87-D7CC-11BE-14D18F692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7D04-D152-434E-9617-9CFE98C252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0240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4F1DD3-20F4-3A8A-94F3-D9CDB0993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0D8211-1C5D-DC68-FE17-A7C884EDE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3DFEE5-B166-11B7-0AA6-7C76344F4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C11C800-BF36-B11A-A7B8-BFBC4A85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D7E4-67B6-4789-8660-F289709B05CF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DC32D63-84D3-BA1F-BB9E-01BA45468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CD970E-97CC-E7ED-8736-4CB65743B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7D04-D152-434E-9617-9CFE98C252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5107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3F47DA-A7D5-FB2C-CE8A-066F4B857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CFA8B89-DA73-7A98-4EAF-9446ADA53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4D74857-6448-2406-8E82-10A435B9D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1F551A-45B2-86EE-AA4C-9BEB15FA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D7E4-67B6-4789-8660-F289709B05CF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01244B-1682-D3C6-0C67-F41C93167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34E06C-3AF6-FFDA-C4A5-5C9AAE47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7D04-D152-434E-9617-9CFE98C252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715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1B7CF2-201B-484E-3FB4-D0024E9D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A0C09DA-5E9F-8558-EA75-D47ABD6A4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E81EB5-A9DA-4137-4ADF-DB80473E5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D7E4-67B6-4789-8660-F289709B05CF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FD87CF-6801-DF33-E8AB-1E5B7B8B9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5D4F6F-3A71-82F4-62AC-0F7A2A30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7D04-D152-434E-9617-9CFE98C252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759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D1764E3-D5D9-06DF-459B-91A7726E96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697B286-C1DD-2B80-12FB-A8FAEBF37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D09229-3ADD-053C-AB27-07AD93AB9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D7E4-67B6-4789-8660-F289709B05CF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CD51DC-701C-9574-E8D5-BC71BF31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7DD73D-D74A-D21C-276C-62B15C817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7D04-D152-434E-9617-9CFE98C252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861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A81A9C3-5517-BB11-0273-AC30186FC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CB96E35-6C1E-D767-9F8B-3FCB3437D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B248AA-3A94-E22C-A082-9A60FDBE0B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0D7E4-67B6-4789-8660-F289709B05CF}" type="datetimeFigureOut">
              <a:rPr lang="de-DE" smtClean="0"/>
              <a:t>14.04.2025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46D10F-6F6A-56BD-92F7-930E820E73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20E8E5-295E-E78D-0221-A57015935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9B7D04-D152-434E-9617-9CFE98C252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2431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Gerhard.rauch@metzner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8CCA4911-D2B8-A11F-4CD9-97AAD37D8001}"/>
              </a:ext>
            </a:extLst>
          </p:cNvPr>
          <p:cNvSpPr txBox="1"/>
          <p:nvPr/>
        </p:nvSpPr>
        <p:spPr>
          <a:xfrm>
            <a:off x="554355" y="382905"/>
            <a:ext cx="8166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Fa. Metzner Maschinenbau </a:t>
            </a:r>
          </a:p>
          <a:p>
            <a:r>
              <a:rPr lang="de-DE" sz="1200" b="0" i="0" dirty="0">
                <a:solidFill>
                  <a:srgbClr val="80838B"/>
                </a:solidFill>
                <a:effectLst/>
                <a:latin typeface="Frutiger 47Light Condensed"/>
              </a:rPr>
              <a:t>+49 0731 40 19 90</a:t>
            </a:r>
            <a:endParaRPr lang="de-DE" sz="1200" dirty="0"/>
          </a:p>
          <a:p>
            <a:r>
              <a:rPr lang="de-DE" sz="1200" dirty="0"/>
              <a:t>Herr Rauch</a:t>
            </a:r>
          </a:p>
          <a:p>
            <a:endParaRPr lang="de-DE" sz="12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924C379-579E-E90F-B43B-0B462208C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55" y="1321499"/>
            <a:ext cx="4704421" cy="93402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66E5110-3627-8B77-9456-CFEDA4EF7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05" y="3117951"/>
            <a:ext cx="4210289" cy="74441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C145FAF-8413-60E0-D363-5AC0C80C7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205" y="4097088"/>
            <a:ext cx="4343964" cy="1956833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C261A987-093C-D3CD-E177-B7E8194386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975" y="1994262"/>
            <a:ext cx="5613728" cy="327297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4A202FE-BFDE-E818-AF94-E80DB5F9A4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729" y="2275098"/>
            <a:ext cx="2754319" cy="48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273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AFCC692-C71B-3654-E611-80317077323E}"/>
              </a:ext>
            </a:extLst>
          </p:cNvPr>
          <p:cNvSpPr txBox="1"/>
          <p:nvPr/>
        </p:nvSpPr>
        <p:spPr>
          <a:xfrm>
            <a:off x="403860" y="322580"/>
            <a:ext cx="55956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Abmessung und Gewicht der Spule, Innendurchmesser</a:t>
            </a:r>
          </a:p>
          <a:p>
            <a:endParaRPr lang="de-DE" sz="800" dirty="0"/>
          </a:p>
          <a:p>
            <a:r>
              <a:rPr lang="de-DE" sz="800" dirty="0"/>
              <a:t>Taktzeit 6 Sekunden</a:t>
            </a:r>
          </a:p>
          <a:p>
            <a:endParaRPr lang="de-DE" sz="800" dirty="0"/>
          </a:p>
          <a:p>
            <a:r>
              <a:rPr lang="de-DE" sz="800" dirty="0"/>
              <a:t>Kabellänge </a:t>
            </a:r>
          </a:p>
          <a:p>
            <a:endParaRPr lang="de-DE" sz="800" dirty="0"/>
          </a:p>
          <a:p>
            <a:r>
              <a:rPr lang="de-DE" sz="800" dirty="0"/>
              <a:t>Bei 300 mm müsste das Kabel gewendet werden. </a:t>
            </a:r>
            <a:r>
              <a:rPr lang="de-DE" sz="800" dirty="0">
                <a:sym typeface="Wingdings" panose="05000000000000000000" pitchFamily="2" charset="2"/>
              </a:rPr>
              <a:t> Kritischer Längen/Durchmesser Verhältnis</a:t>
            </a:r>
          </a:p>
          <a:p>
            <a:endParaRPr lang="de-DE" sz="800" dirty="0">
              <a:sym typeface="Wingdings" panose="05000000000000000000" pitchFamily="2" charset="2"/>
            </a:endParaRPr>
          </a:p>
          <a:p>
            <a:endParaRPr lang="de-DE" sz="800" dirty="0">
              <a:sym typeface="Wingdings" panose="05000000000000000000" pitchFamily="2" charset="2"/>
            </a:endParaRPr>
          </a:p>
          <a:p>
            <a:endParaRPr lang="de-DE" sz="800" dirty="0">
              <a:sym typeface="Wingdings" panose="05000000000000000000" pitchFamily="2" charset="2"/>
            </a:endParaRPr>
          </a:p>
          <a:p>
            <a:r>
              <a:rPr lang="de-DE" sz="800" dirty="0">
                <a:sym typeface="Wingdings" panose="05000000000000000000" pitchFamily="2" charset="2"/>
              </a:rPr>
              <a:t>Kommunikation? Übergeordnete Steuerung – </a:t>
            </a:r>
          </a:p>
          <a:p>
            <a:endParaRPr lang="de-DE" sz="800" dirty="0">
              <a:sym typeface="Wingdings" panose="05000000000000000000" pitchFamily="2" charset="2"/>
            </a:endParaRPr>
          </a:p>
          <a:p>
            <a:r>
              <a:rPr lang="de-DE" sz="800" dirty="0">
                <a:sym typeface="Wingdings" panose="05000000000000000000" pitchFamily="2" charset="2"/>
                <a:hlinkClick r:id="rId2"/>
              </a:rPr>
              <a:t>Gerhard.rauch@metzner.com</a:t>
            </a:r>
            <a:endParaRPr lang="de-DE" sz="800" dirty="0">
              <a:sym typeface="Wingdings" panose="05000000000000000000" pitchFamily="2" charset="2"/>
            </a:endParaRPr>
          </a:p>
          <a:p>
            <a:endParaRPr lang="de-DE" sz="800" dirty="0">
              <a:sym typeface="Wingdings" panose="05000000000000000000" pitchFamily="2" charset="2"/>
            </a:endParaRPr>
          </a:p>
          <a:p>
            <a:r>
              <a:rPr lang="de-DE" sz="800" dirty="0"/>
              <a:t>0731 401 9950</a:t>
            </a:r>
          </a:p>
        </p:txBody>
      </p:sp>
    </p:spTree>
    <p:extLst>
      <p:ext uri="{BB962C8B-B14F-4D97-AF65-F5344CB8AC3E}">
        <p14:creationId xmlns:p14="http://schemas.microsoft.com/office/powerpoint/2010/main" val="1877255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Breitbild</PresentationFormat>
  <Paragraphs>18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Frutiger 47Light Condensed</vt:lpstr>
      <vt:lpstr>Wingdings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Radlbeck Ulrich</dc:creator>
  <cp:lastModifiedBy>Radlbeck Ulrich</cp:lastModifiedBy>
  <cp:revision>3</cp:revision>
  <dcterms:created xsi:type="dcterms:W3CDTF">2025-04-11T08:46:49Z</dcterms:created>
  <dcterms:modified xsi:type="dcterms:W3CDTF">2025-04-14T10:14:27Z</dcterms:modified>
</cp:coreProperties>
</file>