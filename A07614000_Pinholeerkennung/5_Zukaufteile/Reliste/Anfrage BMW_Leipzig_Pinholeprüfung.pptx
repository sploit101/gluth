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4"/>
  </p:notesMasterIdLst>
  <p:sldIdLst>
    <p:sldId id="256" r:id="rId2"/>
    <p:sldId id="1192" r:id="rId3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4EB13-B708-4C26-AAD8-63D072B78311}" v="21" dt="2023-04-26T10:54:42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5" autoAdjust="0"/>
    <p:restoredTop sz="92597" autoAdjust="0"/>
  </p:normalViewPr>
  <p:slideViewPr>
    <p:cSldViewPr snapToGrid="0">
      <p:cViewPr varScale="1">
        <p:scale>
          <a:sx n="162" d="100"/>
          <a:sy n="162" d="100"/>
        </p:scale>
        <p:origin x="335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78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23.09.2024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sz="1000" dirty="0">
                <a:solidFill>
                  <a:srgbClr val="2C3F48"/>
                </a:solidFill>
                <a:latin typeface="+mj-lt"/>
              </a:rPr>
              <a:t>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23.09.2024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68C73EE-0DE5-1D3D-5984-7A8195E75657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240125" y="2012349"/>
            <a:ext cx="5747769" cy="825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582"/>
              </a:lnSpc>
            </a:pPr>
            <a:fld id="{04875A0E-5F95-4CAE-9A9C-0300FFFAC92F}" type="datetime4">
              <a:rPr lang="de-DE" sz="1055" b="1" smtClean="0">
                <a:solidFill>
                  <a:srgbClr val="FFFFFF"/>
                </a:solidFill>
                <a:latin typeface="+mj-lt"/>
              </a:rPr>
              <a:pPr>
                <a:lnSpc>
                  <a:spcPts val="1582"/>
                </a:lnSpc>
              </a:pPr>
              <a:t>23. September 2024</a:t>
            </a:fld>
            <a:endParaRPr lang="de-DE" sz="1055" b="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ts val="1582"/>
              </a:lnSpc>
            </a:pPr>
            <a:endParaRPr lang="de-DE" sz="1055" dirty="0">
              <a:solidFill>
                <a:srgbClr val="FFFFFF"/>
              </a:solidFill>
              <a:latin typeface="+mj-lt"/>
            </a:endParaRP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BMW Leipzig | Pinholeerkennung</a:t>
            </a:r>
            <a:endParaRPr lang="en-US" sz="11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de-DE" sz="1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EA0EE2A-2596-82BE-3208-89EB205AE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012" y="524845"/>
            <a:ext cx="4433242" cy="19343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5A0828B-53FA-8FD3-B951-5A7FC9D58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03" y="4371018"/>
            <a:ext cx="3264808" cy="48128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D6EB972-1C46-2093-910A-F76B75A13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14" y="471752"/>
            <a:ext cx="4170752" cy="2891352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32E4C20-4B45-5D68-EB10-F909BCEBF542}"/>
              </a:ext>
            </a:extLst>
          </p:cNvPr>
          <p:cNvCxnSpPr>
            <a:cxnSpLocks/>
          </p:cNvCxnSpPr>
          <p:nvPr/>
        </p:nvCxnSpPr>
        <p:spPr>
          <a:xfrm>
            <a:off x="5622085" y="606248"/>
            <a:ext cx="0" cy="5853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C2DF49AD-9762-9795-DEA8-7D54DD29C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404242"/>
            <a:ext cx="2976102" cy="2009066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761D3655-2B37-2C1F-45B6-47681B7E0D30}"/>
              </a:ext>
            </a:extLst>
          </p:cNvPr>
          <p:cNvSpPr txBox="1"/>
          <p:nvPr/>
        </p:nvSpPr>
        <p:spPr>
          <a:xfrm>
            <a:off x="6090808" y="4413308"/>
            <a:ext cx="39421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i.O /n.i.O-Bewertung und Grenzmuster müssen noch abgestimmt werden 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8E1F465-DA39-F069-EB86-8683881582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732" y="4926123"/>
            <a:ext cx="2699508" cy="1436369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B9AED4B4-EBF5-9BDB-54A6-147CAB83F20A}"/>
              </a:ext>
            </a:extLst>
          </p:cNvPr>
          <p:cNvSpPr txBox="1"/>
          <p:nvPr/>
        </p:nvSpPr>
        <p:spPr>
          <a:xfrm>
            <a:off x="6062416" y="4695291"/>
            <a:ext cx="3631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Erste Versuche mit Cognex wurden durchgeführt, Ansprechpartner</a:t>
            </a:r>
            <a:r>
              <a:rPr lang="de-DE" sz="1000" dirty="0"/>
              <a:t>: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110BCB7-4B3E-07B9-D629-9F70B0C194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971" y="4941512"/>
            <a:ext cx="2741090" cy="179425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0CA4710-D014-C263-EEFB-6FA051F0C0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303" y="2933786"/>
            <a:ext cx="4628074" cy="145131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85C5A39-EE75-0146-7452-235CD02C3957}"/>
              </a:ext>
            </a:extLst>
          </p:cNvPr>
          <p:cNvSpPr txBox="1"/>
          <p:nvPr/>
        </p:nvSpPr>
        <p:spPr>
          <a:xfrm>
            <a:off x="3139061" y="4926123"/>
            <a:ext cx="1327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Transfersystem mit</a:t>
            </a:r>
          </a:p>
          <a:p>
            <a:r>
              <a:rPr lang="de-DE" sz="1000" dirty="0"/>
              <a:t>markierten Prüfplatz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A4ED68D-80DF-BF4A-B1DD-8135BCD5DA7F}"/>
              </a:ext>
            </a:extLst>
          </p:cNvPr>
          <p:cNvSpPr/>
          <p:nvPr/>
        </p:nvSpPr>
        <p:spPr>
          <a:xfrm>
            <a:off x="715335" y="6033071"/>
            <a:ext cx="871592" cy="600165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5D0D248-6FB2-6E71-349F-D9EE9A4A2449}"/>
              </a:ext>
            </a:extLst>
          </p:cNvPr>
          <p:cNvCxnSpPr>
            <a:cxnSpLocks/>
          </p:cNvCxnSpPr>
          <p:nvPr/>
        </p:nvCxnSpPr>
        <p:spPr>
          <a:xfrm flipH="1">
            <a:off x="2186787" y="6340238"/>
            <a:ext cx="64303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</Words>
  <Application>Microsoft Office PowerPoint</Application>
  <PresentationFormat>Breitbild</PresentationFormat>
  <Paragraphs>10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Office-Design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Waas Harald</cp:lastModifiedBy>
  <cp:revision>311</cp:revision>
  <cp:lastPrinted>2023-03-03T08:30:24Z</cp:lastPrinted>
  <dcterms:created xsi:type="dcterms:W3CDTF">2021-03-17T11:57:24Z</dcterms:created>
  <dcterms:modified xsi:type="dcterms:W3CDTF">2024-09-23T14:13:34Z</dcterms:modified>
</cp:coreProperties>
</file>