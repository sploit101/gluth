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9"/>
  </p:notesMasterIdLst>
  <p:sldIdLst>
    <p:sldId id="256" r:id="rId2"/>
    <p:sldId id="1192" r:id="rId3"/>
    <p:sldId id="1196" r:id="rId4"/>
    <p:sldId id="1193" r:id="rId5"/>
    <p:sldId id="1183" r:id="rId6"/>
    <p:sldId id="1195" r:id="rId7"/>
    <p:sldId id="1194" r:id="rId8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B75F"/>
    <a:srgbClr val="FF6600"/>
    <a:srgbClr val="64CF95"/>
    <a:srgbClr val="8ED2C3"/>
    <a:srgbClr val="009900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5" autoAdjust="0"/>
    <p:restoredTop sz="92597" autoAdjust="0"/>
  </p:normalViewPr>
  <p:slideViewPr>
    <p:cSldViewPr snapToGrid="0">
      <p:cViewPr varScale="1">
        <p:scale>
          <a:sx n="162" d="100"/>
          <a:sy n="162" d="100"/>
        </p:scale>
        <p:origin x="335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06.06.2024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06.06.2024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Concept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06.06.2024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207534 Dispensen / 207535 Montage Kontaktträger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68C73EE-0DE5-1D3D-5984-7A8195E75657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1046441"/>
            <a:ext cx="4475183" cy="622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sz="3691" dirty="0" err="1">
                <a:latin typeface="+mj-lt"/>
              </a:rPr>
              <a:t>Herzlich</a:t>
            </a:r>
            <a:r>
              <a:rPr sz="3691" dirty="0">
                <a:latin typeface="+mj-lt"/>
              </a:rPr>
              <a:t> </a:t>
            </a:r>
            <a:r>
              <a:rPr sz="3691" dirty="0" err="1">
                <a:latin typeface="+mj-lt"/>
              </a:rPr>
              <a:t>Willkommen</a:t>
            </a:r>
            <a:endParaRPr lang="de-DE" sz="3691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240125" y="2012349"/>
            <a:ext cx="5747769" cy="1164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582"/>
              </a:lnSpc>
            </a:pPr>
            <a:fld id="{04875A0E-5F95-4CAE-9A9C-0300FFFAC92F}" type="datetime4">
              <a:rPr lang="de-DE" sz="1055" b="1" smtClean="0">
                <a:solidFill>
                  <a:srgbClr val="FFFFFF"/>
                </a:solidFill>
                <a:latin typeface="+mj-lt"/>
              </a:rPr>
              <a:pPr>
                <a:lnSpc>
                  <a:spcPts val="1582"/>
                </a:lnSpc>
              </a:pPr>
              <a:t>6. Juni 2024</a:t>
            </a:fld>
            <a:endParaRPr lang="de-DE" sz="1055" b="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ts val="1582"/>
              </a:lnSpc>
            </a:pPr>
            <a:endParaRPr lang="en-US" sz="11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A07591000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Bosch Rodez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Assembly Solenoid Armature</a:t>
            </a:r>
            <a:endParaRPr lang="en-US" sz="11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de-DE" sz="1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74CE4ADF-612F-5BF8-C5FC-DC2BA4580DC3}"/>
              </a:ext>
            </a:extLst>
          </p:cNvPr>
          <p:cNvGrpSpPr/>
          <p:nvPr/>
        </p:nvGrpSpPr>
        <p:grpSpPr>
          <a:xfrm>
            <a:off x="2743608" y="4454335"/>
            <a:ext cx="49814" cy="1037672"/>
            <a:chOff x="2200459" y="933450"/>
            <a:chExt cx="376576" cy="3962400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6DAF43B5-CAAD-A044-575D-391237BACA37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006204AA-8867-926D-4CDE-57E64C130EC8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7C2C7891-75DD-6DC5-8C6B-671A6A3A71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34B153E1-B2ED-BFA6-6660-70C984020FAD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60E243DA-BC35-6358-4620-F88453ECB3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BE5EBB85-555C-08A1-80A1-3D0C899AB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84731BB-9C7E-7F93-00EF-AA5DCE8A266A}"/>
              </a:ext>
            </a:extLst>
          </p:cNvPr>
          <p:cNvGrpSpPr/>
          <p:nvPr/>
        </p:nvGrpSpPr>
        <p:grpSpPr>
          <a:xfrm>
            <a:off x="2442059" y="4116106"/>
            <a:ext cx="652262" cy="107237"/>
            <a:chOff x="3725727" y="2595563"/>
            <a:chExt cx="2683204" cy="371325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710DCECE-FEEF-2E4F-83AA-87C5E6E8C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28549827-5C6E-4CB3-8895-BC4282988A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E8A9172C-EC37-472C-0928-3B2EC536B91A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29991ABC-EF54-AC61-73DA-D314810BFE7F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8E240ACA-FE1C-1045-0AF9-390315F9C0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87AFEC38-3906-153F-45A5-77E0345040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2FA54037-F8F2-FDB8-1784-7A25D95087AE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D5BB7872-9C4C-CCAA-2EED-3267B292C6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3617C094-274D-21DF-0B55-BC9AEC388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E32807B8-3156-1865-EEF0-CF5E62028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4A2EA1E6-7881-3C06-791A-3FA829799F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0E842C9C-F00F-029E-392F-5A4C23CBEF3B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80359D71-67DD-4A71-1F1A-07274F51B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327DFD9C-9C69-8DC9-F403-805C3AB35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78CE4979-49FD-552D-41F0-1F431666D2AA}"/>
              </a:ext>
            </a:extLst>
          </p:cNvPr>
          <p:cNvGrpSpPr/>
          <p:nvPr/>
        </p:nvGrpSpPr>
        <p:grpSpPr>
          <a:xfrm>
            <a:off x="1654461" y="4454335"/>
            <a:ext cx="49814" cy="1037672"/>
            <a:chOff x="2200459" y="933450"/>
            <a:chExt cx="376576" cy="3962400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47637FB1-CA3C-C81D-FB6A-386CD70A89D9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3E7AD747-CCFF-CF65-6DF7-933B6106E4DA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AA9F269B-D251-E086-BD8A-2E9B39071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8CFB5933-398C-72AE-B8AD-4841D0CBADC8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81D654AE-E264-87B2-B980-8015D3163C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8471D43-15E1-B813-ACFC-B9A34C8287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0C44B6B3-5FBB-37E0-F185-5776866AD454}"/>
              </a:ext>
            </a:extLst>
          </p:cNvPr>
          <p:cNvGrpSpPr/>
          <p:nvPr/>
        </p:nvGrpSpPr>
        <p:grpSpPr>
          <a:xfrm>
            <a:off x="4031865" y="4454335"/>
            <a:ext cx="49814" cy="1037672"/>
            <a:chOff x="2200459" y="933450"/>
            <a:chExt cx="376576" cy="3962400"/>
          </a:xfrm>
        </p:grpSpPr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B1E7158D-172C-383F-BF0D-4ADB5E88CA2D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57F8090-7A06-B4A2-9FB9-66C285BDE9B9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4B706C64-9DD2-CC7F-1001-BA411F5D8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08137396-E0F6-99A6-A6ED-62C5377A2CA3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CA03066F-2044-788C-6064-47D655528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2FCFB0C-0AA3-1DFC-76B4-3E1663547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ABE2E022-8F58-0EE7-77B2-FA5E0A4721AA}"/>
              </a:ext>
            </a:extLst>
          </p:cNvPr>
          <p:cNvGrpSpPr/>
          <p:nvPr/>
        </p:nvGrpSpPr>
        <p:grpSpPr>
          <a:xfrm>
            <a:off x="3727935" y="4468948"/>
            <a:ext cx="652262" cy="107237"/>
            <a:chOff x="3725727" y="2595563"/>
            <a:chExt cx="2683204" cy="371325"/>
          </a:xfrm>
        </p:grpSpPr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8ACC26E1-E9B8-497F-4E61-BB104E3DA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3C86D93B-9AEB-37E7-9AB9-4DFB4B8F4F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42EC89ED-7694-BA0E-4547-4B5122B4E9F3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049E4217-5F9B-E066-A045-7B61867819F3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DC37717B-96FE-A8E7-4FE7-539FAB284A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079ED998-6359-1315-868C-E9198216A6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C4383F57-5286-7D93-964F-25F9563C5E90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r Verbinder 100">
              <a:extLst>
                <a:ext uri="{FF2B5EF4-FFF2-40B4-BE49-F238E27FC236}">
                  <a16:creationId xmlns:a16="http://schemas.microsoft.com/office/drawing/2014/main" id="{ED7E8DED-D1DD-5EEB-2D9A-42DC2BFB4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1AAF984B-60AA-D3A4-B8C1-301902896C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BB97E765-E633-3D1C-7282-106E09871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103">
              <a:extLst>
                <a:ext uri="{FF2B5EF4-FFF2-40B4-BE49-F238E27FC236}">
                  <a16:creationId xmlns:a16="http://schemas.microsoft.com/office/drawing/2014/main" id="{C80F31F2-8FC1-5C12-29F2-CA6A0E6E87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0385049B-B0C8-714B-BFC8-41FB3C3EB4FC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BBCE0376-03B5-4E65-5B74-75020BCF46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47185049-DE2F-CA8C-F2A4-F7DD71687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E165ED95-AA2E-EB09-8A7C-F38A3C6028D5}"/>
              </a:ext>
            </a:extLst>
          </p:cNvPr>
          <p:cNvGrpSpPr/>
          <p:nvPr/>
        </p:nvGrpSpPr>
        <p:grpSpPr>
          <a:xfrm>
            <a:off x="5285964" y="4454335"/>
            <a:ext cx="49814" cy="1037672"/>
            <a:chOff x="2200459" y="933450"/>
            <a:chExt cx="376576" cy="3962400"/>
          </a:xfrm>
        </p:grpSpPr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C237CF1F-26D1-E5C3-51BB-2B9A8C2FF601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76A6AAE1-9834-470B-D80E-09C5C56A99F2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EB0D31AC-5419-6359-E035-F9E86007B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CFCD1629-4D32-B60B-882C-5C539F962C1E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2402A3BA-07C0-3BF8-9C13-B5A8DBB273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7A2B01CA-38DB-8A51-A8CF-8373B7F3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01DDA86F-9C2C-F413-DB4B-98ECC9B12429}"/>
              </a:ext>
            </a:extLst>
          </p:cNvPr>
          <p:cNvGrpSpPr/>
          <p:nvPr/>
        </p:nvGrpSpPr>
        <p:grpSpPr>
          <a:xfrm>
            <a:off x="4982034" y="4468948"/>
            <a:ext cx="652262" cy="107237"/>
            <a:chOff x="3725727" y="2595563"/>
            <a:chExt cx="2683204" cy="371325"/>
          </a:xfrm>
        </p:grpSpPr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905F1752-EE3A-18D8-F0FB-EEDC7B316B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FFE70814-AAA7-847F-EF2F-E504C8BB1A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17AF4504-22BA-5D07-2D78-977144379EDE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CEE4479F-1BF0-6B43-7276-12D20DA32337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r Verbinder 119">
              <a:extLst>
                <a:ext uri="{FF2B5EF4-FFF2-40B4-BE49-F238E27FC236}">
                  <a16:creationId xmlns:a16="http://schemas.microsoft.com/office/drawing/2014/main" id="{35A304E7-3962-2864-9B4F-6D35521DA5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r Verbinder 120">
              <a:extLst>
                <a:ext uri="{FF2B5EF4-FFF2-40B4-BE49-F238E27FC236}">
                  <a16:creationId xmlns:a16="http://schemas.microsoft.com/office/drawing/2014/main" id="{BC2EE862-5718-FC93-BDAB-0346027EDE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F9C1833C-8913-C6B2-2069-A42276D92591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r Verbinder 122">
              <a:extLst>
                <a:ext uri="{FF2B5EF4-FFF2-40B4-BE49-F238E27FC236}">
                  <a16:creationId xmlns:a16="http://schemas.microsoft.com/office/drawing/2014/main" id="{93A719E3-5939-1BC6-2A09-8305DB411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r Verbinder 123">
              <a:extLst>
                <a:ext uri="{FF2B5EF4-FFF2-40B4-BE49-F238E27FC236}">
                  <a16:creationId xmlns:a16="http://schemas.microsoft.com/office/drawing/2014/main" id="{F4DB8259-FAD4-A1FA-0C73-35D9CB3B4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r Verbinder 124">
              <a:extLst>
                <a:ext uri="{FF2B5EF4-FFF2-40B4-BE49-F238E27FC236}">
                  <a16:creationId xmlns:a16="http://schemas.microsoft.com/office/drawing/2014/main" id="{E344C693-4266-1B9D-8F43-862788AB3B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r Verbinder 125">
              <a:extLst>
                <a:ext uri="{FF2B5EF4-FFF2-40B4-BE49-F238E27FC236}">
                  <a16:creationId xmlns:a16="http://schemas.microsoft.com/office/drawing/2014/main" id="{BCC59061-2CD1-592F-0511-948F7533C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r Verbinder 126">
              <a:extLst>
                <a:ext uri="{FF2B5EF4-FFF2-40B4-BE49-F238E27FC236}">
                  <a16:creationId xmlns:a16="http://schemas.microsoft.com/office/drawing/2014/main" id="{E8A6D2D2-E76C-32EC-E850-6C7227AD6805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r Verbinder 127">
              <a:extLst>
                <a:ext uri="{FF2B5EF4-FFF2-40B4-BE49-F238E27FC236}">
                  <a16:creationId xmlns:a16="http://schemas.microsoft.com/office/drawing/2014/main" id="{C82160A6-EF8E-690A-27A3-E9A6DCB2B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r Verbinder 128">
              <a:extLst>
                <a:ext uri="{FF2B5EF4-FFF2-40B4-BE49-F238E27FC236}">
                  <a16:creationId xmlns:a16="http://schemas.microsoft.com/office/drawing/2014/main" id="{1AAD2B3B-EBA1-8BA6-1EBB-5A8B0A691E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Pfeil: eingekerbt nach rechts 130">
            <a:extLst>
              <a:ext uri="{FF2B5EF4-FFF2-40B4-BE49-F238E27FC236}">
                <a16:creationId xmlns:a16="http://schemas.microsoft.com/office/drawing/2014/main" id="{8AA497CE-4666-7691-383B-BBC392C04030}"/>
              </a:ext>
            </a:extLst>
          </p:cNvPr>
          <p:cNvSpPr/>
          <p:nvPr/>
        </p:nvSpPr>
        <p:spPr>
          <a:xfrm rot="5400000">
            <a:off x="3777311" y="3987138"/>
            <a:ext cx="538978" cy="263130"/>
          </a:xfrm>
          <a:prstGeom prst="notchedRightArrow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75000"/>
                <a:lumOff val="25000"/>
                <a:alpha val="4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800" i="1" dirty="0">
                <a:solidFill>
                  <a:schemeClr val="tx1"/>
                </a:solidFill>
              </a:rPr>
              <a:t>5 kN</a:t>
            </a:r>
          </a:p>
        </p:txBody>
      </p: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852B5FEB-8DFD-8B0D-5FF4-AD6A4ED68686}"/>
              </a:ext>
            </a:extLst>
          </p:cNvPr>
          <p:cNvCxnSpPr>
            <a:cxnSpLocks/>
          </p:cNvCxnSpPr>
          <p:nvPr/>
        </p:nvCxnSpPr>
        <p:spPr>
          <a:xfrm>
            <a:off x="5812778" y="4572988"/>
            <a:ext cx="0" cy="93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feld 136">
            <a:extLst>
              <a:ext uri="{FF2B5EF4-FFF2-40B4-BE49-F238E27FC236}">
                <a16:creationId xmlns:a16="http://schemas.microsoft.com/office/drawing/2014/main" id="{88EE876D-5106-26BD-EC7E-AC0E800D937F}"/>
              </a:ext>
            </a:extLst>
          </p:cNvPr>
          <p:cNvSpPr txBox="1"/>
          <p:nvPr/>
        </p:nvSpPr>
        <p:spPr>
          <a:xfrm rot="5400000">
            <a:off x="5633502" y="4933266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±0,025</a:t>
            </a:r>
          </a:p>
        </p:txBody>
      </p:sp>
      <p:cxnSp>
        <p:nvCxnSpPr>
          <p:cNvPr id="139" name="Gerader Verbinder 138">
            <a:extLst>
              <a:ext uri="{FF2B5EF4-FFF2-40B4-BE49-F238E27FC236}">
                <a16:creationId xmlns:a16="http://schemas.microsoft.com/office/drawing/2014/main" id="{C5797AD2-D013-AC4C-39AB-E08778453D00}"/>
              </a:ext>
            </a:extLst>
          </p:cNvPr>
          <p:cNvCxnSpPr>
            <a:cxnSpLocks/>
          </p:cNvCxnSpPr>
          <p:nvPr/>
        </p:nvCxnSpPr>
        <p:spPr>
          <a:xfrm>
            <a:off x="5402537" y="4572988"/>
            <a:ext cx="46284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Gerader Verbinder 140">
            <a:extLst>
              <a:ext uri="{FF2B5EF4-FFF2-40B4-BE49-F238E27FC236}">
                <a16:creationId xmlns:a16="http://schemas.microsoft.com/office/drawing/2014/main" id="{CB66B6FB-E61A-1594-DE11-FF1BA1309479}"/>
              </a:ext>
            </a:extLst>
          </p:cNvPr>
          <p:cNvCxnSpPr>
            <a:cxnSpLocks/>
          </p:cNvCxnSpPr>
          <p:nvPr/>
        </p:nvCxnSpPr>
        <p:spPr>
          <a:xfrm>
            <a:off x="5325428" y="5491672"/>
            <a:ext cx="576000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feld 141">
            <a:extLst>
              <a:ext uri="{FF2B5EF4-FFF2-40B4-BE49-F238E27FC236}">
                <a16:creationId xmlns:a16="http://schemas.microsoft.com/office/drawing/2014/main" id="{6CDCC562-474A-6B52-0F71-CA34FE263D74}"/>
              </a:ext>
            </a:extLst>
          </p:cNvPr>
          <p:cNvSpPr txBox="1"/>
          <p:nvPr/>
        </p:nvSpPr>
        <p:spPr>
          <a:xfrm>
            <a:off x="1331295" y="5709105"/>
            <a:ext cx="88357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Feed pin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(tray 300 pcs.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200x400mm)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880ECE49-17BE-1DDA-2C6D-659649C83E1A}"/>
              </a:ext>
            </a:extLst>
          </p:cNvPr>
          <p:cNvSpPr txBox="1"/>
          <p:nvPr/>
        </p:nvSpPr>
        <p:spPr>
          <a:xfrm>
            <a:off x="2309185" y="5709105"/>
            <a:ext cx="113364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Feed plate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(bulk - bowl feeder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capacity 300 pcs.)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0EA74445-E32E-C3F4-58E9-637981F6D46B}"/>
              </a:ext>
            </a:extLst>
          </p:cNvPr>
          <p:cNvSpPr txBox="1"/>
          <p:nvPr/>
        </p:nvSpPr>
        <p:spPr>
          <a:xfrm>
            <a:off x="3728867" y="5709105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Press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(Kistler press)</a:t>
            </a:r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0C6CBF6D-8A2B-E4AE-E1D1-E998182BC50C}"/>
              </a:ext>
            </a:extLst>
          </p:cNvPr>
          <p:cNvSpPr txBox="1"/>
          <p:nvPr/>
        </p:nvSpPr>
        <p:spPr>
          <a:xfrm>
            <a:off x="5054089" y="570910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(Heidenhain gauge)</a:t>
            </a:r>
          </a:p>
        </p:txBody>
      </p:sp>
      <p:pic>
        <p:nvPicPr>
          <p:cNvPr id="147" name="Grafik 146">
            <a:extLst>
              <a:ext uri="{FF2B5EF4-FFF2-40B4-BE49-F238E27FC236}">
                <a16:creationId xmlns:a16="http://schemas.microsoft.com/office/drawing/2014/main" id="{B3DC0D2E-B639-DE83-AE3C-3BAED56D1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841" y="514674"/>
            <a:ext cx="2160045" cy="1230202"/>
          </a:xfrm>
          <a:prstGeom prst="rect">
            <a:avLst/>
          </a:prstGeom>
        </p:spPr>
      </p:pic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D71D1821-2BD7-98C2-9C6B-26487544685C}"/>
              </a:ext>
            </a:extLst>
          </p:cNvPr>
          <p:cNvCxnSpPr>
            <a:cxnSpLocks/>
          </p:cNvCxnSpPr>
          <p:nvPr/>
        </p:nvCxnSpPr>
        <p:spPr>
          <a:xfrm>
            <a:off x="867972" y="1790277"/>
            <a:ext cx="10246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C75411CB-681E-F2BE-A5AA-AD1487E1A143}"/>
              </a:ext>
            </a:extLst>
          </p:cNvPr>
          <p:cNvCxnSpPr>
            <a:cxnSpLocks/>
          </p:cNvCxnSpPr>
          <p:nvPr/>
        </p:nvCxnSpPr>
        <p:spPr>
          <a:xfrm>
            <a:off x="862073" y="6216936"/>
            <a:ext cx="10246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feld 152">
            <a:extLst>
              <a:ext uri="{FF2B5EF4-FFF2-40B4-BE49-F238E27FC236}">
                <a16:creationId xmlns:a16="http://schemas.microsoft.com/office/drawing/2014/main" id="{AF2A49AE-F5DB-0995-A771-B06F94AABA3D}"/>
              </a:ext>
            </a:extLst>
          </p:cNvPr>
          <p:cNvSpPr txBox="1"/>
          <p:nvPr/>
        </p:nvSpPr>
        <p:spPr>
          <a:xfrm>
            <a:off x="6251853" y="1433661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Cycle time: 8,2 sec.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FF36EFB-D58E-3C9D-AC8C-8BED43991D99}"/>
              </a:ext>
            </a:extLst>
          </p:cNvPr>
          <p:cNvCxnSpPr>
            <a:cxnSpLocks/>
          </p:cNvCxnSpPr>
          <p:nvPr/>
        </p:nvCxnSpPr>
        <p:spPr>
          <a:xfrm>
            <a:off x="862454" y="3750775"/>
            <a:ext cx="10246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3A16FB0B-8E6D-C593-B78D-4686B51D2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339" y="2184568"/>
            <a:ext cx="1965691" cy="139856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40007DE-5BF1-202B-42B1-39F1F53A4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366" y="2190470"/>
            <a:ext cx="1941730" cy="138730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0752F8C-6DE4-EE42-8C35-F4C164FEE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795" y="2180345"/>
            <a:ext cx="1965691" cy="140657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298A059-8EC6-6EC6-BF18-BC20BFAD4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76" y="2177235"/>
            <a:ext cx="1965691" cy="1401888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C95762E-3F10-BE1D-0061-AF266D349A6D}"/>
              </a:ext>
            </a:extLst>
          </p:cNvPr>
          <p:cNvSpPr txBox="1"/>
          <p:nvPr/>
        </p:nvSpPr>
        <p:spPr>
          <a:xfrm>
            <a:off x="1415504" y="1934524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1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6D4727-FC5C-BE04-F165-9ABA525B3734}"/>
              </a:ext>
            </a:extLst>
          </p:cNvPr>
          <p:cNvSpPr txBox="1"/>
          <p:nvPr/>
        </p:nvSpPr>
        <p:spPr>
          <a:xfrm>
            <a:off x="3703860" y="1944972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B9FF962-AB7A-D143-01FB-A184FEB9EBCA}"/>
              </a:ext>
            </a:extLst>
          </p:cNvPr>
          <p:cNvSpPr txBox="1"/>
          <p:nvPr/>
        </p:nvSpPr>
        <p:spPr>
          <a:xfrm>
            <a:off x="6096000" y="192877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3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BD92A97-7DBA-C63E-4CE3-49D804BEB288}"/>
              </a:ext>
            </a:extLst>
          </p:cNvPr>
          <p:cNvSpPr txBox="1"/>
          <p:nvPr/>
        </p:nvSpPr>
        <p:spPr>
          <a:xfrm>
            <a:off x="8573276" y="192877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4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BFA6012-71D3-B6EC-2CC4-FFAF0986E52F}"/>
              </a:ext>
            </a:extLst>
          </p:cNvPr>
          <p:cNvCxnSpPr>
            <a:cxnSpLocks/>
          </p:cNvCxnSpPr>
          <p:nvPr/>
        </p:nvCxnSpPr>
        <p:spPr>
          <a:xfrm>
            <a:off x="1952831" y="4989143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05031FA-D9B3-4E3A-2717-3128E91FD015}"/>
              </a:ext>
            </a:extLst>
          </p:cNvPr>
          <p:cNvCxnSpPr>
            <a:cxnSpLocks/>
          </p:cNvCxnSpPr>
          <p:nvPr/>
        </p:nvCxnSpPr>
        <p:spPr>
          <a:xfrm>
            <a:off x="3180535" y="4989143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9087FB8-AC8B-1B6F-2EE0-4576DCF6719D}"/>
              </a:ext>
            </a:extLst>
          </p:cNvPr>
          <p:cNvCxnSpPr>
            <a:cxnSpLocks/>
          </p:cNvCxnSpPr>
          <p:nvPr/>
        </p:nvCxnSpPr>
        <p:spPr>
          <a:xfrm>
            <a:off x="4379505" y="4989143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F1E93BE6-885C-DAD8-9F85-36B0F1783155}"/>
              </a:ext>
            </a:extLst>
          </p:cNvPr>
          <p:cNvSpPr/>
          <p:nvPr/>
        </p:nvSpPr>
        <p:spPr>
          <a:xfrm>
            <a:off x="1072667" y="5713575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84174A37-14C3-006A-4DE3-95242E6E398E}"/>
              </a:ext>
            </a:extLst>
          </p:cNvPr>
          <p:cNvSpPr/>
          <p:nvPr/>
        </p:nvSpPr>
        <p:spPr>
          <a:xfrm>
            <a:off x="2092990" y="5713575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2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CF91B2C4-E50C-1C34-6642-67947FB7292E}"/>
              </a:ext>
            </a:extLst>
          </p:cNvPr>
          <p:cNvSpPr/>
          <p:nvPr/>
        </p:nvSpPr>
        <p:spPr>
          <a:xfrm>
            <a:off x="3507643" y="570755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C5277A24-96C4-BB41-CEF4-B93F64E95C52}"/>
              </a:ext>
            </a:extLst>
          </p:cNvPr>
          <p:cNvSpPr/>
          <p:nvPr/>
        </p:nvSpPr>
        <p:spPr>
          <a:xfrm>
            <a:off x="4851433" y="570755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rafik 128">
            <a:extLst>
              <a:ext uri="{FF2B5EF4-FFF2-40B4-BE49-F238E27FC236}">
                <a16:creationId xmlns:a16="http://schemas.microsoft.com/office/drawing/2014/main" id="{8BE51295-6F42-5F76-9F0D-233005EAA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724" y="2193367"/>
            <a:ext cx="4845893" cy="3359085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2697760-7AEF-A844-BEBB-A9A149D226D2}"/>
              </a:ext>
            </a:extLst>
          </p:cNvPr>
          <p:cNvGrpSpPr/>
          <p:nvPr/>
        </p:nvGrpSpPr>
        <p:grpSpPr>
          <a:xfrm flipH="1">
            <a:off x="5925576" y="1568335"/>
            <a:ext cx="45719" cy="319727"/>
            <a:chOff x="2200459" y="933450"/>
            <a:chExt cx="376576" cy="396240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068D4EE-1AF9-69A7-E784-F3056405DC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517A414-6E2C-8591-F037-5A1F14CC828C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66BD0A58-AE88-E878-E505-401A583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FBBFB465-1DA1-356B-3A96-4E3D5046341D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E059CF00-D1BE-3A6E-40E4-9E7634BCB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AB16F9D3-8823-EAEB-2A24-7AA7EB4640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408A135-5DB6-620D-4909-E9BE8DD4A27B}"/>
              </a:ext>
            </a:extLst>
          </p:cNvPr>
          <p:cNvGrpSpPr/>
          <p:nvPr/>
        </p:nvGrpSpPr>
        <p:grpSpPr>
          <a:xfrm>
            <a:off x="4965514" y="1799326"/>
            <a:ext cx="476010" cy="45784"/>
            <a:chOff x="3725727" y="2595563"/>
            <a:chExt cx="2683204" cy="37132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2009E522-C801-76CB-B5D5-59EFAC355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B0856CF4-ADFF-7571-71AD-C25E44E38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A25B9832-89E8-8595-1C1F-0BAB4DC97DD6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35A098E-DD6F-B282-DAF7-BE9179112975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69163D5-5186-F308-9724-170741F351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CA74EA6E-E4DA-EBB4-FDC5-7912EB388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F135437-E31C-6E43-24C2-81613A756C2F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B1BFC391-6740-F65A-C7AB-5205298743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7C580410-DDA2-4ED9-ECD9-487079CD3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2B863FF7-9785-958D-B7F2-DC21AB3F2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974F90D-88B9-A435-2E67-AAEC348EA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DE03C66-47CD-2549-5400-E6232A22DB10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F7A03F7-BA2A-70D2-23C3-02FB2C8E6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D873BA33-9CE9-87A0-9131-A5307ABEE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DC02C09-194C-A6F3-4613-64B553D69091}"/>
              </a:ext>
            </a:extLst>
          </p:cNvPr>
          <p:cNvGrpSpPr/>
          <p:nvPr/>
        </p:nvGrpSpPr>
        <p:grpSpPr>
          <a:xfrm>
            <a:off x="2017178" y="2541398"/>
            <a:ext cx="369045" cy="392258"/>
            <a:chOff x="1581733" y="1652141"/>
            <a:chExt cx="652262" cy="103767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6589A61-696A-CAEE-01AF-2401303F08A8}"/>
                </a:ext>
              </a:extLst>
            </p:cNvPr>
            <p:cNvGrpSpPr/>
            <p:nvPr/>
          </p:nvGrpSpPr>
          <p:grpSpPr>
            <a:xfrm>
              <a:off x="1885663" y="1652141"/>
              <a:ext cx="49814" cy="1037672"/>
              <a:chOff x="2200459" y="933450"/>
              <a:chExt cx="376576" cy="3962400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F733B139-6F29-7DE2-6E72-385722A68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C2811BCA-443E-5CE5-DFA3-89EC49CAC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15B2B264-9AE3-5DCE-7BD9-6E015EE107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242D6861-7B65-49B9-A6CD-EDADB71BF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8B28EA2E-FAFA-0991-E251-09DBA4FA35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505E57B7-D60B-282A-A7E6-171E507A5F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23164966-BB25-78D6-D965-532B6F72142D}"/>
                </a:ext>
              </a:extLst>
            </p:cNvPr>
            <p:cNvGrpSpPr/>
            <p:nvPr/>
          </p:nvGrpSpPr>
          <p:grpSpPr>
            <a:xfrm>
              <a:off x="1581733" y="1666754"/>
              <a:ext cx="652262" cy="107237"/>
              <a:chOff x="3725727" y="2595563"/>
              <a:chExt cx="2683204" cy="371325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67E4FABE-A135-CC7F-1C3F-DC25DA85AA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731DE16E-8D61-3F18-DEAA-1A5FB9E551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F40AA760-A6EC-A24C-FEE0-2D61EC811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18D3E166-6DAE-73A8-A154-D29E7DE9E3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F3E0EB89-D2D3-3985-1F4A-B2966C7067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D0A1C38D-7185-221F-534E-1F411C1353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C08D1648-1B54-2350-1CE5-DD6FB3C43C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068D3384-905B-51A8-621E-35ECE30FDA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DF55FCBD-757D-B57A-E7A2-0BA0EC2A12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5A03F9FE-B8D6-E134-E6A8-C04DA7F5D3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668A52CA-67A2-9E7F-A057-80A5229BD3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FC567AE2-A72A-AE0F-F734-9E9417C02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06BB3CFE-5C5D-E68B-7DF5-0377C46095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981B79F4-1D63-1BB8-BEBE-E23B374532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D42C7BE5-F118-CDFD-0489-21BE39AE7EE1}"/>
              </a:ext>
            </a:extLst>
          </p:cNvPr>
          <p:cNvSpPr txBox="1"/>
          <p:nvPr/>
        </p:nvSpPr>
        <p:spPr>
          <a:xfrm>
            <a:off x="4302851" y="956553"/>
            <a:ext cx="132600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Plate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Bulk - bowl feeder 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min. 300 pcs.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BE4614C-AAEE-7C35-9850-C7F1DA2B9D7F}"/>
              </a:ext>
            </a:extLst>
          </p:cNvPr>
          <p:cNvSpPr txBox="1"/>
          <p:nvPr/>
        </p:nvSpPr>
        <p:spPr>
          <a:xfrm>
            <a:off x="5778304" y="962779"/>
            <a:ext cx="110799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200x400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300 pcs.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D7868C97-2569-8D02-6779-DDC3247F75BE}"/>
              </a:ext>
            </a:extLst>
          </p:cNvPr>
          <p:cNvCxnSpPr>
            <a:cxnSpLocks/>
          </p:cNvCxnSpPr>
          <p:nvPr/>
        </p:nvCxnSpPr>
        <p:spPr>
          <a:xfrm>
            <a:off x="5213028" y="1974174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5D333C5-08EB-3D56-CA44-0E3014F285CD}"/>
              </a:ext>
            </a:extLst>
          </p:cNvPr>
          <p:cNvCxnSpPr>
            <a:cxnSpLocks/>
          </p:cNvCxnSpPr>
          <p:nvPr/>
        </p:nvCxnSpPr>
        <p:spPr>
          <a:xfrm>
            <a:off x="5941307" y="1980072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1431EED1-DE8A-5A7D-8B88-721169A5B764}"/>
              </a:ext>
            </a:extLst>
          </p:cNvPr>
          <p:cNvCxnSpPr>
            <a:cxnSpLocks/>
          </p:cNvCxnSpPr>
          <p:nvPr/>
        </p:nvCxnSpPr>
        <p:spPr>
          <a:xfrm flipH="1">
            <a:off x="2733777" y="3221357"/>
            <a:ext cx="53307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08FA9316-06F2-B8C1-5B77-F9870FA15EC1}"/>
              </a:ext>
            </a:extLst>
          </p:cNvPr>
          <p:cNvSpPr txBox="1"/>
          <p:nvPr/>
        </p:nvSpPr>
        <p:spPr>
          <a:xfrm>
            <a:off x="602517" y="2368243"/>
            <a:ext cx="1446230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Solenoid Armature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300x450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50 pcs.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Palletizer with 2x6 trays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full / 6x empty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9B86CCA-B376-F4BE-5466-AB0D5D23F0F0}"/>
              </a:ext>
            </a:extLst>
          </p:cNvPr>
          <p:cNvCxnSpPr>
            <a:cxnSpLocks/>
          </p:cNvCxnSpPr>
          <p:nvPr/>
        </p:nvCxnSpPr>
        <p:spPr>
          <a:xfrm>
            <a:off x="2755843" y="2619863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DA88210-C11C-9A14-9474-D423F90ED161}"/>
              </a:ext>
            </a:extLst>
          </p:cNvPr>
          <p:cNvSpPr txBox="1"/>
          <p:nvPr/>
        </p:nvSpPr>
        <p:spPr>
          <a:xfrm rot="16200000">
            <a:off x="4639830" y="4986737"/>
            <a:ext cx="5693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D39075C-FBF1-C1E7-B7AE-7BD21B90A14D}"/>
              </a:ext>
            </a:extLst>
          </p:cNvPr>
          <p:cNvSpPr txBox="1"/>
          <p:nvPr/>
        </p:nvSpPr>
        <p:spPr>
          <a:xfrm rot="16200000">
            <a:off x="4309425" y="5004914"/>
            <a:ext cx="609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</a:t>
            </a:r>
          </a:p>
        </p:txBody>
      </p:sp>
      <p:pic>
        <p:nvPicPr>
          <p:cNvPr id="96" name="Grafik 95">
            <a:extLst>
              <a:ext uri="{FF2B5EF4-FFF2-40B4-BE49-F238E27FC236}">
                <a16:creationId xmlns:a16="http://schemas.microsoft.com/office/drawing/2014/main" id="{36E643A2-8758-9E19-9A0D-58714A0584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9" t="15854" r="1218"/>
          <a:stretch/>
        </p:blipFill>
        <p:spPr>
          <a:xfrm>
            <a:off x="4247125" y="3286612"/>
            <a:ext cx="1137551" cy="870155"/>
          </a:xfrm>
          <a:prstGeom prst="rect">
            <a:avLst/>
          </a:prstGeom>
        </p:spPr>
      </p:pic>
      <p:sp>
        <p:nvSpPr>
          <p:cNvPr id="99" name="Textfeld 98">
            <a:extLst>
              <a:ext uri="{FF2B5EF4-FFF2-40B4-BE49-F238E27FC236}">
                <a16:creationId xmlns:a16="http://schemas.microsoft.com/office/drawing/2014/main" id="{46665394-0D9C-9279-44B9-7187D4CC541F}"/>
              </a:ext>
            </a:extLst>
          </p:cNvPr>
          <p:cNvSpPr txBox="1"/>
          <p:nvPr/>
        </p:nvSpPr>
        <p:spPr>
          <a:xfrm>
            <a:off x="2748372" y="5923113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Cycle time: 8,2 sec.</a:t>
            </a:r>
          </a:p>
        </p:txBody>
      </p:sp>
      <p:pic>
        <p:nvPicPr>
          <p:cNvPr id="101" name="Grafik 100">
            <a:extLst>
              <a:ext uri="{FF2B5EF4-FFF2-40B4-BE49-F238E27FC236}">
                <a16:creationId xmlns:a16="http://schemas.microsoft.com/office/drawing/2014/main" id="{9662B578-C1B1-486B-F293-1585F81EF901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5908" y="3614627"/>
            <a:ext cx="455537" cy="389790"/>
          </a:xfrm>
          <a:prstGeom prst="rect">
            <a:avLst/>
          </a:prstGeom>
        </p:spPr>
      </p:pic>
      <p:sp>
        <p:nvSpPr>
          <p:cNvPr id="102" name="Rechteck: abgerundete Ecken 101">
            <a:extLst>
              <a:ext uri="{FF2B5EF4-FFF2-40B4-BE49-F238E27FC236}">
                <a16:creationId xmlns:a16="http://schemas.microsoft.com/office/drawing/2014/main" id="{F8C9A24C-227D-88A5-E538-59612BF854E2}"/>
              </a:ext>
            </a:extLst>
          </p:cNvPr>
          <p:cNvSpPr/>
          <p:nvPr/>
        </p:nvSpPr>
        <p:spPr>
          <a:xfrm>
            <a:off x="6083070" y="1728781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</a:p>
        </p:txBody>
      </p:sp>
      <p:sp>
        <p:nvSpPr>
          <p:cNvPr id="103" name="Rechteck: abgerundete Ecken 102">
            <a:extLst>
              <a:ext uri="{FF2B5EF4-FFF2-40B4-BE49-F238E27FC236}">
                <a16:creationId xmlns:a16="http://schemas.microsoft.com/office/drawing/2014/main" id="{3A8C664A-ECA4-AE67-C947-DF0599766F2F}"/>
              </a:ext>
            </a:extLst>
          </p:cNvPr>
          <p:cNvSpPr/>
          <p:nvPr/>
        </p:nvSpPr>
        <p:spPr>
          <a:xfrm>
            <a:off x="5468651" y="1733682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2</a:t>
            </a:r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AA1D4E98-4854-C6AE-6B95-C52DBACEDBCC}"/>
              </a:ext>
            </a:extLst>
          </p:cNvPr>
          <p:cNvSpPr/>
          <p:nvPr/>
        </p:nvSpPr>
        <p:spPr>
          <a:xfrm rot="16200000">
            <a:off x="4809026" y="4675582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105" name="Rechteck: abgerundete Ecken 104">
            <a:extLst>
              <a:ext uri="{FF2B5EF4-FFF2-40B4-BE49-F238E27FC236}">
                <a16:creationId xmlns:a16="http://schemas.microsoft.com/office/drawing/2014/main" id="{052BCEE3-6DFC-9DFB-CDA1-E9E06BB2341D}"/>
              </a:ext>
            </a:extLst>
          </p:cNvPr>
          <p:cNvSpPr/>
          <p:nvPr/>
        </p:nvSpPr>
        <p:spPr>
          <a:xfrm rot="16200000">
            <a:off x="4492677" y="4677903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sp>
        <p:nvSpPr>
          <p:cNvPr id="107" name="Rechteck: abgerundete Ecken 106">
            <a:extLst>
              <a:ext uri="{FF2B5EF4-FFF2-40B4-BE49-F238E27FC236}">
                <a16:creationId xmlns:a16="http://schemas.microsoft.com/office/drawing/2014/main" id="{557A46AC-3852-9F1F-166C-08ACD4117352}"/>
              </a:ext>
            </a:extLst>
          </p:cNvPr>
          <p:cNvSpPr/>
          <p:nvPr/>
        </p:nvSpPr>
        <p:spPr>
          <a:xfrm>
            <a:off x="388235" y="2427756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8</a:t>
            </a:r>
          </a:p>
        </p:txBody>
      </p:sp>
      <p:sp>
        <p:nvSpPr>
          <p:cNvPr id="108" name="Rechteck: abgerundete Ecken 107">
            <a:extLst>
              <a:ext uri="{FF2B5EF4-FFF2-40B4-BE49-F238E27FC236}">
                <a16:creationId xmlns:a16="http://schemas.microsoft.com/office/drawing/2014/main" id="{359371CD-0BD5-9542-5BE3-29A74903C96E}"/>
              </a:ext>
            </a:extLst>
          </p:cNvPr>
          <p:cNvSpPr/>
          <p:nvPr/>
        </p:nvSpPr>
        <p:spPr>
          <a:xfrm>
            <a:off x="4699647" y="361210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5</a:t>
            </a:r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DD5158F2-3923-493E-CBF1-43726AFD1D55}"/>
              </a:ext>
            </a:extLst>
          </p:cNvPr>
          <p:cNvCxnSpPr>
            <a:cxnSpLocks/>
          </p:cNvCxnSpPr>
          <p:nvPr/>
        </p:nvCxnSpPr>
        <p:spPr>
          <a:xfrm>
            <a:off x="8284609" y="2193465"/>
            <a:ext cx="0" cy="29203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00719402-95DA-B58B-E843-A722CDF453F8}"/>
              </a:ext>
            </a:extLst>
          </p:cNvPr>
          <p:cNvCxnSpPr>
            <a:cxnSpLocks/>
          </p:cNvCxnSpPr>
          <p:nvPr/>
        </p:nvCxnSpPr>
        <p:spPr>
          <a:xfrm flipH="1">
            <a:off x="2897720" y="5705298"/>
            <a:ext cx="478514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49E11918-F84F-AC95-02D8-3FA32AA57FF6}"/>
              </a:ext>
            </a:extLst>
          </p:cNvPr>
          <p:cNvSpPr txBox="1"/>
          <p:nvPr/>
        </p:nvSpPr>
        <p:spPr>
          <a:xfrm>
            <a:off x="5011878" y="5510365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2400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37CE2686-0DE1-7B40-3242-8FEED4BDA151}"/>
              </a:ext>
            </a:extLst>
          </p:cNvPr>
          <p:cNvSpPr txBox="1"/>
          <p:nvPr/>
        </p:nvSpPr>
        <p:spPr>
          <a:xfrm rot="16200000">
            <a:off x="7983917" y="3583656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1400</a:t>
            </a:r>
          </a:p>
        </p:txBody>
      </p:sp>
      <p:pic>
        <p:nvPicPr>
          <p:cNvPr id="58" name="Grafik 57">
            <a:extLst>
              <a:ext uri="{FF2B5EF4-FFF2-40B4-BE49-F238E27FC236}">
                <a16:creationId xmlns:a16="http://schemas.microsoft.com/office/drawing/2014/main" id="{C3C31C94-2BE7-D13C-9548-79ABBE32D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327213" y="4175414"/>
            <a:ext cx="981161" cy="245290"/>
          </a:xfrm>
          <a:prstGeom prst="rect">
            <a:avLst/>
          </a:prstGeom>
        </p:spPr>
      </p:pic>
      <p:pic>
        <p:nvPicPr>
          <p:cNvPr id="118" name="Grafik 117">
            <a:extLst>
              <a:ext uri="{FF2B5EF4-FFF2-40B4-BE49-F238E27FC236}">
                <a16:creationId xmlns:a16="http://schemas.microsoft.com/office/drawing/2014/main" id="{C8F19D85-8722-67C0-52A4-8BCD76523FE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-517" r="39670" b="29885"/>
          <a:stretch/>
        </p:blipFill>
        <p:spPr>
          <a:xfrm>
            <a:off x="5399488" y="4412664"/>
            <a:ext cx="410279" cy="366936"/>
          </a:xfrm>
          <a:prstGeom prst="rect">
            <a:avLst/>
          </a:prstGeom>
        </p:spPr>
      </p:pic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BB264096-4AC9-9D7A-D8F9-66E21989012E}"/>
              </a:ext>
            </a:extLst>
          </p:cNvPr>
          <p:cNvSpPr/>
          <p:nvPr/>
        </p:nvSpPr>
        <p:spPr>
          <a:xfrm>
            <a:off x="5201901" y="4680901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3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3FED5F26-165A-9A56-0733-344B231987CB}"/>
              </a:ext>
            </a:extLst>
          </p:cNvPr>
          <p:cNvSpPr txBox="1"/>
          <p:nvPr/>
        </p:nvSpPr>
        <p:spPr>
          <a:xfrm>
            <a:off x="3266855" y="3100547"/>
            <a:ext cx="7104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</a:t>
            </a:r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full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tray</a:t>
            </a:r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6417949E-19E7-BD17-CD6E-43D12A731BB7}"/>
              </a:ext>
            </a:extLst>
          </p:cNvPr>
          <p:cNvSpPr txBox="1"/>
          <p:nvPr/>
        </p:nvSpPr>
        <p:spPr>
          <a:xfrm>
            <a:off x="3248464" y="2479493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</a:t>
            </a:r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empty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tray</a:t>
            </a:r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31487530-8BF1-0E87-50EE-31CAB9E15623}"/>
              </a:ext>
            </a:extLst>
          </p:cNvPr>
          <p:cNvCxnSpPr>
            <a:cxnSpLocks/>
          </p:cNvCxnSpPr>
          <p:nvPr/>
        </p:nvCxnSpPr>
        <p:spPr>
          <a:xfrm>
            <a:off x="5947979" y="4817161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545D31E3-7B55-8FBE-9B44-26F262DD4F41}"/>
              </a:ext>
            </a:extLst>
          </p:cNvPr>
          <p:cNvSpPr/>
          <p:nvPr/>
        </p:nvSpPr>
        <p:spPr>
          <a:xfrm>
            <a:off x="5213028" y="4089400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4</a:t>
            </a:r>
          </a:p>
        </p:txBody>
      </p:sp>
      <p:sp>
        <p:nvSpPr>
          <p:cNvPr id="130" name="Rechteck: abgerundete Ecken 129">
            <a:extLst>
              <a:ext uri="{FF2B5EF4-FFF2-40B4-BE49-F238E27FC236}">
                <a16:creationId xmlns:a16="http://schemas.microsoft.com/office/drawing/2014/main" id="{5C0D64EA-8A37-F618-9004-FA3F7435DA15}"/>
              </a:ext>
            </a:extLst>
          </p:cNvPr>
          <p:cNvSpPr/>
          <p:nvPr/>
        </p:nvSpPr>
        <p:spPr>
          <a:xfrm rot="16200000">
            <a:off x="4178590" y="1986416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9</a:t>
            </a:r>
          </a:p>
        </p:txBody>
      </p:sp>
      <p:sp>
        <p:nvSpPr>
          <p:cNvPr id="131" name="Rechteck: abgerundete Ecken 130">
            <a:extLst>
              <a:ext uri="{FF2B5EF4-FFF2-40B4-BE49-F238E27FC236}">
                <a16:creationId xmlns:a16="http://schemas.microsoft.com/office/drawing/2014/main" id="{0DC5E819-74CB-9C9F-96B9-7DB97D13A285}"/>
              </a:ext>
            </a:extLst>
          </p:cNvPr>
          <p:cNvSpPr/>
          <p:nvPr/>
        </p:nvSpPr>
        <p:spPr>
          <a:xfrm rot="16200000">
            <a:off x="4356790" y="1969728"/>
            <a:ext cx="317651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800" dirty="0"/>
              <a:t>10</a:t>
            </a:r>
          </a:p>
        </p:txBody>
      </p: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C7A4F48B-9FCD-EB10-AF45-3E6B0A8CD35F}"/>
              </a:ext>
            </a:extLst>
          </p:cNvPr>
          <p:cNvCxnSpPr>
            <a:cxnSpLocks/>
          </p:cNvCxnSpPr>
          <p:nvPr/>
        </p:nvCxnSpPr>
        <p:spPr>
          <a:xfrm>
            <a:off x="8634903" y="727095"/>
            <a:ext cx="0" cy="5403809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Rechteck: abgerundete Ecken 137">
            <a:extLst>
              <a:ext uri="{FF2B5EF4-FFF2-40B4-BE49-F238E27FC236}">
                <a16:creationId xmlns:a16="http://schemas.microsoft.com/office/drawing/2014/main" id="{14C22086-7A4F-EE7E-B0D0-1CBD0A49884C}"/>
              </a:ext>
            </a:extLst>
          </p:cNvPr>
          <p:cNvSpPr/>
          <p:nvPr/>
        </p:nvSpPr>
        <p:spPr>
          <a:xfrm>
            <a:off x="8731525" y="1055046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F0920650-0C4A-D0EB-83E0-27FBCEA98634}"/>
              </a:ext>
            </a:extLst>
          </p:cNvPr>
          <p:cNvSpPr txBox="1"/>
          <p:nvPr/>
        </p:nvSpPr>
        <p:spPr>
          <a:xfrm>
            <a:off x="9102542" y="991236"/>
            <a:ext cx="2975495" cy="4431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Feeder </a:t>
            </a:r>
            <a:r>
              <a:rPr lang="de-DE" sz="8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  <a:endParaRPr lang="de-DE" sz="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200x400</a:t>
            </a: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300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pcs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de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Feeder </a:t>
            </a:r>
            <a:r>
              <a:rPr lang="de-DE" sz="8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plate</a:t>
            </a:r>
            <a:endParaRPr lang="de-DE" sz="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Bulk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bowl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feeder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capacity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min. 300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pcs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Handling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plate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Plate from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vibration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rail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press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station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DMC-reader</a:t>
            </a: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Handling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/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plate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pilgrim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step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handling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Robot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handling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/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plate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Stäubli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robot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gripper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station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Kistler NC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joining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module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(Type: </a:t>
            </a:r>
            <a:r>
              <a:rPr lang="de-DE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2153A0102003HG)</a:t>
            </a: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station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 the </a:t>
            </a:r>
            <a:r>
              <a:rPr lang="de-DE" sz="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lenght</a:t>
            </a:r>
            <a:r>
              <a:rPr lang="de-DE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of </a:t>
            </a:r>
            <a:r>
              <a:rPr lang="de-DE" sz="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assembled</a:t>
            </a:r>
            <a:r>
              <a:rPr lang="de-DE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r>
              <a:rPr lang="de-DE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wirth</a:t>
            </a:r>
            <a:r>
              <a:rPr lang="de-DE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Heidenhain </a:t>
            </a:r>
            <a:r>
              <a:rPr lang="de-DE" sz="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gauge</a:t>
            </a:r>
            <a:endParaRPr lang="de-DE" sz="8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Paletizer</a:t>
            </a:r>
            <a:r>
              <a:rPr lang="de-DE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</a:t>
            </a:r>
            <a:r>
              <a:rPr lang="de-DE" sz="8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assembled</a:t>
            </a:r>
            <a:r>
              <a:rPr lang="de-DE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endParaRPr lang="de-DE" sz="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300x450;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capacity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50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pcs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Palletizer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with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2x6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trays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full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/ 6x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empty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NIO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drawer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Drawer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10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SPC </a:t>
            </a:r>
            <a:r>
              <a:rPr lang="de-DE" sz="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drawer</a:t>
            </a:r>
            <a:endParaRPr lang="de-DE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Drawer</a:t>
            </a:r>
            <a:r>
              <a:rPr lang="de-DE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10 </a:t>
            </a:r>
            <a:r>
              <a:rPr lang="de-DE" sz="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parts</a:t>
            </a:r>
            <a:endParaRPr lang="de-DE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1" name="Rechteck: abgerundete Ecken 140">
            <a:extLst>
              <a:ext uri="{FF2B5EF4-FFF2-40B4-BE49-F238E27FC236}">
                <a16:creationId xmlns:a16="http://schemas.microsoft.com/office/drawing/2014/main" id="{37705049-8750-7888-0A3C-E4673321268F}"/>
              </a:ext>
            </a:extLst>
          </p:cNvPr>
          <p:cNvSpPr/>
          <p:nvPr/>
        </p:nvSpPr>
        <p:spPr>
          <a:xfrm>
            <a:off x="8731082" y="1579375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2</a:t>
            </a:r>
          </a:p>
        </p:txBody>
      </p:sp>
      <p:sp>
        <p:nvSpPr>
          <p:cNvPr id="142" name="Rechteck: abgerundete Ecken 141">
            <a:extLst>
              <a:ext uri="{FF2B5EF4-FFF2-40B4-BE49-F238E27FC236}">
                <a16:creationId xmlns:a16="http://schemas.microsoft.com/office/drawing/2014/main" id="{3A14713F-A6D4-86E0-AC68-8678E1B14145}"/>
              </a:ext>
            </a:extLst>
          </p:cNvPr>
          <p:cNvSpPr/>
          <p:nvPr/>
        </p:nvSpPr>
        <p:spPr>
          <a:xfrm>
            <a:off x="8731082" y="2075861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3</a:t>
            </a:r>
          </a:p>
        </p:txBody>
      </p:sp>
      <p:sp>
        <p:nvSpPr>
          <p:cNvPr id="143" name="Rechteck: abgerundete Ecken 142">
            <a:extLst>
              <a:ext uri="{FF2B5EF4-FFF2-40B4-BE49-F238E27FC236}">
                <a16:creationId xmlns:a16="http://schemas.microsoft.com/office/drawing/2014/main" id="{8AFB9F8E-8130-0391-8E4D-61C3D23E2F83}"/>
              </a:ext>
            </a:extLst>
          </p:cNvPr>
          <p:cNvSpPr/>
          <p:nvPr/>
        </p:nvSpPr>
        <p:spPr>
          <a:xfrm>
            <a:off x="8731082" y="2557391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4</a:t>
            </a:r>
          </a:p>
        </p:txBody>
      </p:sp>
      <p:sp>
        <p:nvSpPr>
          <p:cNvPr id="144" name="Rechteck: abgerundete Ecken 143">
            <a:extLst>
              <a:ext uri="{FF2B5EF4-FFF2-40B4-BE49-F238E27FC236}">
                <a16:creationId xmlns:a16="http://schemas.microsoft.com/office/drawing/2014/main" id="{D088FF51-DFE7-C05D-AEE3-2B3289E2784F}"/>
              </a:ext>
            </a:extLst>
          </p:cNvPr>
          <p:cNvSpPr/>
          <p:nvPr/>
        </p:nvSpPr>
        <p:spPr>
          <a:xfrm>
            <a:off x="8731082" y="2929070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5</a:t>
            </a:r>
          </a:p>
        </p:txBody>
      </p:sp>
      <p:sp>
        <p:nvSpPr>
          <p:cNvPr id="145" name="Rechteck: abgerundete Ecken 144">
            <a:extLst>
              <a:ext uri="{FF2B5EF4-FFF2-40B4-BE49-F238E27FC236}">
                <a16:creationId xmlns:a16="http://schemas.microsoft.com/office/drawing/2014/main" id="{07950C18-5FF0-E8C3-B64B-C30F2571732D}"/>
              </a:ext>
            </a:extLst>
          </p:cNvPr>
          <p:cNvSpPr/>
          <p:nvPr/>
        </p:nvSpPr>
        <p:spPr>
          <a:xfrm>
            <a:off x="8737362" y="3275617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146" name="Rechteck: abgerundete Ecken 145">
            <a:extLst>
              <a:ext uri="{FF2B5EF4-FFF2-40B4-BE49-F238E27FC236}">
                <a16:creationId xmlns:a16="http://schemas.microsoft.com/office/drawing/2014/main" id="{A8A66577-16C9-4B69-107F-7EB6838063DA}"/>
              </a:ext>
            </a:extLst>
          </p:cNvPr>
          <p:cNvSpPr/>
          <p:nvPr/>
        </p:nvSpPr>
        <p:spPr>
          <a:xfrm>
            <a:off x="8731082" y="361210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sp>
        <p:nvSpPr>
          <p:cNvPr id="147" name="Rechteck: abgerundete Ecken 146">
            <a:extLst>
              <a:ext uri="{FF2B5EF4-FFF2-40B4-BE49-F238E27FC236}">
                <a16:creationId xmlns:a16="http://schemas.microsoft.com/office/drawing/2014/main" id="{26D2A2EB-C6BE-F225-EDC2-0263E6807DEF}"/>
              </a:ext>
            </a:extLst>
          </p:cNvPr>
          <p:cNvSpPr/>
          <p:nvPr/>
        </p:nvSpPr>
        <p:spPr>
          <a:xfrm>
            <a:off x="8741887" y="3983817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8</a:t>
            </a:r>
          </a:p>
        </p:txBody>
      </p:sp>
      <p:sp>
        <p:nvSpPr>
          <p:cNvPr id="148" name="Rechteck: abgerundete Ecken 147">
            <a:extLst>
              <a:ext uri="{FF2B5EF4-FFF2-40B4-BE49-F238E27FC236}">
                <a16:creationId xmlns:a16="http://schemas.microsoft.com/office/drawing/2014/main" id="{DCFBFF0A-4CC6-68A6-2224-2CF84D74EB93}"/>
              </a:ext>
            </a:extLst>
          </p:cNvPr>
          <p:cNvSpPr/>
          <p:nvPr/>
        </p:nvSpPr>
        <p:spPr>
          <a:xfrm>
            <a:off x="8740912" y="4590650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9</a:t>
            </a:r>
          </a:p>
        </p:txBody>
      </p:sp>
      <p:sp>
        <p:nvSpPr>
          <p:cNvPr id="149" name="Rechteck: abgerundete Ecken 148">
            <a:extLst>
              <a:ext uri="{FF2B5EF4-FFF2-40B4-BE49-F238E27FC236}">
                <a16:creationId xmlns:a16="http://schemas.microsoft.com/office/drawing/2014/main" id="{1D8E5F7C-FF4C-EF7E-D972-40966604119D}"/>
              </a:ext>
            </a:extLst>
          </p:cNvPr>
          <p:cNvSpPr/>
          <p:nvPr/>
        </p:nvSpPr>
        <p:spPr>
          <a:xfrm>
            <a:off x="8722258" y="4969233"/>
            <a:ext cx="317651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8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6221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91597594-A68D-18F5-2B39-1EDEDC6B7A2B}"/>
              </a:ext>
            </a:extLst>
          </p:cNvPr>
          <p:cNvGrpSpPr/>
          <p:nvPr/>
        </p:nvGrpSpPr>
        <p:grpSpPr>
          <a:xfrm>
            <a:off x="6505145" y="2543755"/>
            <a:ext cx="1127234" cy="1757716"/>
            <a:chOff x="3727935" y="4454335"/>
            <a:chExt cx="652262" cy="103767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F80579AA-6A55-4861-19B3-40F3BD44C929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4" name="Gerader Verbinder 3">
                <a:extLst>
                  <a:ext uri="{FF2B5EF4-FFF2-40B4-BE49-F238E27FC236}">
                    <a16:creationId xmlns:a16="http://schemas.microsoft.com/office/drawing/2014/main" id="{02C2B5E8-CE0F-6CE8-8A66-6AAD84F69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C4D8C257-52AA-E2FA-8C4A-6818B4666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EB68E533-C87F-818C-517B-023D6E9A78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15AC658C-3C24-0E85-B5E0-6C19A77982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Gerader Verbinder 7">
                <a:extLst>
                  <a:ext uri="{FF2B5EF4-FFF2-40B4-BE49-F238E27FC236}">
                    <a16:creationId xmlns:a16="http://schemas.microsoft.com/office/drawing/2014/main" id="{F8E590A5-125B-D846-C538-0683BFD419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69732A34-C332-29A5-2C5D-030418EC08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E269E57A-209C-7BA6-AC47-E18BF491C137}"/>
                </a:ext>
              </a:extLst>
            </p:cNvPr>
            <p:cNvGrpSpPr/>
            <p:nvPr/>
          </p:nvGrpSpPr>
          <p:grpSpPr>
            <a:xfrm>
              <a:off x="3727935" y="4468948"/>
              <a:ext cx="652262" cy="107237"/>
              <a:chOff x="3725727" y="2595563"/>
              <a:chExt cx="2683204" cy="371325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CF7248BC-7336-1688-22C1-099D024BCD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025BB505-428A-EF7E-18A1-A25CE6A0C9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D59FBA0-A42D-1DC4-9CEC-3BEA2C65C5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ADDDFFBC-AF45-0117-3311-08C572AAF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CB8FBB2E-1E67-9AD2-9A5A-0C82BF3F67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7082DAF0-6DBE-0DFA-5BC9-079EDC24E9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2BD72AC4-2E23-9312-5D0E-524F0D7A2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96652612-00D0-6018-7902-79C6C166D3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46DEA9CD-2FA5-6FE7-61BB-723255830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EADB0583-3A1F-5D99-27C0-6B1F80B5F3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E5B46DF5-3042-6D4D-5758-D2AB69EFDB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39E2DBC7-CCF1-E3B8-84EB-1C66748FF3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0AC65550-4D76-D995-82B3-E5E48EC330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65496BB0-799C-4CC3-2AAE-384D25970E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Rechteck 32">
            <a:extLst>
              <a:ext uri="{FF2B5EF4-FFF2-40B4-BE49-F238E27FC236}">
                <a16:creationId xmlns:a16="http://schemas.microsoft.com/office/drawing/2014/main" id="{9B73B5E7-24D9-BEEA-B06F-38D4A5866958}"/>
              </a:ext>
            </a:extLst>
          </p:cNvPr>
          <p:cNvSpPr/>
          <p:nvPr/>
        </p:nvSpPr>
        <p:spPr>
          <a:xfrm>
            <a:off x="7139055" y="2748069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1F7EF71-E727-38DD-CDAF-36E55AA21630}"/>
              </a:ext>
            </a:extLst>
          </p:cNvPr>
          <p:cNvSpPr/>
          <p:nvPr/>
        </p:nvSpPr>
        <p:spPr>
          <a:xfrm>
            <a:off x="6790276" y="2752831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8C51230-B03A-A040-5D98-24A0E2445F11}"/>
              </a:ext>
            </a:extLst>
          </p:cNvPr>
          <p:cNvSpPr/>
          <p:nvPr/>
        </p:nvSpPr>
        <p:spPr>
          <a:xfrm rot="5400000">
            <a:off x="7363659" y="403848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585C174-8CE0-1355-DEC8-2AD6033ED806}"/>
              </a:ext>
            </a:extLst>
          </p:cNvPr>
          <p:cNvSpPr/>
          <p:nvPr/>
        </p:nvSpPr>
        <p:spPr>
          <a:xfrm rot="5400000">
            <a:off x="6567459" y="4043248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: obere Ecken abgeschnitten 36">
            <a:extLst>
              <a:ext uri="{FF2B5EF4-FFF2-40B4-BE49-F238E27FC236}">
                <a16:creationId xmlns:a16="http://schemas.microsoft.com/office/drawing/2014/main" id="{1B9AD712-62EE-58DF-D45E-2858F9B88CE9}"/>
              </a:ext>
            </a:extLst>
          </p:cNvPr>
          <p:cNvSpPr/>
          <p:nvPr/>
        </p:nvSpPr>
        <p:spPr>
          <a:xfrm>
            <a:off x="6992054" y="4305915"/>
            <a:ext cx="159001" cy="270398"/>
          </a:xfrm>
          <a:prstGeom prst="snip2SameRect">
            <a:avLst>
              <a:gd name="adj1" fmla="val 6089"/>
              <a:gd name="adj2" fmla="val 0"/>
            </a:avLst>
          </a:prstGeom>
          <a:solidFill>
            <a:srgbClr val="16B75F"/>
          </a:solidFill>
          <a:ln w="635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960B51F2-FD06-F3F0-FE33-F3F1EF3C3398}"/>
              </a:ext>
            </a:extLst>
          </p:cNvPr>
          <p:cNvGrpSpPr/>
          <p:nvPr/>
        </p:nvGrpSpPr>
        <p:grpSpPr>
          <a:xfrm>
            <a:off x="6686206" y="1058074"/>
            <a:ext cx="612000" cy="1548385"/>
            <a:chOff x="3178059" y="1083415"/>
            <a:chExt cx="609310" cy="1548385"/>
          </a:xfrm>
        </p:grpSpPr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F4C6DD55-6085-6092-61BE-55098F3FC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8059" y="1083415"/>
              <a:ext cx="579784" cy="1405977"/>
            </a:xfrm>
            <a:prstGeom prst="rect">
              <a:avLst/>
            </a:prstGeom>
          </p:spPr>
        </p:pic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F089AF84-51E8-E7E7-982D-CBD441F3942A}"/>
                </a:ext>
              </a:extLst>
            </p:cNvPr>
            <p:cNvGrpSpPr/>
            <p:nvPr/>
          </p:nvGrpSpPr>
          <p:grpSpPr>
            <a:xfrm>
              <a:off x="3333118" y="2431557"/>
              <a:ext cx="454251" cy="200243"/>
              <a:chOff x="3344340" y="2291513"/>
              <a:chExt cx="454251" cy="200243"/>
            </a:xfrm>
          </p:grpSpPr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6787A9A8-E5C3-49A0-088C-C843E6D047BE}"/>
                  </a:ext>
                </a:extLst>
              </p:cNvPr>
              <p:cNvSpPr/>
              <p:nvPr/>
            </p:nvSpPr>
            <p:spPr>
              <a:xfrm rot="5400000">
                <a:off x="3692921" y="2386086"/>
                <a:ext cx="80225" cy="131115"/>
              </a:xfrm>
              <a:prstGeom prst="rect">
                <a:avLst/>
              </a:prstGeom>
              <a:solidFill>
                <a:srgbClr val="16B75F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3B7BF011-6748-4789-94D9-2059699E5964}"/>
                  </a:ext>
                </a:extLst>
              </p:cNvPr>
              <p:cNvSpPr/>
              <p:nvPr/>
            </p:nvSpPr>
            <p:spPr>
              <a:xfrm rot="5400000">
                <a:off x="3369785" y="2386085"/>
                <a:ext cx="80225" cy="131115"/>
              </a:xfrm>
              <a:prstGeom prst="rect">
                <a:avLst/>
              </a:prstGeom>
              <a:solidFill>
                <a:srgbClr val="16B75F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021EB4-4D02-5893-1F00-B44BC4341598}"/>
                  </a:ext>
                </a:extLst>
              </p:cNvPr>
              <p:cNvSpPr/>
              <p:nvPr/>
            </p:nvSpPr>
            <p:spPr>
              <a:xfrm rot="5400000">
                <a:off x="3512259" y="2123595"/>
                <a:ext cx="118413" cy="454250"/>
              </a:xfrm>
              <a:prstGeom prst="rect">
                <a:avLst/>
              </a:prstGeom>
              <a:solidFill>
                <a:srgbClr val="16B75F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429F188-8DE9-F53E-1654-3FC3D0BE3571}"/>
              </a:ext>
            </a:extLst>
          </p:cNvPr>
          <p:cNvCxnSpPr>
            <a:cxnSpLocks/>
          </p:cNvCxnSpPr>
          <p:nvPr/>
        </p:nvCxnSpPr>
        <p:spPr>
          <a:xfrm>
            <a:off x="7070551" y="2192588"/>
            <a:ext cx="0" cy="27146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2822E31E-B428-AA3F-54DF-CA08919E1AB4}"/>
              </a:ext>
            </a:extLst>
          </p:cNvPr>
          <p:cNvSpPr txBox="1"/>
          <p:nvPr/>
        </p:nvSpPr>
        <p:spPr>
          <a:xfrm>
            <a:off x="7159274" y="1680440"/>
            <a:ext cx="16466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 = max. 5,5kN</a:t>
            </a:r>
          </a:p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= 100 ±50 mm/min</a:t>
            </a:r>
          </a:p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Pressing time max. 4 sec.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5F546B38-3881-54C8-1B58-03F5C1A461BB}"/>
              </a:ext>
            </a:extLst>
          </p:cNvPr>
          <p:cNvGrpSpPr/>
          <p:nvPr/>
        </p:nvGrpSpPr>
        <p:grpSpPr>
          <a:xfrm>
            <a:off x="4002621" y="2550142"/>
            <a:ext cx="1127234" cy="1757716"/>
            <a:chOff x="3727935" y="4454335"/>
            <a:chExt cx="652262" cy="1037672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EDDCB4DA-B6B0-633B-5415-FDDE5F1DE19F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75" name="Gerader Verbinder 74">
                <a:extLst>
                  <a:ext uri="{FF2B5EF4-FFF2-40B4-BE49-F238E27FC236}">
                    <a16:creationId xmlns:a16="http://schemas.microsoft.com/office/drawing/2014/main" id="{1813F14F-E708-5844-DB7F-25856215B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Gerader Verbinder 75">
                <a:extLst>
                  <a:ext uri="{FF2B5EF4-FFF2-40B4-BE49-F238E27FC236}">
                    <a16:creationId xmlns:a16="http://schemas.microsoft.com/office/drawing/2014/main" id="{254BCF27-CC07-3690-1A3F-68BDF7143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Gerader Verbinder 76">
                <a:extLst>
                  <a:ext uri="{FF2B5EF4-FFF2-40B4-BE49-F238E27FC236}">
                    <a16:creationId xmlns:a16="http://schemas.microsoft.com/office/drawing/2014/main" id="{3694D47F-6CDC-1317-02C5-82E3873B9D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CFEC93D6-4DE5-2415-0FAA-D1104E592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9D04F12E-27F2-6AB1-8A01-EC6680D1A3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E91BEC1C-C2FF-C5E3-1C6E-14583475EA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0AD15F7B-91D9-620C-0D9F-B8A4DFB2B1D4}"/>
                </a:ext>
              </a:extLst>
            </p:cNvPr>
            <p:cNvGrpSpPr/>
            <p:nvPr/>
          </p:nvGrpSpPr>
          <p:grpSpPr>
            <a:xfrm>
              <a:off x="3727935" y="4468948"/>
              <a:ext cx="652262" cy="107237"/>
              <a:chOff x="3725727" y="2595563"/>
              <a:chExt cx="2683204" cy="371325"/>
            </a:xfrm>
          </p:grpSpPr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80EA5C97-FE83-0F43-55F9-39E3C0397D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43048C4F-B894-F38E-FB6C-DD5FF9521C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C6554F9C-5207-2E2F-31CF-326FE982C7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E6F908E9-41D7-646B-5FA4-BFE4B63B9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F046AF2E-3432-FB56-CA13-2026C04AE2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Gerader Verbinder 65">
                <a:extLst>
                  <a:ext uri="{FF2B5EF4-FFF2-40B4-BE49-F238E27FC236}">
                    <a16:creationId xmlns:a16="http://schemas.microsoft.com/office/drawing/2014/main" id="{6BC1C67A-523E-79F2-5F0E-CA1DFF722C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3828A717-76EC-E786-9417-B9CCBC85E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093D00AE-BB1C-8412-CFF0-B45C2D742D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FC5E8E8D-685D-95BF-7FF1-0FCB635A27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Gerader Verbinder 69">
                <a:extLst>
                  <a:ext uri="{FF2B5EF4-FFF2-40B4-BE49-F238E27FC236}">
                    <a16:creationId xmlns:a16="http://schemas.microsoft.com/office/drawing/2014/main" id="{18AA3408-F06A-501C-0ED7-8805F1972F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Gerader Verbinder 70">
                <a:extLst>
                  <a:ext uri="{FF2B5EF4-FFF2-40B4-BE49-F238E27FC236}">
                    <a16:creationId xmlns:a16="http://schemas.microsoft.com/office/drawing/2014/main" id="{A75BCA7E-4F48-7B40-2B81-420C306542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Gerader Verbinder 71">
                <a:extLst>
                  <a:ext uri="{FF2B5EF4-FFF2-40B4-BE49-F238E27FC236}">
                    <a16:creationId xmlns:a16="http://schemas.microsoft.com/office/drawing/2014/main" id="{9890D0FA-1CF3-D434-AE32-64EA391AD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Gerader Verbinder 72">
                <a:extLst>
                  <a:ext uri="{FF2B5EF4-FFF2-40B4-BE49-F238E27FC236}">
                    <a16:creationId xmlns:a16="http://schemas.microsoft.com/office/drawing/2014/main" id="{411FACF5-A488-8C91-BC9B-FE5CF491F2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Gerader Verbinder 73">
                <a:extLst>
                  <a:ext uri="{FF2B5EF4-FFF2-40B4-BE49-F238E27FC236}">
                    <a16:creationId xmlns:a16="http://schemas.microsoft.com/office/drawing/2014/main" id="{D64BD21E-C3F1-856E-CDFB-FE4F813ABE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Rechteck 80">
            <a:extLst>
              <a:ext uri="{FF2B5EF4-FFF2-40B4-BE49-F238E27FC236}">
                <a16:creationId xmlns:a16="http://schemas.microsoft.com/office/drawing/2014/main" id="{FC827426-E3D2-A5CF-76B1-4606F0DC3C5C}"/>
              </a:ext>
            </a:extLst>
          </p:cNvPr>
          <p:cNvSpPr/>
          <p:nvPr/>
        </p:nvSpPr>
        <p:spPr>
          <a:xfrm>
            <a:off x="4636531" y="2754456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BCFF36DC-1B67-54CB-AE74-E80B22D67BBA}"/>
              </a:ext>
            </a:extLst>
          </p:cNvPr>
          <p:cNvSpPr/>
          <p:nvPr/>
        </p:nvSpPr>
        <p:spPr>
          <a:xfrm>
            <a:off x="4287752" y="2759218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B48A584A-49DA-6EB8-C89E-977773B69A35}"/>
              </a:ext>
            </a:extLst>
          </p:cNvPr>
          <p:cNvSpPr/>
          <p:nvPr/>
        </p:nvSpPr>
        <p:spPr>
          <a:xfrm rot="5400000">
            <a:off x="4861135" y="4044872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80568DC5-8172-C598-F35D-8BF657CCD9F6}"/>
              </a:ext>
            </a:extLst>
          </p:cNvPr>
          <p:cNvSpPr/>
          <p:nvPr/>
        </p:nvSpPr>
        <p:spPr>
          <a:xfrm rot="5400000">
            <a:off x="4064935" y="404963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24B052C-F322-806C-2765-2C8AE430E3FC}"/>
              </a:ext>
            </a:extLst>
          </p:cNvPr>
          <p:cNvGrpSpPr/>
          <p:nvPr/>
        </p:nvGrpSpPr>
        <p:grpSpPr>
          <a:xfrm>
            <a:off x="4339426" y="2412603"/>
            <a:ext cx="456256" cy="200243"/>
            <a:chOff x="3344340" y="2291513"/>
            <a:chExt cx="454251" cy="200243"/>
          </a:xfrm>
        </p:grpSpPr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CC23A981-A66C-EE74-EC4C-511EBA6E00B3}"/>
                </a:ext>
              </a:extLst>
            </p:cNvPr>
            <p:cNvSpPr/>
            <p:nvPr/>
          </p:nvSpPr>
          <p:spPr>
            <a:xfrm rot="5400000">
              <a:off x="3692921" y="2386086"/>
              <a:ext cx="80225" cy="131115"/>
            </a:xfrm>
            <a:prstGeom prst="rect">
              <a:avLst/>
            </a:prstGeom>
            <a:solidFill>
              <a:srgbClr val="16B75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C210D96C-37E9-3D32-E199-0FA34F94EA80}"/>
                </a:ext>
              </a:extLst>
            </p:cNvPr>
            <p:cNvSpPr/>
            <p:nvPr/>
          </p:nvSpPr>
          <p:spPr>
            <a:xfrm rot="5400000">
              <a:off x="3369785" y="2386085"/>
              <a:ext cx="80225" cy="131115"/>
            </a:xfrm>
            <a:prstGeom prst="rect">
              <a:avLst/>
            </a:prstGeom>
            <a:solidFill>
              <a:srgbClr val="16B75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CD362371-BFFA-2E3C-04E4-F1BB955394DF}"/>
                </a:ext>
              </a:extLst>
            </p:cNvPr>
            <p:cNvSpPr/>
            <p:nvPr/>
          </p:nvSpPr>
          <p:spPr>
            <a:xfrm rot="5400000">
              <a:off x="3512259" y="2123595"/>
              <a:ext cx="118413" cy="454250"/>
            </a:xfrm>
            <a:prstGeom prst="rect">
              <a:avLst/>
            </a:prstGeom>
            <a:solidFill>
              <a:srgbClr val="16B75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7FEA5DCF-1FFD-E7B3-A563-D3391FAE6FE6}"/>
              </a:ext>
            </a:extLst>
          </p:cNvPr>
          <p:cNvCxnSpPr>
            <a:cxnSpLocks/>
          </p:cNvCxnSpPr>
          <p:nvPr/>
        </p:nvCxnSpPr>
        <p:spPr>
          <a:xfrm>
            <a:off x="4582592" y="2141141"/>
            <a:ext cx="0" cy="27146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8" name="Grafik 97">
            <a:extLst>
              <a:ext uri="{FF2B5EF4-FFF2-40B4-BE49-F238E27FC236}">
                <a16:creationId xmlns:a16="http://schemas.microsoft.com/office/drawing/2014/main" id="{0DDFF709-D739-D4A1-3FAA-CE4FC187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345324" y="4310026"/>
            <a:ext cx="380885" cy="910902"/>
          </a:xfrm>
          <a:prstGeom prst="rect">
            <a:avLst/>
          </a:prstGeom>
        </p:spPr>
      </p:pic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4A587C0F-3A62-B7C0-49CF-A9D8C069C693}"/>
              </a:ext>
            </a:extLst>
          </p:cNvPr>
          <p:cNvCxnSpPr>
            <a:cxnSpLocks/>
          </p:cNvCxnSpPr>
          <p:nvPr/>
        </p:nvCxnSpPr>
        <p:spPr>
          <a:xfrm>
            <a:off x="5158059" y="2753471"/>
            <a:ext cx="0" cy="154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feld 99">
            <a:extLst>
              <a:ext uri="{FF2B5EF4-FFF2-40B4-BE49-F238E27FC236}">
                <a16:creationId xmlns:a16="http://schemas.microsoft.com/office/drawing/2014/main" id="{DBBC7FDB-5328-D0D9-14A6-058B2FA595C9}"/>
              </a:ext>
            </a:extLst>
          </p:cNvPr>
          <p:cNvSpPr txBox="1"/>
          <p:nvPr/>
        </p:nvSpPr>
        <p:spPr>
          <a:xfrm rot="16200000">
            <a:off x="4819943" y="3402734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±0,025</a:t>
            </a:r>
          </a:p>
        </p:txBody>
      </p: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927E2C3E-D08A-B46B-FE6B-976530DA0F4D}"/>
              </a:ext>
            </a:extLst>
          </p:cNvPr>
          <p:cNvCxnSpPr>
            <a:cxnSpLocks/>
          </p:cNvCxnSpPr>
          <p:nvPr/>
        </p:nvCxnSpPr>
        <p:spPr>
          <a:xfrm>
            <a:off x="4747818" y="2747572"/>
            <a:ext cx="46284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024726C8-4B0E-B9BF-BE61-FEB46536C2A6}"/>
              </a:ext>
            </a:extLst>
          </p:cNvPr>
          <p:cNvCxnSpPr>
            <a:cxnSpLocks/>
          </p:cNvCxnSpPr>
          <p:nvPr/>
        </p:nvCxnSpPr>
        <p:spPr>
          <a:xfrm>
            <a:off x="4564527" y="4303387"/>
            <a:ext cx="648000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58500596-92B9-56B5-C5B7-D729CF8DA7AC}"/>
              </a:ext>
            </a:extLst>
          </p:cNvPr>
          <p:cNvGrpSpPr/>
          <p:nvPr/>
        </p:nvGrpSpPr>
        <p:grpSpPr>
          <a:xfrm>
            <a:off x="9383196" y="2531857"/>
            <a:ext cx="88399" cy="1757716"/>
            <a:chOff x="4031865" y="4454335"/>
            <a:chExt cx="51151" cy="1037672"/>
          </a:xfrm>
        </p:grpSpPr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756C876F-CB4A-9F61-C384-CD7E6A3725D7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120" name="Gerader Verbinder 119">
                <a:extLst>
                  <a:ext uri="{FF2B5EF4-FFF2-40B4-BE49-F238E27FC236}">
                    <a16:creationId xmlns:a16="http://schemas.microsoft.com/office/drawing/2014/main" id="{94D9C90F-DEB7-F8E3-6236-C72720D901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E43587FC-9CBE-96FC-30B1-E1C9A7EF83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19E5D03D-48A1-4944-9B80-259CC9EB0F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2F01EECB-D70F-E607-DD59-FCEEB761D9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EDDA1B4D-6276-8BE6-95D2-6E5BCF8024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r Verbinder 124">
                <a:extLst>
                  <a:ext uri="{FF2B5EF4-FFF2-40B4-BE49-F238E27FC236}">
                    <a16:creationId xmlns:a16="http://schemas.microsoft.com/office/drawing/2014/main" id="{CC5CD7B7-0124-E603-46BB-E8716659B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9E4FFCF9-0EE3-5D59-68B2-EFDD6B69E6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3016" y="4468949"/>
              <a:ext cx="0" cy="1050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Rechteck 125">
            <a:extLst>
              <a:ext uri="{FF2B5EF4-FFF2-40B4-BE49-F238E27FC236}">
                <a16:creationId xmlns:a16="http://schemas.microsoft.com/office/drawing/2014/main" id="{4BCEB630-09A1-73AE-F19F-24B05CA993DD}"/>
              </a:ext>
            </a:extLst>
          </p:cNvPr>
          <p:cNvSpPr/>
          <p:nvPr/>
        </p:nvSpPr>
        <p:spPr>
          <a:xfrm>
            <a:off x="9491690" y="2779209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53614DB4-27A1-56E4-9532-6B0337BB73A0}"/>
              </a:ext>
            </a:extLst>
          </p:cNvPr>
          <p:cNvSpPr/>
          <p:nvPr/>
        </p:nvSpPr>
        <p:spPr>
          <a:xfrm>
            <a:off x="9142911" y="2783971"/>
            <a:ext cx="216000" cy="151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17070F03-7FA9-8D6D-6A46-58CA9C131485}"/>
              </a:ext>
            </a:extLst>
          </p:cNvPr>
          <p:cNvSpPr/>
          <p:nvPr/>
        </p:nvSpPr>
        <p:spPr>
          <a:xfrm rot="5400000">
            <a:off x="9716294" y="406962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3D95749B-B705-DEE8-49B4-BAB7AB1E920B}"/>
              </a:ext>
            </a:extLst>
          </p:cNvPr>
          <p:cNvSpPr/>
          <p:nvPr/>
        </p:nvSpPr>
        <p:spPr>
          <a:xfrm rot="5400000">
            <a:off x="8920094" y="4074388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73076D19-C0DA-804A-D248-66675E5F9C8F}"/>
              </a:ext>
            </a:extLst>
          </p:cNvPr>
          <p:cNvCxnSpPr>
            <a:cxnSpLocks/>
          </p:cNvCxnSpPr>
          <p:nvPr/>
        </p:nvCxnSpPr>
        <p:spPr>
          <a:xfrm flipH="1">
            <a:off x="9674626" y="2652743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A3EB8C53-9E2E-E817-FF68-B299D82F6BC6}"/>
              </a:ext>
            </a:extLst>
          </p:cNvPr>
          <p:cNvGrpSpPr/>
          <p:nvPr/>
        </p:nvGrpSpPr>
        <p:grpSpPr>
          <a:xfrm>
            <a:off x="8834618" y="1963277"/>
            <a:ext cx="1152000" cy="177864"/>
            <a:chOff x="3725727" y="2595563"/>
            <a:chExt cx="2683204" cy="371325"/>
          </a:xfrm>
        </p:grpSpPr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0CF86C94-38E4-6735-5F6F-4BDA6C2C7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C7FF9D30-9506-5F52-78DC-1D38451FB7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r Verbinder 144">
              <a:extLst>
                <a:ext uri="{FF2B5EF4-FFF2-40B4-BE49-F238E27FC236}">
                  <a16:creationId xmlns:a16="http://schemas.microsoft.com/office/drawing/2014/main" id="{13948283-B341-C0B2-68F7-7DEA6A62F9E5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Gerader Verbinder 145">
              <a:extLst>
                <a:ext uri="{FF2B5EF4-FFF2-40B4-BE49-F238E27FC236}">
                  <a16:creationId xmlns:a16="http://schemas.microsoft.com/office/drawing/2014/main" id="{9614A6A1-71C2-29CA-2561-5C7633211A6D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DE5E8B2D-AD7C-C872-4E87-774A66833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r Verbinder 147">
              <a:extLst>
                <a:ext uri="{FF2B5EF4-FFF2-40B4-BE49-F238E27FC236}">
                  <a16:creationId xmlns:a16="http://schemas.microsoft.com/office/drawing/2014/main" id="{B5538674-FA66-81EE-DB5E-83F1CFA7CF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r Verbinder 148">
              <a:extLst>
                <a:ext uri="{FF2B5EF4-FFF2-40B4-BE49-F238E27FC236}">
                  <a16:creationId xmlns:a16="http://schemas.microsoft.com/office/drawing/2014/main" id="{4F2F3101-5535-7C1F-4C97-73C073A67F6C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r Verbinder 149">
              <a:extLst>
                <a:ext uri="{FF2B5EF4-FFF2-40B4-BE49-F238E27FC236}">
                  <a16:creationId xmlns:a16="http://schemas.microsoft.com/office/drawing/2014/main" id="{D60DC658-1912-ED26-A212-B61C26210C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r Verbinder 150">
              <a:extLst>
                <a:ext uri="{FF2B5EF4-FFF2-40B4-BE49-F238E27FC236}">
                  <a16:creationId xmlns:a16="http://schemas.microsoft.com/office/drawing/2014/main" id="{0C3F7C74-6178-781B-7E58-DFB6E3A42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r Verbinder 151">
              <a:extLst>
                <a:ext uri="{FF2B5EF4-FFF2-40B4-BE49-F238E27FC236}">
                  <a16:creationId xmlns:a16="http://schemas.microsoft.com/office/drawing/2014/main" id="{CE1A8627-BB89-B682-6D4E-A8EBA9232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r Verbinder 152">
              <a:extLst>
                <a:ext uri="{FF2B5EF4-FFF2-40B4-BE49-F238E27FC236}">
                  <a16:creationId xmlns:a16="http://schemas.microsoft.com/office/drawing/2014/main" id="{BAC24858-73AE-B4D8-2EFB-B1A277B91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C005ED19-1A23-EA10-46A6-F3699762DAE1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32612998-0D42-EC35-5A3A-D0B9683D6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EB084D66-A6E8-E48E-91AE-BF4BD1CF4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3BAE8E9D-A4CE-1AA6-9B66-C3F24DB001F4}"/>
              </a:ext>
            </a:extLst>
          </p:cNvPr>
          <p:cNvCxnSpPr>
            <a:cxnSpLocks/>
          </p:cNvCxnSpPr>
          <p:nvPr/>
        </p:nvCxnSpPr>
        <p:spPr>
          <a:xfrm flipH="1">
            <a:off x="10015827" y="2112934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Rechteck 161">
            <a:extLst>
              <a:ext uri="{FF2B5EF4-FFF2-40B4-BE49-F238E27FC236}">
                <a16:creationId xmlns:a16="http://schemas.microsoft.com/office/drawing/2014/main" id="{713CAEC8-A0F2-8073-A3D0-60F8DC07B6CB}"/>
              </a:ext>
            </a:extLst>
          </p:cNvPr>
          <p:cNvSpPr/>
          <p:nvPr/>
        </p:nvSpPr>
        <p:spPr>
          <a:xfrm rot="5400000">
            <a:off x="9362395" y="1801198"/>
            <a:ext cx="73620" cy="7678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Textfeld 162">
            <a:extLst>
              <a:ext uri="{FF2B5EF4-FFF2-40B4-BE49-F238E27FC236}">
                <a16:creationId xmlns:a16="http://schemas.microsoft.com/office/drawing/2014/main" id="{247A87E1-E559-B4F1-0DA4-DFB76C511D4B}"/>
              </a:ext>
            </a:extLst>
          </p:cNvPr>
          <p:cNvSpPr txBox="1"/>
          <p:nvPr/>
        </p:nvSpPr>
        <p:spPr>
          <a:xfrm>
            <a:off x="10107173" y="1712824"/>
            <a:ext cx="1989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bowl feeder (handling)</a:t>
            </a:r>
          </a:p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bowl feeder capacity min. 300 pcs.</a:t>
            </a:r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1424D841-9CB2-F284-84A8-A8AE3FAA16B4}"/>
              </a:ext>
            </a:extLst>
          </p:cNvPr>
          <p:cNvSpPr txBox="1"/>
          <p:nvPr/>
        </p:nvSpPr>
        <p:spPr>
          <a:xfrm>
            <a:off x="9870638" y="2293067"/>
            <a:ext cx="154401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tray (robot) 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300 pcs. 200x400mm </a:t>
            </a:r>
          </a:p>
        </p:txBody>
      </p: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D47C0734-4275-ACF2-A2CB-29FDA548CCC2}"/>
              </a:ext>
            </a:extLst>
          </p:cNvPr>
          <p:cNvCxnSpPr>
            <a:cxnSpLocks/>
          </p:cNvCxnSpPr>
          <p:nvPr/>
        </p:nvCxnSpPr>
        <p:spPr>
          <a:xfrm flipH="1">
            <a:off x="7866671" y="3153205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2F17CC0A-E0B8-F1AD-6D1A-C3D51F38DB26}"/>
              </a:ext>
            </a:extLst>
          </p:cNvPr>
          <p:cNvCxnSpPr>
            <a:cxnSpLocks/>
          </p:cNvCxnSpPr>
          <p:nvPr/>
        </p:nvCxnSpPr>
        <p:spPr>
          <a:xfrm flipH="1">
            <a:off x="5659329" y="3153205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CB6942C9-3D6B-9F07-9987-95BC468C3941}"/>
              </a:ext>
            </a:extLst>
          </p:cNvPr>
          <p:cNvGrpSpPr/>
          <p:nvPr/>
        </p:nvGrpSpPr>
        <p:grpSpPr>
          <a:xfrm>
            <a:off x="1884128" y="2513350"/>
            <a:ext cx="1127234" cy="1757716"/>
            <a:chOff x="3727935" y="4454335"/>
            <a:chExt cx="652262" cy="1037672"/>
          </a:xfrm>
        </p:grpSpPr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97D75893-DAA9-EC0C-544C-B8ED4B846CB9}"/>
                </a:ext>
              </a:extLst>
            </p:cNvPr>
            <p:cNvGrpSpPr/>
            <p:nvPr/>
          </p:nvGrpSpPr>
          <p:grpSpPr>
            <a:xfrm>
              <a:off x="4031865" y="4454335"/>
              <a:ext cx="49814" cy="1037672"/>
              <a:chOff x="2200459" y="933450"/>
              <a:chExt cx="376576" cy="3962400"/>
            </a:xfrm>
          </p:grpSpPr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6BA9580C-8E4B-3EB7-E8E3-D69CD24DF5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0FCFA9C7-997E-0A0C-5914-C282823ED4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r Verbinder 185">
                <a:extLst>
                  <a:ext uri="{FF2B5EF4-FFF2-40B4-BE49-F238E27FC236}">
                    <a16:creationId xmlns:a16="http://schemas.microsoft.com/office/drawing/2014/main" id="{054018F4-2155-9702-7883-542D981880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r Verbinder 186">
                <a:extLst>
                  <a:ext uri="{FF2B5EF4-FFF2-40B4-BE49-F238E27FC236}">
                    <a16:creationId xmlns:a16="http://schemas.microsoft.com/office/drawing/2014/main" id="{5C402779-4114-8068-130F-7EE5696A6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Gerader Verbinder 187">
                <a:extLst>
                  <a:ext uri="{FF2B5EF4-FFF2-40B4-BE49-F238E27FC236}">
                    <a16:creationId xmlns:a16="http://schemas.microsoft.com/office/drawing/2014/main" id="{ED137B06-D1C6-D12F-F301-72ED66E12C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Gerader Verbinder 188">
                <a:extLst>
                  <a:ext uri="{FF2B5EF4-FFF2-40B4-BE49-F238E27FC236}">
                    <a16:creationId xmlns:a16="http://schemas.microsoft.com/office/drawing/2014/main" id="{CA8D8F13-201C-8A2C-1A19-1C6ABA542A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uppieren 168">
              <a:extLst>
                <a:ext uri="{FF2B5EF4-FFF2-40B4-BE49-F238E27FC236}">
                  <a16:creationId xmlns:a16="http://schemas.microsoft.com/office/drawing/2014/main" id="{1A16F6A4-22BE-24EA-5671-7579C6E36482}"/>
                </a:ext>
              </a:extLst>
            </p:cNvPr>
            <p:cNvGrpSpPr/>
            <p:nvPr/>
          </p:nvGrpSpPr>
          <p:grpSpPr>
            <a:xfrm>
              <a:off x="3727935" y="4468948"/>
              <a:ext cx="652262" cy="107237"/>
              <a:chOff x="3725727" y="2595563"/>
              <a:chExt cx="2683204" cy="371325"/>
            </a:xfrm>
          </p:grpSpPr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8A21A998-B4F1-B03D-DE60-D490C5B61B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FB183C90-400C-3273-21BA-ABE56D9FB4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D973ED5A-4269-C42C-E9DE-5A0B44845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8B5D5786-DBF4-738D-1760-368B8978BB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E26BFDF4-F7E0-C0A0-C22C-498B4D47F3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CEFC5AC2-5282-42B1-D5EF-A12B688677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D4625063-C5C4-EE10-7F96-4CDD45641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FB9795BB-0735-1144-7564-3604F4A8D8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B353D72C-88B6-1873-6F5A-588DC8705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4873C759-4AFF-944D-3CD6-9425230956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1F9D48D9-7C68-95C8-13C9-BBD352000C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7650506F-BC8A-B126-BB96-DD0DE04CA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909D01E7-1BDF-056D-95EB-BB5A0B9C1D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BA670731-D607-6B48-A5F7-E01982D800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0" name="Rechteck 189">
            <a:extLst>
              <a:ext uri="{FF2B5EF4-FFF2-40B4-BE49-F238E27FC236}">
                <a16:creationId xmlns:a16="http://schemas.microsoft.com/office/drawing/2014/main" id="{1339A4E4-5A69-1131-5C9B-840114CD375D}"/>
              </a:ext>
            </a:extLst>
          </p:cNvPr>
          <p:cNvSpPr/>
          <p:nvPr/>
        </p:nvSpPr>
        <p:spPr>
          <a:xfrm>
            <a:off x="2518038" y="2941825"/>
            <a:ext cx="216000" cy="133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1" name="Rechteck 190">
            <a:extLst>
              <a:ext uri="{FF2B5EF4-FFF2-40B4-BE49-F238E27FC236}">
                <a16:creationId xmlns:a16="http://schemas.microsoft.com/office/drawing/2014/main" id="{72C5E70D-D919-173A-67AD-387E6642EBA2}"/>
              </a:ext>
            </a:extLst>
          </p:cNvPr>
          <p:cNvSpPr/>
          <p:nvPr/>
        </p:nvSpPr>
        <p:spPr>
          <a:xfrm>
            <a:off x="2169259" y="2946595"/>
            <a:ext cx="216000" cy="133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9FFA601A-9EB5-C87B-A148-38C60CC99ED3}"/>
              </a:ext>
            </a:extLst>
          </p:cNvPr>
          <p:cNvSpPr/>
          <p:nvPr/>
        </p:nvSpPr>
        <p:spPr>
          <a:xfrm rot="5400000">
            <a:off x="2742642" y="4049372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Rechteck 192">
            <a:extLst>
              <a:ext uri="{FF2B5EF4-FFF2-40B4-BE49-F238E27FC236}">
                <a16:creationId xmlns:a16="http://schemas.microsoft.com/office/drawing/2014/main" id="{0B45F842-32FA-D134-C495-D74C195BA7A1}"/>
              </a:ext>
            </a:extLst>
          </p:cNvPr>
          <p:cNvSpPr/>
          <p:nvPr/>
        </p:nvSpPr>
        <p:spPr>
          <a:xfrm rot="5400000">
            <a:off x="1946442" y="4054135"/>
            <a:ext cx="216024" cy="2296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4" name="Gerade Verbindung mit Pfeil 203">
            <a:extLst>
              <a:ext uri="{FF2B5EF4-FFF2-40B4-BE49-F238E27FC236}">
                <a16:creationId xmlns:a16="http://schemas.microsoft.com/office/drawing/2014/main" id="{D9AF3736-7F52-569A-42E9-72DB86A06F6A}"/>
              </a:ext>
            </a:extLst>
          </p:cNvPr>
          <p:cNvCxnSpPr>
            <a:cxnSpLocks/>
          </p:cNvCxnSpPr>
          <p:nvPr/>
        </p:nvCxnSpPr>
        <p:spPr>
          <a:xfrm flipH="1">
            <a:off x="3133422" y="3172869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Gerade Verbindung mit Pfeil 204">
            <a:extLst>
              <a:ext uri="{FF2B5EF4-FFF2-40B4-BE49-F238E27FC236}">
                <a16:creationId xmlns:a16="http://schemas.microsoft.com/office/drawing/2014/main" id="{A08829D5-934C-F24E-5A7D-BB3DA2B11B4C}"/>
              </a:ext>
            </a:extLst>
          </p:cNvPr>
          <p:cNvCxnSpPr>
            <a:cxnSpLocks/>
          </p:cNvCxnSpPr>
          <p:nvPr/>
        </p:nvCxnSpPr>
        <p:spPr>
          <a:xfrm flipH="1">
            <a:off x="329312" y="2659130"/>
            <a:ext cx="67060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" name="Textfeld 206">
            <a:extLst>
              <a:ext uri="{FF2B5EF4-FFF2-40B4-BE49-F238E27FC236}">
                <a16:creationId xmlns:a16="http://schemas.microsoft.com/office/drawing/2014/main" id="{CD49FC75-A546-B038-63E9-463AB3F976DA}"/>
              </a:ext>
            </a:extLst>
          </p:cNvPr>
          <p:cNvSpPr txBox="1"/>
          <p:nvPr/>
        </p:nvSpPr>
        <p:spPr>
          <a:xfrm>
            <a:off x="406004" y="2274409"/>
            <a:ext cx="14798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into tray (robot) 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50 pcs. 300x450mm </a:t>
            </a:r>
          </a:p>
        </p:txBody>
      </p:sp>
      <p:sp>
        <p:nvSpPr>
          <p:cNvPr id="212" name="Textfeld 211">
            <a:extLst>
              <a:ext uri="{FF2B5EF4-FFF2-40B4-BE49-F238E27FC236}">
                <a16:creationId xmlns:a16="http://schemas.microsoft.com/office/drawing/2014/main" id="{3665343F-A38C-D4B6-813D-4FCF21F5E69E}"/>
              </a:ext>
            </a:extLst>
          </p:cNvPr>
          <p:cNvSpPr txBox="1"/>
          <p:nvPr/>
        </p:nvSpPr>
        <p:spPr>
          <a:xfrm>
            <a:off x="6798855" y="5577814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Press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(Kistler press)</a:t>
            </a:r>
          </a:p>
        </p:txBody>
      </p:sp>
      <p:sp>
        <p:nvSpPr>
          <p:cNvPr id="213" name="Textfeld 212">
            <a:extLst>
              <a:ext uri="{FF2B5EF4-FFF2-40B4-BE49-F238E27FC236}">
                <a16:creationId xmlns:a16="http://schemas.microsoft.com/office/drawing/2014/main" id="{FE07A1BE-B8DC-5FC5-C332-E536C408BE4B}"/>
              </a:ext>
            </a:extLst>
          </p:cNvPr>
          <p:cNvSpPr txBox="1"/>
          <p:nvPr/>
        </p:nvSpPr>
        <p:spPr>
          <a:xfrm>
            <a:off x="4196800" y="557613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Check</a:t>
            </a:r>
          </a:p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(Heidenhain gauge)</a:t>
            </a:r>
          </a:p>
        </p:txBody>
      </p:sp>
      <p:sp>
        <p:nvSpPr>
          <p:cNvPr id="214" name="Rechteck: abgerundete Ecken 213">
            <a:extLst>
              <a:ext uri="{FF2B5EF4-FFF2-40B4-BE49-F238E27FC236}">
                <a16:creationId xmlns:a16="http://schemas.microsoft.com/office/drawing/2014/main" id="{0002CCBF-014C-FD9E-4D39-261AEE90168F}"/>
              </a:ext>
            </a:extLst>
          </p:cNvPr>
          <p:cNvSpPr/>
          <p:nvPr/>
        </p:nvSpPr>
        <p:spPr>
          <a:xfrm>
            <a:off x="6543766" y="5607418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215" name="Rechteck: abgerundete Ecken 214">
            <a:extLst>
              <a:ext uri="{FF2B5EF4-FFF2-40B4-BE49-F238E27FC236}">
                <a16:creationId xmlns:a16="http://schemas.microsoft.com/office/drawing/2014/main" id="{98ADD923-3DAE-D5A9-69F2-BDEED74A293A}"/>
              </a:ext>
            </a:extLst>
          </p:cNvPr>
          <p:cNvSpPr/>
          <p:nvPr/>
        </p:nvSpPr>
        <p:spPr>
          <a:xfrm>
            <a:off x="3982607" y="5607418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435EB1C1-D0C1-AF9A-291C-E789CD6914E4}"/>
              </a:ext>
            </a:extLst>
          </p:cNvPr>
          <p:cNvCxnSpPr>
            <a:cxnSpLocks/>
          </p:cNvCxnSpPr>
          <p:nvPr/>
        </p:nvCxnSpPr>
        <p:spPr>
          <a:xfrm>
            <a:off x="7703649" y="2742072"/>
            <a:ext cx="0" cy="1584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9CBB641A-B657-D601-C2A7-7C16D17A674B}"/>
              </a:ext>
            </a:extLst>
          </p:cNvPr>
          <p:cNvCxnSpPr>
            <a:cxnSpLocks/>
          </p:cNvCxnSpPr>
          <p:nvPr/>
        </p:nvCxnSpPr>
        <p:spPr>
          <a:xfrm>
            <a:off x="7298206" y="2734477"/>
            <a:ext cx="46284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Gerader Verbinder 218">
            <a:extLst>
              <a:ext uri="{FF2B5EF4-FFF2-40B4-BE49-F238E27FC236}">
                <a16:creationId xmlns:a16="http://schemas.microsoft.com/office/drawing/2014/main" id="{59180424-08E8-0E99-D7A0-5B2A981A1857}"/>
              </a:ext>
            </a:extLst>
          </p:cNvPr>
          <p:cNvCxnSpPr>
            <a:cxnSpLocks/>
          </p:cNvCxnSpPr>
          <p:nvPr/>
        </p:nvCxnSpPr>
        <p:spPr>
          <a:xfrm>
            <a:off x="7095944" y="4310026"/>
            <a:ext cx="648000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feld 219">
            <a:extLst>
              <a:ext uri="{FF2B5EF4-FFF2-40B4-BE49-F238E27FC236}">
                <a16:creationId xmlns:a16="http://schemas.microsoft.com/office/drawing/2014/main" id="{FEDF90BF-1961-E053-C669-3A54A926E7B3}"/>
              </a:ext>
            </a:extLst>
          </p:cNvPr>
          <p:cNvSpPr txBox="1"/>
          <p:nvPr/>
        </p:nvSpPr>
        <p:spPr>
          <a:xfrm rot="16200000">
            <a:off x="7380954" y="3401109"/>
            <a:ext cx="5004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±0,025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5B2E47-482B-E327-2650-617D6CDA85AA}"/>
              </a:ext>
            </a:extLst>
          </p:cNvPr>
          <p:cNvSpPr txBox="1"/>
          <p:nvPr/>
        </p:nvSpPr>
        <p:spPr>
          <a:xfrm>
            <a:off x="2748372" y="5923113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Cycle time: 8,2 sec.</a:t>
            </a:r>
          </a:p>
        </p:txBody>
      </p:sp>
    </p:spTree>
    <p:extLst>
      <p:ext uri="{BB962C8B-B14F-4D97-AF65-F5344CB8AC3E}">
        <p14:creationId xmlns:p14="http://schemas.microsoft.com/office/powerpoint/2010/main" val="270794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867470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Danke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solidFill>
                  <a:srgbClr val="4DB8A0"/>
                </a:solidFill>
                <a:latin typeface="+mj-lt"/>
              </a:rPr>
              <a:t>für die Aufmerksamkeit</a:t>
            </a:r>
            <a:endParaRPr sz="3691" dirty="0">
              <a:solidFill>
                <a:srgbClr val="4DB8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A9D2C0E-3CC1-37C4-8C52-98ED263AAE93}"/>
              </a:ext>
            </a:extLst>
          </p:cNvPr>
          <p:cNvSpPr txBox="1"/>
          <p:nvPr/>
        </p:nvSpPr>
        <p:spPr>
          <a:xfrm>
            <a:off x="677472" y="1744269"/>
            <a:ext cx="229421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Typerkennung vor Montage - Kamera?</a:t>
            </a:r>
          </a:p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DMC auf Teile?</a:t>
            </a:r>
          </a:p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 des Trays Geometrie Bauform </a:t>
            </a:r>
          </a:p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DMC auf Tray erkennen?</a:t>
            </a:r>
          </a:p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NIO- Teile?</a:t>
            </a:r>
          </a:p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SPC-Teile?</a:t>
            </a:r>
          </a:p>
          <a:p>
            <a:endParaRPr lang="de-DE" sz="9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MES-Teileverfolgung?</a:t>
            </a:r>
          </a:p>
          <a:p>
            <a:endParaRPr lang="de-DE" sz="9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C765FD26-B669-F43F-F58B-09A3F1009FBE}"/>
              </a:ext>
            </a:extLst>
          </p:cNvPr>
          <p:cNvGrpSpPr/>
          <p:nvPr/>
        </p:nvGrpSpPr>
        <p:grpSpPr>
          <a:xfrm rot="10800000">
            <a:off x="4299999" y="4613293"/>
            <a:ext cx="1929719" cy="381951"/>
            <a:chOff x="1171092" y="3526098"/>
            <a:chExt cx="5630864" cy="891415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1BE5D66-4BD8-02BD-1BB4-5907B3EE6885}"/>
                </a:ext>
              </a:extLst>
            </p:cNvPr>
            <p:cNvSpPr/>
            <p:nvPr/>
          </p:nvSpPr>
          <p:spPr>
            <a:xfrm>
              <a:off x="1171092" y="3699088"/>
              <a:ext cx="5630864" cy="2848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0FEF1378-EF8B-4BD5-C6F8-AF9A450E4EB6}"/>
                </a:ext>
              </a:extLst>
            </p:cNvPr>
            <p:cNvGrpSpPr/>
            <p:nvPr/>
          </p:nvGrpSpPr>
          <p:grpSpPr>
            <a:xfrm>
              <a:off x="4597400" y="3748607"/>
              <a:ext cx="349250" cy="668906"/>
              <a:chOff x="4597400" y="3748607"/>
              <a:chExt cx="349250" cy="668906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7ECA7CF9-3D2E-3045-5C98-37F5AF41324B}"/>
                  </a:ext>
                </a:extLst>
              </p:cNvPr>
              <p:cNvSpPr/>
              <p:nvPr/>
            </p:nvSpPr>
            <p:spPr>
              <a:xfrm flipV="1">
                <a:off x="4597400" y="3748607"/>
                <a:ext cx="349250" cy="4769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A8411291-C24A-3438-D3D9-57F320BF2260}"/>
                  </a:ext>
                </a:extLst>
              </p:cNvPr>
              <p:cNvSpPr/>
              <p:nvPr/>
            </p:nvSpPr>
            <p:spPr>
              <a:xfrm flipV="1">
                <a:off x="4845050" y="4129513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0A15C4D6-A295-6F3D-808D-9FB16B0D4E23}"/>
                  </a:ext>
                </a:extLst>
              </p:cNvPr>
              <p:cNvSpPr/>
              <p:nvPr/>
            </p:nvSpPr>
            <p:spPr>
              <a:xfrm flipV="1">
                <a:off x="4667225" y="4127938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AAB73AAA-E45B-9D9C-2975-4379EA597A7B}"/>
                </a:ext>
              </a:extLst>
            </p:cNvPr>
            <p:cNvGrpSpPr/>
            <p:nvPr/>
          </p:nvGrpSpPr>
          <p:grpSpPr>
            <a:xfrm>
              <a:off x="6385719" y="3747032"/>
              <a:ext cx="349250" cy="668906"/>
              <a:chOff x="4597400" y="3748607"/>
              <a:chExt cx="349250" cy="668906"/>
            </a:xfrm>
          </p:grpSpPr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CF4D05A1-C009-3C18-87E6-F89190F16C57}"/>
                  </a:ext>
                </a:extLst>
              </p:cNvPr>
              <p:cNvSpPr/>
              <p:nvPr/>
            </p:nvSpPr>
            <p:spPr>
              <a:xfrm flipV="1">
                <a:off x="4597400" y="3748607"/>
                <a:ext cx="349250" cy="4769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75D2ABBC-FA6A-3A1A-DC20-62507816EA2E}"/>
                  </a:ext>
                </a:extLst>
              </p:cNvPr>
              <p:cNvSpPr/>
              <p:nvPr/>
            </p:nvSpPr>
            <p:spPr>
              <a:xfrm flipV="1">
                <a:off x="4845050" y="4129513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64D0CA7A-F41F-8839-F5A7-62B961EB8601}"/>
                  </a:ext>
                </a:extLst>
              </p:cNvPr>
              <p:cNvSpPr/>
              <p:nvPr/>
            </p:nvSpPr>
            <p:spPr>
              <a:xfrm flipV="1">
                <a:off x="4667225" y="4127938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592144F9-04CA-0B50-AF8B-596DBA1121B7}"/>
                </a:ext>
              </a:extLst>
            </p:cNvPr>
            <p:cNvGrpSpPr/>
            <p:nvPr/>
          </p:nvGrpSpPr>
          <p:grpSpPr>
            <a:xfrm>
              <a:off x="2565400" y="3745457"/>
              <a:ext cx="349250" cy="668906"/>
              <a:chOff x="4597400" y="3748607"/>
              <a:chExt cx="349250" cy="668906"/>
            </a:xfrm>
          </p:grpSpPr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0BDF1114-907E-BDCD-9F90-5B6D042ED90B}"/>
                  </a:ext>
                </a:extLst>
              </p:cNvPr>
              <p:cNvSpPr/>
              <p:nvPr/>
            </p:nvSpPr>
            <p:spPr>
              <a:xfrm flipV="1">
                <a:off x="4597400" y="3748607"/>
                <a:ext cx="349250" cy="4769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77A354E2-DA22-FA9F-3A41-189A620FBD8D}"/>
                  </a:ext>
                </a:extLst>
              </p:cNvPr>
              <p:cNvSpPr/>
              <p:nvPr/>
            </p:nvSpPr>
            <p:spPr>
              <a:xfrm flipV="1">
                <a:off x="4845050" y="4129513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121270A7-005E-4B51-1340-8A5487F903B0}"/>
                  </a:ext>
                </a:extLst>
              </p:cNvPr>
              <p:cNvSpPr/>
              <p:nvPr/>
            </p:nvSpPr>
            <p:spPr>
              <a:xfrm flipV="1">
                <a:off x="4667225" y="4127938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77D182E5-D412-97D8-E50B-F03E0E6E9917}"/>
                </a:ext>
              </a:extLst>
            </p:cNvPr>
            <p:cNvCxnSpPr>
              <a:cxnSpLocks/>
            </p:cNvCxnSpPr>
            <p:nvPr/>
          </p:nvCxnSpPr>
          <p:spPr>
            <a:xfrm>
              <a:off x="3783883" y="3526098"/>
              <a:ext cx="197628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4108EA2-10EB-7466-90AD-CF257E35A6F1}"/>
              </a:ext>
            </a:extLst>
          </p:cNvPr>
          <p:cNvGrpSpPr/>
          <p:nvPr/>
        </p:nvGrpSpPr>
        <p:grpSpPr>
          <a:xfrm>
            <a:off x="7540698" y="2973276"/>
            <a:ext cx="1367328" cy="1236930"/>
            <a:chOff x="7540698" y="3509426"/>
            <a:chExt cx="901278" cy="700779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B1404763-0DD4-3719-A1B3-26D523E1E531}"/>
                </a:ext>
              </a:extLst>
            </p:cNvPr>
            <p:cNvSpPr/>
            <p:nvPr/>
          </p:nvSpPr>
          <p:spPr>
            <a:xfrm rot="10800000">
              <a:off x="7540698" y="3884687"/>
              <a:ext cx="901277" cy="21597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FBECF05E-F367-7A87-DC45-DBE8CE4D3008}"/>
                </a:ext>
              </a:extLst>
            </p:cNvPr>
            <p:cNvGrpSpPr/>
            <p:nvPr/>
          </p:nvGrpSpPr>
          <p:grpSpPr>
            <a:xfrm rot="10800000">
              <a:off x="7594639" y="3509426"/>
              <a:ext cx="847337" cy="233749"/>
              <a:chOff x="3600631" y="4300641"/>
              <a:chExt cx="912579" cy="358279"/>
            </a:xfrm>
          </p:grpSpPr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42C79F74-F243-ED76-099C-AB120A7DC011}"/>
                  </a:ext>
                </a:extLst>
              </p:cNvPr>
              <p:cNvSpPr/>
              <p:nvPr/>
            </p:nvSpPr>
            <p:spPr>
              <a:xfrm flipV="1">
                <a:off x="3600631" y="4300641"/>
                <a:ext cx="709834" cy="35827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96C9A8D8-EE9B-91F9-1867-38B36D66F26A}"/>
                  </a:ext>
                </a:extLst>
              </p:cNvPr>
              <p:cNvSpPr/>
              <p:nvPr/>
            </p:nvSpPr>
            <p:spPr>
              <a:xfrm rot="5400000" flipV="1">
                <a:off x="4386032" y="4485600"/>
                <a:ext cx="51234" cy="2023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D3EBEE54-59FD-3D60-5EBC-75F867C544CC}"/>
                  </a:ext>
                </a:extLst>
              </p:cNvPr>
              <p:cNvSpPr/>
              <p:nvPr/>
            </p:nvSpPr>
            <p:spPr>
              <a:xfrm rot="5400000" flipV="1">
                <a:off x="4386412" y="4270216"/>
                <a:ext cx="51234" cy="20236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FBCA1651-ED6F-D144-7A22-43EDFEF764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7195" y="4210205"/>
              <a:ext cx="77478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7CB92B3-87C9-05DC-2A34-F70F74AB55FD}"/>
                </a:ext>
              </a:extLst>
            </p:cNvPr>
            <p:cNvSpPr/>
            <p:nvPr/>
          </p:nvSpPr>
          <p:spPr>
            <a:xfrm rot="10800000">
              <a:off x="8141927" y="3650938"/>
              <a:ext cx="247433" cy="3266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32521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rafik 97">
            <a:extLst>
              <a:ext uri="{FF2B5EF4-FFF2-40B4-BE49-F238E27FC236}">
                <a16:creationId xmlns:a16="http://schemas.microsoft.com/office/drawing/2014/main" id="{DDF921D3-F422-2FFC-D753-97C121A63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69" y="2136201"/>
            <a:ext cx="4986621" cy="4244054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2697760-7AEF-A844-BEBB-A9A149D226D2}"/>
              </a:ext>
            </a:extLst>
          </p:cNvPr>
          <p:cNvGrpSpPr/>
          <p:nvPr/>
        </p:nvGrpSpPr>
        <p:grpSpPr>
          <a:xfrm flipH="1">
            <a:off x="5984566" y="1568335"/>
            <a:ext cx="45719" cy="319727"/>
            <a:chOff x="2200459" y="933450"/>
            <a:chExt cx="376576" cy="396240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068D4EE-1AF9-69A7-E784-F3056405DC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933450"/>
              <a:ext cx="0" cy="3691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517A414-6E2C-8591-F037-5A1F14CC828C}"/>
                </a:ext>
              </a:extLst>
            </p:cNvPr>
            <p:cNvCxnSpPr>
              <a:cxnSpLocks/>
            </p:cNvCxnSpPr>
            <p:nvPr/>
          </p:nvCxnSpPr>
          <p:spPr>
            <a:xfrm>
              <a:off x="2577035" y="951634"/>
              <a:ext cx="0" cy="3691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66BD0A58-AE88-E878-E505-401A583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594" y="4625094"/>
              <a:ext cx="112441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FBBFB465-1DA1-356B-3A96-4E3D5046341D}"/>
                </a:ext>
              </a:extLst>
            </p:cNvPr>
            <p:cNvCxnSpPr>
              <a:cxnSpLocks/>
            </p:cNvCxnSpPr>
            <p:nvPr/>
          </p:nvCxnSpPr>
          <p:spPr>
            <a:xfrm>
              <a:off x="2200459" y="4625094"/>
              <a:ext cx="119954" cy="270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E059CF00-D1BE-3A6E-40E4-9E7634BCB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0413" y="4895850"/>
              <a:ext cx="1441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AB16F9D3-8823-EAEB-2A24-7AA7EB4640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0459" y="933450"/>
              <a:ext cx="3716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408A135-5DB6-620D-4909-E9BE8DD4A27B}"/>
              </a:ext>
            </a:extLst>
          </p:cNvPr>
          <p:cNvGrpSpPr/>
          <p:nvPr/>
        </p:nvGrpSpPr>
        <p:grpSpPr>
          <a:xfrm>
            <a:off x="4965514" y="1799326"/>
            <a:ext cx="476010" cy="45784"/>
            <a:chOff x="3725727" y="2595563"/>
            <a:chExt cx="2683204" cy="37132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2009E522-C801-76CB-B5D5-59EFAC355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088" y="2685159"/>
              <a:ext cx="6357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B0856CF4-ADFF-7571-71AD-C25E44E38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001" y="2685159"/>
              <a:ext cx="635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A25B9832-89E8-8595-1C1F-0BAB4DC97DD6}"/>
                </a:ext>
              </a:extLst>
            </p:cNvPr>
            <p:cNvCxnSpPr>
              <a:cxnSpLocks/>
            </p:cNvCxnSpPr>
            <p:nvPr/>
          </p:nvCxnSpPr>
          <p:spPr>
            <a:xfrm>
              <a:off x="3728522" y="2850351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35A098E-DD6F-B282-DAF7-BE9179112975}"/>
                </a:ext>
              </a:extLst>
            </p:cNvPr>
            <p:cNvCxnSpPr>
              <a:cxnSpLocks/>
            </p:cNvCxnSpPr>
            <p:nvPr/>
          </p:nvCxnSpPr>
          <p:spPr>
            <a:xfrm>
              <a:off x="6406085" y="2851093"/>
              <a:ext cx="0" cy="115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69163D5-5186-F308-9724-170741F351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001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CA74EA6E-E4DA-EBB4-FDC5-7912EB388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02085" y="2685159"/>
              <a:ext cx="504000" cy="165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F135437-E31C-6E43-24C2-81613A756C2F}"/>
                </a:ext>
              </a:extLst>
            </p:cNvPr>
            <p:cNvCxnSpPr>
              <a:cxnSpLocks/>
            </p:cNvCxnSpPr>
            <p:nvPr/>
          </p:nvCxnSpPr>
          <p:spPr>
            <a:xfrm>
              <a:off x="4864894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B1BFC391-6740-F65A-C7AB-5205298743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4894" y="2602261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7C580410-DDA2-4ED9-ECD9-487079CD3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6363" y="2595563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2B863FF7-9785-958D-B7F2-DC21AB3F2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3000" y="2600176"/>
              <a:ext cx="0" cy="363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974F90D-88B9-A435-2E67-AAEC348EA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363" y="2599880"/>
              <a:ext cx="881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DE03C66-47CD-2549-5400-E6232A22DB10}"/>
                </a:ext>
              </a:extLst>
            </p:cNvPr>
            <p:cNvCxnSpPr>
              <a:cxnSpLocks/>
            </p:cNvCxnSpPr>
            <p:nvPr/>
          </p:nvCxnSpPr>
          <p:spPr>
            <a:xfrm>
              <a:off x="5272088" y="2597499"/>
              <a:ext cx="0" cy="895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F7A03F7-BA2A-70D2-23C3-02FB2C8E6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727" y="2961533"/>
              <a:ext cx="122727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D873BA33-9CE9-87A0-9131-A5307ABEE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57" y="2955818"/>
              <a:ext cx="12272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DC02C09-194C-A6F3-4613-64B553D69091}"/>
              </a:ext>
            </a:extLst>
          </p:cNvPr>
          <p:cNvGrpSpPr/>
          <p:nvPr/>
        </p:nvGrpSpPr>
        <p:grpSpPr>
          <a:xfrm>
            <a:off x="2017178" y="2541398"/>
            <a:ext cx="369045" cy="392258"/>
            <a:chOff x="1581733" y="1652141"/>
            <a:chExt cx="652262" cy="103767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6589A61-696A-CAEE-01AF-2401303F08A8}"/>
                </a:ext>
              </a:extLst>
            </p:cNvPr>
            <p:cNvGrpSpPr/>
            <p:nvPr/>
          </p:nvGrpSpPr>
          <p:grpSpPr>
            <a:xfrm>
              <a:off x="1885663" y="1652141"/>
              <a:ext cx="49814" cy="1037672"/>
              <a:chOff x="2200459" y="933450"/>
              <a:chExt cx="376576" cy="3962400"/>
            </a:xfrm>
          </p:grpSpPr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F733B139-6F29-7DE2-6E72-385722A68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933450"/>
                <a:ext cx="0" cy="3691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C2811BCA-443E-5CE5-DFA3-89EC49CAC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7035" y="951634"/>
                <a:ext cx="0" cy="36916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15B2B264-9AE3-5DCE-7BD9-6E015EE107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4594" y="4625094"/>
                <a:ext cx="112441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242D6861-7B65-49B9-A6CD-EDADB71BF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0459" y="4625094"/>
                <a:ext cx="119954" cy="270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8B28EA2E-FAFA-0991-E251-09DBA4FA35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413" y="4895850"/>
                <a:ext cx="144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505E57B7-D60B-282A-A7E6-171E507A5F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00459" y="933450"/>
                <a:ext cx="3716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23164966-BB25-78D6-D965-532B6F72142D}"/>
                </a:ext>
              </a:extLst>
            </p:cNvPr>
            <p:cNvGrpSpPr/>
            <p:nvPr/>
          </p:nvGrpSpPr>
          <p:grpSpPr>
            <a:xfrm>
              <a:off x="1581733" y="1666754"/>
              <a:ext cx="652262" cy="107237"/>
              <a:chOff x="3725727" y="2595563"/>
              <a:chExt cx="2683204" cy="371325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67E4FABE-A135-CC7F-1C3F-DC25DA85AA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088" y="2685159"/>
                <a:ext cx="6357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731DE16E-8D61-3F18-DEAA-1A5FB9E551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001" y="2685159"/>
                <a:ext cx="635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F40AA760-A6EC-A24C-FEE0-2D61EC811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522" y="2850351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18D3E166-6DAE-73A8-A154-D29E7DE9E3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085" y="2851093"/>
                <a:ext cx="0" cy="115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F3E0EB89-D2D3-3985-1F4A-B2966C7067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8001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D0A1C38D-7185-221F-534E-1F411C1353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02085" y="2685159"/>
                <a:ext cx="504000" cy="1651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C08D1648-1B54-2350-1CE5-DD6FB3C43C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4894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068D3384-905B-51A8-621E-35ECE30FDA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64894" y="2602261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DF55FCBD-757D-B57A-E7A2-0BA0EC2A12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6363" y="2595563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5A03F9FE-B8D6-E134-E6A8-C04DA7F5D3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53000" y="2600176"/>
                <a:ext cx="0" cy="363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668A52CA-67A2-9E7F-A057-80A5229BD3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6363" y="2599880"/>
                <a:ext cx="881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FC567AE2-A72A-AE0F-F734-9E9417C02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2088" y="2597499"/>
                <a:ext cx="0" cy="8959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06BB3CFE-5C5D-E68B-7DF5-0377C46095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25727" y="2961533"/>
                <a:ext cx="12272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981B79F4-1D63-1BB8-BEBE-E23B374532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81657" y="2955818"/>
                <a:ext cx="122727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D42C7BE5-F118-CDFD-0489-21BE39AE7EE1}"/>
              </a:ext>
            </a:extLst>
          </p:cNvPr>
          <p:cNvSpPr txBox="1"/>
          <p:nvPr/>
        </p:nvSpPr>
        <p:spPr>
          <a:xfrm>
            <a:off x="4314649" y="956553"/>
            <a:ext cx="132600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Plate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Bulk - bowl feeder 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min. 300 pcs.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BE4614C-AAEE-7C35-9850-C7F1DA2B9D7F}"/>
              </a:ext>
            </a:extLst>
          </p:cNvPr>
          <p:cNvSpPr txBox="1"/>
          <p:nvPr/>
        </p:nvSpPr>
        <p:spPr>
          <a:xfrm>
            <a:off x="5784203" y="962779"/>
            <a:ext cx="110799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Pin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200x400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300 pcs.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D7868C97-2569-8D02-6779-DDC3247F75BE}"/>
              </a:ext>
            </a:extLst>
          </p:cNvPr>
          <p:cNvCxnSpPr>
            <a:cxnSpLocks/>
          </p:cNvCxnSpPr>
          <p:nvPr/>
        </p:nvCxnSpPr>
        <p:spPr>
          <a:xfrm>
            <a:off x="5213028" y="1956477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5D333C5-08EB-3D56-CA44-0E3014F285CD}"/>
              </a:ext>
            </a:extLst>
          </p:cNvPr>
          <p:cNvCxnSpPr>
            <a:cxnSpLocks/>
          </p:cNvCxnSpPr>
          <p:nvPr/>
        </p:nvCxnSpPr>
        <p:spPr>
          <a:xfrm>
            <a:off x="6000298" y="1956476"/>
            <a:ext cx="0" cy="43813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1431EED1-DE8A-5A7D-8B88-721169A5B764}"/>
              </a:ext>
            </a:extLst>
          </p:cNvPr>
          <p:cNvCxnSpPr>
            <a:cxnSpLocks/>
          </p:cNvCxnSpPr>
          <p:nvPr/>
        </p:nvCxnSpPr>
        <p:spPr>
          <a:xfrm flipH="1">
            <a:off x="2733777" y="2643138"/>
            <a:ext cx="533078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08FA9316-06F2-B8C1-5B77-F9870FA15EC1}"/>
              </a:ext>
            </a:extLst>
          </p:cNvPr>
          <p:cNvSpPr txBox="1"/>
          <p:nvPr/>
        </p:nvSpPr>
        <p:spPr>
          <a:xfrm>
            <a:off x="602517" y="2368243"/>
            <a:ext cx="1446230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Solenoid Armature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Tray 300x450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capacity 50 pcs.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Palletizer with 2x6 trays</a:t>
            </a:r>
          </a:p>
          <a:p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6x full / 6x empty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9B86CCA-B376-F4BE-5466-AB0D5D23F0F0}"/>
              </a:ext>
            </a:extLst>
          </p:cNvPr>
          <p:cNvCxnSpPr>
            <a:cxnSpLocks/>
          </p:cNvCxnSpPr>
          <p:nvPr/>
        </p:nvCxnSpPr>
        <p:spPr>
          <a:xfrm>
            <a:off x="2808069" y="3360921"/>
            <a:ext cx="523325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ADA88210-C11C-9A14-9474-D423F90ED161}"/>
              </a:ext>
            </a:extLst>
          </p:cNvPr>
          <p:cNvSpPr txBox="1"/>
          <p:nvPr/>
        </p:nvSpPr>
        <p:spPr>
          <a:xfrm rot="16200000">
            <a:off x="4724889" y="3230116"/>
            <a:ext cx="5693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D39075C-FBF1-C1E7-B7AE-7BD21B90A14D}"/>
              </a:ext>
            </a:extLst>
          </p:cNvPr>
          <p:cNvSpPr txBox="1"/>
          <p:nvPr/>
        </p:nvSpPr>
        <p:spPr>
          <a:xfrm rot="16200000">
            <a:off x="4377238" y="3218080"/>
            <a:ext cx="609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16852C3F-92B0-88C3-610A-D41076A8042E}"/>
              </a:ext>
            </a:extLst>
          </p:cNvPr>
          <p:cNvGrpSpPr/>
          <p:nvPr/>
        </p:nvGrpSpPr>
        <p:grpSpPr>
          <a:xfrm rot="10800000">
            <a:off x="4424264" y="3749841"/>
            <a:ext cx="943692" cy="276757"/>
            <a:chOff x="2451253" y="3526098"/>
            <a:chExt cx="5630864" cy="891415"/>
          </a:xfrm>
        </p:grpSpPr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6AC77D48-B045-FCC6-5E68-0F2CB1B9AD3B}"/>
                </a:ext>
              </a:extLst>
            </p:cNvPr>
            <p:cNvSpPr/>
            <p:nvPr/>
          </p:nvSpPr>
          <p:spPr>
            <a:xfrm>
              <a:off x="2451253" y="3702239"/>
              <a:ext cx="5630864" cy="2848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21BC3102-1F10-922D-3B48-485CEEA0FE52}"/>
                </a:ext>
              </a:extLst>
            </p:cNvPr>
            <p:cNvGrpSpPr/>
            <p:nvPr/>
          </p:nvGrpSpPr>
          <p:grpSpPr>
            <a:xfrm>
              <a:off x="4535776" y="3748607"/>
              <a:ext cx="349250" cy="668906"/>
              <a:chOff x="4535776" y="3748607"/>
              <a:chExt cx="349250" cy="668906"/>
            </a:xfrm>
          </p:grpSpPr>
          <p:sp>
            <p:nvSpPr>
              <p:cNvPr id="92" name="Rechteck 91">
                <a:extLst>
                  <a:ext uri="{FF2B5EF4-FFF2-40B4-BE49-F238E27FC236}">
                    <a16:creationId xmlns:a16="http://schemas.microsoft.com/office/drawing/2014/main" id="{8374463B-38B4-E4A0-2D28-0B87A5BA9B76}"/>
                  </a:ext>
                </a:extLst>
              </p:cNvPr>
              <p:cNvSpPr/>
              <p:nvPr/>
            </p:nvSpPr>
            <p:spPr>
              <a:xfrm flipV="1">
                <a:off x="4535776" y="3748607"/>
                <a:ext cx="349250" cy="4769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86E13BF4-B397-C11B-6EF5-9BDC4DECA98D}"/>
                  </a:ext>
                </a:extLst>
              </p:cNvPr>
              <p:cNvSpPr/>
              <p:nvPr/>
            </p:nvSpPr>
            <p:spPr>
              <a:xfrm flipV="1">
                <a:off x="4783428" y="4129512"/>
                <a:ext cx="35999" cy="28800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4" name="Rechteck 93">
                <a:extLst>
                  <a:ext uri="{FF2B5EF4-FFF2-40B4-BE49-F238E27FC236}">
                    <a16:creationId xmlns:a16="http://schemas.microsoft.com/office/drawing/2014/main" id="{87F96069-A841-8AF4-0FD8-EF953EC1AA62}"/>
                  </a:ext>
                </a:extLst>
              </p:cNvPr>
              <p:cNvSpPr/>
              <p:nvPr/>
            </p:nvSpPr>
            <p:spPr>
              <a:xfrm flipV="1">
                <a:off x="4605601" y="4127937"/>
                <a:ext cx="35999" cy="28800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E3E87155-5A55-CA32-8160-45FBB068B660}"/>
                </a:ext>
              </a:extLst>
            </p:cNvPr>
            <p:cNvGrpSpPr/>
            <p:nvPr/>
          </p:nvGrpSpPr>
          <p:grpSpPr>
            <a:xfrm>
              <a:off x="6385719" y="3747032"/>
              <a:ext cx="349250" cy="668906"/>
              <a:chOff x="4597400" y="3748607"/>
              <a:chExt cx="349250" cy="668906"/>
            </a:xfrm>
          </p:grpSpPr>
          <p:sp>
            <p:nvSpPr>
              <p:cNvPr id="89" name="Rechteck 88">
                <a:extLst>
                  <a:ext uri="{FF2B5EF4-FFF2-40B4-BE49-F238E27FC236}">
                    <a16:creationId xmlns:a16="http://schemas.microsoft.com/office/drawing/2014/main" id="{BD17BDA4-7CB4-BA9E-25AB-B9615C955B0D}"/>
                  </a:ext>
                </a:extLst>
              </p:cNvPr>
              <p:cNvSpPr/>
              <p:nvPr/>
            </p:nvSpPr>
            <p:spPr>
              <a:xfrm flipV="1">
                <a:off x="4597400" y="3748607"/>
                <a:ext cx="349250" cy="4769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0" name="Rechteck 89">
                <a:extLst>
                  <a:ext uri="{FF2B5EF4-FFF2-40B4-BE49-F238E27FC236}">
                    <a16:creationId xmlns:a16="http://schemas.microsoft.com/office/drawing/2014/main" id="{CBC836A4-09FE-A89B-F75E-B1CE777FF8C4}"/>
                  </a:ext>
                </a:extLst>
              </p:cNvPr>
              <p:cNvSpPr/>
              <p:nvPr/>
            </p:nvSpPr>
            <p:spPr>
              <a:xfrm flipV="1">
                <a:off x="4845050" y="4129513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1" name="Rechteck 90">
                <a:extLst>
                  <a:ext uri="{FF2B5EF4-FFF2-40B4-BE49-F238E27FC236}">
                    <a16:creationId xmlns:a16="http://schemas.microsoft.com/office/drawing/2014/main" id="{8BE80EDF-2745-CC9D-0B3F-70C54AEB9991}"/>
                  </a:ext>
                </a:extLst>
              </p:cNvPr>
              <p:cNvSpPr/>
              <p:nvPr/>
            </p:nvSpPr>
            <p:spPr>
              <a:xfrm flipV="1">
                <a:off x="4667225" y="4127938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F2DBB67A-1424-567E-36CF-EF07F0658F2C}"/>
                </a:ext>
              </a:extLst>
            </p:cNvPr>
            <p:cNvGrpSpPr/>
            <p:nvPr/>
          </p:nvGrpSpPr>
          <p:grpSpPr>
            <a:xfrm>
              <a:off x="2565400" y="3745457"/>
              <a:ext cx="349250" cy="668906"/>
              <a:chOff x="4597400" y="3748607"/>
              <a:chExt cx="349250" cy="668906"/>
            </a:xfrm>
          </p:grpSpPr>
          <p:sp>
            <p:nvSpPr>
              <p:cNvPr id="86" name="Rechteck 85">
                <a:extLst>
                  <a:ext uri="{FF2B5EF4-FFF2-40B4-BE49-F238E27FC236}">
                    <a16:creationId xmlns:a16="http://schemas.microsoft.com/office/drawing/2014/main" id="{21B78CE7-EE00-43B7-531E-007EDD540570}"/>
                  </a:ext>
                </a:extLst>
              </p:cNvPr>
              <p:cNvSpPr/>
              <p:nvPr/>
            </p:nvSpPr>
            <p:spPr>
              <a:xfrm flipV="1">
                <a:off x="4597400" y="3748607"/>
                <a:ext cx="349250" cy="4769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7" name="Rechteck 86">
                <a:extLst>
                  <a:ext uri="{FF2B5EF4-FFF2-40B4-BE49-F238E27FC236}">
                    <a16:creationId xmlns:a16="http://schemas.microsoft.com/office/drawing/2014/main" id="{352CEA0E-158C-B3BB-6CFC-97D42F70632D}"/>
                  </a:ext>
                </a:extLst>
              </p:cNvPr>
              <p:cNvSpPr/>
              <p:nvPr/>
            </p:nvSpPr>
            <p:spPr>
              <a:xfrm flipV="1">
                <a:off x="4845050" y="4129513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8" name="Rechteck 87">
                <a:extLst>
                  <a:ext uri="{FF2B5EF4-FFF2-40B4-BE49-F238E27FC236}">
                    <a16:creationId xmlns:a16="http://schemas.microsoft.com/office/drawing/2014/main" id="{F15458C8-A600-66EC-7E94-099C955DE162}"/>
                  </a:ext>
                </a:extLst>
              </p:cNvPr>
              <p:cNvSpPr/>
              <p:nvPr/>
            </p:nvSpPr>
            <p:spPr>
              <a:xfrm flipV="1">
                <a:off x="4667225" y="4127938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684112CD-28D2-4A5F-4D46-D748BDE807E9}"/>
                </a:ext>
              </a:extLst>
            </p:cNvPr>
            <p:cNvCxnSpPr>
              <a:cxnSpLocks/>
            </p:cNvCxnSpPr>
            <p:nvPr/>
          </p:nvCxnSpPr>
          <p:spPr>
            <a:xfrm>
              <a:off x="3783883" y="3526098"/>
              <a:ext cx="197628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6" name="Grafik 95">
            <a:extLst>
              <a:ext uri="{FF2B5EF4-FFF2-40B4-BE49-F238E27FC236}">
                <a16:creationId xmlns:a16="http://schemas.microsoft.com/office/drawing/2014/main" id="{36E643A2-8758-9E19-9A0D-58714A0584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9" t="15854" r="1218"/>
          <a:stretch/>
        </p:blipFill>
        <p:spPr>
          <a:xfrm>
            <a:off x="4339853" y="4056772"/>
            <a:ext cx="1322032" cy="1011271"/>
          </a:xfrm>
          <a:prstGeom prst="rect">
            <a:avLst/>
          </a:prstGeom>
        </p:spPr>
      </p:pic>
      <p:sp>
        <p:nvSpPr>
          <p:cNvPr id="99" name="Textfeld 98">
            <a:extLst>
              <a:ext uri="{FF2B5EF4-FFF2-40B4-BE49-F238E27FC236}">
                <a16:creationId xmlns:a16="http://schemas.microsoft.com/office/drawing/2014/main" id="{46665394-0D9C-9279-44B9-7187D4CC541F}"/>
              </a:ext>
            </a:extLst>
          </p:cNvPr>
          <p:cNvSpPr txBox="1"/>
          <p:nvPr/>
        </p:nvSpPr>
        <p:spPr>
          <a:xfrm>
            <a:off x="8863207" y="5548814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Cycle time: 8,2 sec.</a:t>
            </a:r>
          </a:p>
        </p:txBody>
      </p:sp>
      <p:pic>
        <p:nvPicPr>
          <p:cNvPr id="101" name="Grafik 100">
            <a:extLst>
              <a:ext uri="{FF2B5EF4-FFF2-40B4-BE49-F238E27FC236}">
                <a16:creationId xmlns:a16="http://schemas.microsoft.com/office/drawing/2014/main" id="{9662B578-C1B1-486B-F293-1585F81EF901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24369" y="3543162"/>
            <a:ext cx="455537" cy="389790"/>
          </a:xfrm>
          <a:prstGeom prst="rect">
            <a:avLst/>
          </a:prstGeom>
        </p:spPr>
      </p:pic>
      <p:sp>
        <p:nvSpPr>
          <p:cNvPr id="102" name="Rechteck: abgerundete Ecken 101">
            <a:extLst>
              <a:ext uri="{FF2B5EF4-FFF2-40B4-BE49-F238E27FC236}">
                <a16:creationId xmlns:a16="http://schemas.microsoft.com/office/drawing/2014/main" id="{F8C9A24C-227D-88A5-E538-59612BF854E2}"/>
              </a:ext>
            </a:extLst>
          </p:cNvPr>
          <p:cNvSpPr/>
          <p:nvPr/>
        </p:nvSpPr>
        <p:spPr>
          <a:xfrm>
            <a:off x="6112565" y="1728781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</a:p>
        </p:txBody>
      </p:sp>
      <p:sp>
        <p:nvSpPr>
          <p:cNvPr id="103" name="Rechteck: abgerundete Ecken 102">
            <a:extLst>
              <a:ext uri="{FF2B5EF4-FFF2-40B4-BE49-F238E27FC236}">
                <a16:creationId xmlns:a16="http://schemas.microsoft.com/office/drawing/2014/main" id="{3A8C664A-ECA4-AE67-C947-DF0599766F2F}"/>
              </a:ext>
            </a:extLst>
          </p:cNvPr>
          <p:cNvSpPr/>
          <p:nvPr/>
        </p:nvSpPr>
        <p:spPr>
          <a:xfrm>
            <a:off x="5468651" y="1733682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2</a:t>
            </a:r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AA1D4E98-4854-C6AE-6B95-C52DBACEDBCC}"/>
              </a:ext>
            </a:extLst>
          </p:cNvPr>
          <p:cNvSpPr/>
          <p:nvPr/>
        </p:nvSpPr>
        <p:spPr>
          <a:xfrm rot="16200000">
            <a:off x="4891769" y="2863957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6</a:t>
            </a:r>
          </a:p>
        </p:txBody>
      </p:sp>
      <p:sp>
        <p:nvSpPr>
          <p:cNvPr id="105" name="Rechteck: abgerundete Ecken 104">
            <a:extLst>
              <a:ext uri="{FF2B5EF4-FFF2-40B4-BE49-F238E27FC236}">
                <a16:creationId xmlns:a16="http://schemas.microsoft.com/office/drawing/2014/main" id="{052BCEE3-6DFC-9DFB-CDA1-E9E06BB2341D}"/>
              </a:ext>
            </a:extLst>
          </p:cNvPr>
          <p:cNvSpPr/>
          <p:nvPr/>
        </p:nvSpPr>
        <p:spPr>
          <a:xfrm rot="16200000">
            <a:off x="4563995" y="2872700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7</a:t>
            </a:r>
          </a:p>
        </p:txBody>
      </p:sp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BB264096-4AC9-9D7A-D8F9-66E21989012E}"/>
              </a:ext>
            </a:extLst>
          </p:cNvPr>
          <p:cNvSpPr/>
          <p:nvPr/>
        </p:nvSpPr>
        <p:spPr>
          <a:xfrm>
            <a:off x="5671791" y="3379021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3</a:t>
            </a:r>
          </a:p>
        </p:txBody>
      </p:sp>
      <p:sp>
        <p:nvSpPr>
          <p:cNvPr id="107" name="Rechteck: abgerundete Ecken 106">
            <a:extLst>
              <a:ext uri="{FF2B5EF4-FFF2-40B4-BE49-F238E27FC236}">
                <a16:creationId xmlns:a16="http://schemas.microsoft.com/office/drawing/2014/main" id="{557A46AC-3852-9F1F-166C-08ACD4117352}"/>
              </a:ext>
            </a:extLst>
          </p:cNvPr>
          <p:cNvSpPr/>
          <p:nvPr/>
        </p:nvSpPr>
        <p:spPr>
          <a:xfrm>
            <a:off x="388235" y="2427756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8</a:t>
            </a:r>
          </a:p>
        </p:txBody>
      </p:sp>
      <p:sp>
        <p:nvSpPr>
          <p:cNvPr id="108" name="Rechteck: abgerundete Ecken 107">
            <a:extLst>
              <a:ext uri="{FF2B5EF4-FFF2-40B4-BE49-F238E27FC236}">
                <a16:creationId xmlns:a16="http://schemas.microsoft.com/office/drawing/2014/main" id="{359371CD-0BD5-9542-5BE3-29A74903C96E}"/>
              </a:ext>
            </a:extLst>
          </p:cNvPr>
          <p:cNvSpPr/>
          <p:nvPr/>
        </p:nvSpPr>
        <p:spPr>
          <a:xfrm>
            <a:off x="4921749" y="4612089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5</a:t>
            </a:r>
          </a:p>
        </p:txBody>
      </p: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B255A128-18F5-4638-9C19-97B6526B0985}"/>
              </a:ext>
            </a:extLst>
          </p:cNvPr>
          <p:cNvGrpSpPr/>
          <p:nvPr/>
        </p:nvGrpSpPr>
        <p:grpSpPr>
          <a:xfrm>
            <a:off x="5227639" y="3379021"/>
            <a:ext cx="423848" cy="213691"/>
            <a:chOff x="2052778" y="3567393"/>
            <a:chExt cx="970673" cy="846970"/>
          </a:xfrm>
        </p:grpSpPr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13D08996-9411-C700-570E-F59F08B29456}"/>
                </a:ext>
              </a:extLst>
            </p:cNvPr>
            <p:cNvSpPr/>
            <p:nvPr/>
          </p:nvSpPr>
          <p:spPr>
            <a:xfrm>
              <a:off x="2052778" y="3702237"/>
              <a:ext cx="970673" cy="2848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9D2304A1-5A12-15D3-1A8D-E4900BDAC499}"/>
                </a:ext>
              </a:extLst>
            </p:cNvPr>
            <p:cNvGrpSpPr/>
            <p:nvPr/>
          </p:nvGrpSpPr>
          <p:grpSpPr>
            <a:xfrm>
              <a:off x="2565400" y="3745457"/>
              <a:ext cx="349250" cy="668906"/>
              <a:chOff x="4597400" y="3748607"/>
              <a:chExt cx="349250" cy="668906"/>
            </a:xfrm>
          </p:grpSpPr>
          <p:sp>
            <p:nvSpPr>
              <p:cNvPr id="113" name="Rechteck 112">
                <a:extLst>
                  <a:ext uri="{FF2B5EF4-FFF2-40B4-BE49-F238E27FC236}">
                    <a16:creationId xmlns:a16="http://schemas.microsoft.com/office/drawing/2014/main" id="{AC8E46CA-5E15-A8DC-E9B8-F93B4F5956E2}"/>
                  </a:ext>
                </a:extLst>
              </p:cNvPr>
              <p:cNvSpPr/>
              <p:nvPr/>
            </p:nvSpPr>
            <p:spPr>
              <a:xfrm flipV="1">
                <a:off x="4597400" y="3748607"/>
                <a:ext cx="349250" cy="4769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54073D82-C7E3-3CDF-C4E1-E2957BA04B97}"/>
                  </a:ext>
                </a:extLst>
              </p:cNvPr>
              <p:cNvSpPr/>
              <p:nvPr/>
            </p:nvSpPr>
            <p:spPr>
              <a:xfrm flipV="1">
                <a:off x="4845050" y="4129513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5" name="Rechteck 114">
                <a:extLst>
                  <a:ext uri="{FF2B5EF4-FFF2-40B4-BE49-F238E27FC236}">
                    <a16:creationId xmlns:a16="http://schemas.microsoft.com/office/drawing/2014/main" id="{48B1DAEE-F2BD-2670-43F4-514068B96A2F}"/>
                  </a:ext>
                </a:extLst>
              </p:cNvPr>
              <p:cNvSpPr/>
              <p:nvPr/>
            </p:nvSpPr>
            <p:spPr>
              <a:xfrm flipV="1">
                <a:off x="4667225" y="4127938"/>
                <a:ext cx="36000" cy="288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95760EBD-1B52-3A82-1D3B-C48BD9A2CE12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58755" y="3567393"/>
              <a:ext cx="64419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545D31E3-7B55-8FBE-9B44-26F262DD4F41}"/>
              </a:ext>
            </a:extLst>
          </p:cNvPr>
          <p:cNvSpPr/>
          <p:nvPr/>
        </p:nvSpPr>
        <p:spPr>
          <a:xfrm>
            <a:off x="5398612" y="3826766"/>
            <a:ext cx="253672" cy="153382"/>
          </a:xfrm>
          <a:prstGeom prst="roundRect">
            <a:avLst/>
          </a:prstGeom>
          <a:solidFill>
            <a:srgbClr val="92D050"/>
          </a:solidFill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000" dirty="0"/>
              <a:t>4</a:t>
            </a:r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DD5158F2-3923-493E-CBF1-43726AFD1D55}"/>
              </a:ext>
            </a:extLst>
          </p:cNvPr>
          <p:cNvCxnSpPr>
            <a:cxnSpLocks/>
          </p:cNvCxnSpPr>
          <p:nvPr/>
        </p:nvCxnSpPr>
        <p:spPr>
          <a:xfrm>
            <a:off x="8284609" y="2193465"/>
            <a:ext cx="0" cy="29203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00719402-95DA-B58B-E843-A722CDF453F8}"/>
              </a:ext>
            </a:extLst>
          </p:cNvPr>
          <p:cNvCxnSpPr>
            <a:cxnSpLocks/>
          </p:cNvCxnSpPr>
          <p:nvPr/>
        </p:nvCxnSpPr>
        <p:spPr>
          <a:xfrm flipH="1">
            <a:off x="2897720" y="5705298"/>
            <a:ext cx="478514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49E11918-F84F-AC95-02D8-3FA32AA57FF6}"/>
              </a:ext>
            </a:extLst>
          </p:cNvPr>
          <p:cNvSpPr txBox="1"/>
          <p:nvPr/>
        </p:nvSpPr>
        <p:spPr>
          <a:xfrm>
            <a:off x="5011878" y="5510365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2400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37CE2686-0DE1-7B40-3242-8FEED4BDA151}"/>
              </a:ext>
            </a:extLst>
          </p:cNvPr>
          <p:cNvSpPr txBox="1"/>
          <p:nvPr/>
        </p:nvSpPr>
        <p:spPr>
          <a:xfrm rot="16200000">
            <a:off x="7983917" y="3583656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1400</a:t>
            </a:r>
          </a:p>
        </p:txBody>
      </p:sp>
    </p:spTree>
    <p:extLst>
      <p:ext uri="{BB962C8B-B14F-4D97-AF65-F5344CB8AC3E}">
        <p14:creationId xmlns:p14="http://schemas.microsoft.com/office/powerpoint/2010/main" val="3796054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401</Words>
  <Application>Microsoft Office PowerPoint</Application>
  <PresentationFormat>Breitbild</PresentationFormat>
  <Paragraphs>155</Paragraphs>
  <Slides>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Gilroy Light</vt:lpstr>
      <vt:lpstr>Office-Design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Brault Fabien</cp:lastModifiedBy>
  <cp:revision>348</cp:revision>
  <cp:lastPrinted>2023-03-03T08:30:24Z</cp:lastPrinted>
  <dcterms:created xsi:type="dcterms:W3CDTF">2021-03-17T11:57:24Z</dcterms:created>
  <dcterms:modified xsi:type="dcterms:W3CDTF">2024-06-06T14:37:51Z</dcterms:modified>
</cp:coreProperties>
</file>