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39"/>
  </p:notesMasterIdLst>
  <p:sldIdLst>
    <p:sldId id="1199" r:id="rId2"/>
    <p:sldId id="1380" r:id="rId3"/>
    <p:sldId id="1233" r:id="rId4"/>
    <p:sldId id="1214" r:id="rId5"/>
    <p:sldId id="1379" r:id="rId6"/>
    <p:sldId id="1289" r:id="rId7"/>
    <p:sldId id="1382" r:id="rId8"/>
    <p:sldId id="1347" r:id="rId9"/>
    <p:sldId id="1381" r:id="rId10"/>
    <p:sldId id="1349" r:id="rId11"/>
    <p:sldId id="1348" r:id="rId12"/>
    <p:sldId id="1350" r:id="rId13"/>
    <p:sldId id="1351" r:id="rId14"/>
    <p:sldId id="1352" r:id="rId15"/>
    <p:sldId id="1353" r:id="rId16"/>
    <p:sldId id="1354" r:id="rId17"/>
    <p:sldId id="1355" r:id="rId18"/>
    <p:sldId id="1356" r:id="rId19"/>
    <p:sldId id="1357" r:id="rId20"/>
    <p:sldId id="1358" r:id="rId21"/>
    <p:sldId id="1377" r:id="rId22"/>
    <p:sldId id="1360" r:id="rId23"/>
    <p:sldId id="1371" r:id="rId24"/>
    <p:sldId id="1372" r:id="rId25"/>
    <p:sldId id="1374" r:id="rId26"/>
    <p:sldId id="1375" r:id="rId27"/>
    <p:sldId id="1366" r:id="rId28"/>
    <p:sldId id="1367" r:id="rId29"/>
    <p:sldId id="1368" r:id="rId30"/>
    <p:sldId id="1183" r:id="rId31"/>
    <p:sldId id="1263" r:id="rId32"/>
    <p:sldId id="1369" r:id="rId33"/>
    <p:sldId id="1253" r:id="rId34"/>
    <p:sldId id="1359" r:id="rId35"/>
    <p:sldId id="1323" r:id="rId36"/>
    <p:sldId id="1370" r:id="rId37"/>
    <p:sldId id="1264" r:id="rId38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B0746975-8567-45FD-B7BB-F3D1201E30BC}">
          <p14:sldIdLst>
            <p14:sldId id="1199"/>
            <p14:sldId id="1380"/>
            <p14:sldId id="1233"/>
            <p14:sldId id="1214"/>
            <p14:sldId id="1379"/>
          </p14:sldIdLst>
        </p14:section>
        <p14:section name="LAYOUT" id="{846EFE13-6CB7-492C-8F52-7D3625EA7248}">
          <p14:sldIdLst>
            <p14:sldId id="1289"/>
            <p14:sldId id="1382"/>
            <p14:sldId id="1347"/>
            <p14:sldId id="1381"/>
            <p14:sldId id="1349"/>
            <p14:sldId id="1348"/>
            <p14:sldId id="1350"/>
            <p14:sldId id="1351"/>
            <p14:sldId id="1352"/>
            <p14:sldId id="1353"/>
            <p14:sldId id="1354"/>
            <p14:sldId id="1355"/>
            <p14:sldId id="1356"/>
            <p14:sldId id="1357"/>
            <p14:sldId id="1358"/>
            <p14:sldId id="1377"/>
            <p14:sldId id="1360"/>
            <p14:sldId id="1371"/>
            <p14:sldId id="1372"/>
            <p14:sldId id="1374"/>
            <p14:sldId id="1375"/>
            <p14:sldId id="1366"/>
            <p14:sldId id="1367"/>
            <p14:sldId id="1368"/>
            <p14:sldId id="1183"/>
          </p14:sldIdLst>
        </p14:section>
        <p14:section name="STEURUNGSSYSTEM - Nexxed" id="{C08A6AC3-B3ED-498E-BCE1-5FB1FF88186C}">
          <p14:sldIdLst>
            <p14:sldId id="1263"/>
          </p14:sldIdLst>
        </p14:section>
        <p14:section name="LAYOUT - ENTWÜRFE" id="{AF6B6ECC-AE49-4165-B5A6-E057B924DE4F}">
          <p14:sldIdLst>
            <p14:sldId id="1369"/>
          </p14:sldIdLst>
        </p14:section>
        <p14:section name="DIVERSE-INFO" id="{FB07A08C-0F9B-4A60-B389-19A8E26C2D94}">
          <p14:sldIdLst>
            <p14:sldId id="1253"/>
            <p14:sldId id="1359"/>
            <p14:sldId id="1323"/>
            <p14:sldId id="1370"/>
            <p14:sldId id="126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CF95"/>
    <a:srgbClr val="FF6600"/>
    <a:srgbClr val="16B75F"/>
    <a:srgbClr val="FF7C80"/>
    <a:srgbClr val="009900"/>
    <a:srgbClr val="A74950"/>
    <a:srgbClr val="8ED2C3"/>
    <a:srgbClr val="CDC0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11" autoAdjust="0"/>
    <p:restoredTop sz="94798" autoAdjust="0"/>
  </p:normalViewPr>
  <p:slideViewPr>
    <p:cSldViewPr snapToGrid="0">
      <p:cViewPr>
        <p:scale>
          <a:sx n="162" d="100"/>
          <a:sy n="162" d="100"/>
        </p:scale>
        <p:origin x="2802" y="1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27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6363" cy="513508"/>
          </a:xfrm>
          <a:prstGeom prst="rect">
            <a:avLst/>
          </a:prstGeom>
        </p:spPr>
        <p:txBody>
          <a:bodyPr vert="horz" lIns="94759" tIns="47379" rIns="94759" bIns="47379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6" y="0"/>
            <a:ext cx="3076363" cy="513508"/>
          </a:xfrm>
          <a:prstGeom prst="rect">
            <a:avLst/>
          </a:prstGeom>
        </p:spPr>
        <p:txBody>
          <a:bodyPr vert="horz" lIns="94759" tIns="47379" rIns="94759" bIns="47379" rtlCol="0"/>
          <a:lstStyle>
            <a:lvl1pPr algn="r">
              <a:defRPr sz="1200"/>
            </a:lvl1pPr>
          </a:lstStyle>
          <a:p>
            <a:fld id="{CCBB9D02-9FFC-4758-9EDA-EB9E451655DE}" type="datetimeFigureOut">
              <a:rPr lang="de-DE" smtClean="0"/>
              <a:t>07.05.2024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9" tIns="47379" rIns="94759" bIns="47379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925407"/>
            <a:ext cx="5679440" cy="4029879"/>
          </a:xfrm>
          <a:prstGeom prst="rect">
            <a:avLst/>
          </a:prstGeom>
        </p:spPr>
        <p:txBody>
          <a:bodyPr vert="horz" lIns="94759" tIns="47379" rIns="94759" bIns="47379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9721108"/>
            <a:ext cx="3076363" cy="513507"/>
          </a:xfrm>
          <a:prstGeom prst="rect">
            <a:avLst/>
          </a:prstGeom>
        </p:spPr>
        <p:txBody>
          <a:bodyPr vert="horz" lIns="94759" tIns="47379" rIns="94759" bIns="47379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3507"/>
          </a:xfrm>
          <a:prstGeom prst="rect">
            <a:avLst/>
          </a:prstGeom>
        </p:spPr>
        <p:txBody>
          <a:bodyPr vert="horz" lIns="94759" tIns="47379" rIns="94759" bIns="47379" rtlCol="0" anchor="b"/>
          <a:lstStyle>
            <a:lvl1pPr algn="r">
              <a:defRPr sz="1200"/>
            </a:lvl1pPr>
          </a:lstStyle>
          <a:p>
            <a:fld id="{F3EED572-F9A9-4535-91E4-E5029B1F52C2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41002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0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270948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627865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50658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438870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993287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79768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90662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951606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57312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6012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729883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122525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892584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929276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48060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406692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570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884709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335844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57075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874691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013367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79074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08091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4944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29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5291130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EEB2CB-37F8-584A-889E-895630C53A95}" type="slidenum">
              <a:rPr lang="de-DE" smtClean="0"/>
              <a:pPr/>
              <a:t>30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00338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04819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41443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16083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EED572-F9A9-4535-91E4-E5029B1F52C2}" type="slidenum">
              <a:rPr lang="de-DE" smtClean="0"/>
              <a:t>37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02844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9151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C58B094-7CBF-54A5-9666-8866CAB58C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" y="0"/>
            <a:ext cx="12161520" cy="6858000"/>
          </a:xfrm>
          <a:prstGeom prst="rect">
            <a:avLst/>
          </a:prstGeom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 dirty="0"/>
          </a:p>
        </p:txBody>
      </p:sp>
      <p:sp>
        <p:nvSpPr>
          <p:cNvPr id="4" name="01">
            <a:extLst>
              <a:ext uri="{FF2B5EF4-FFF2-40B4-BE49-F238E27FC236}">
                <a16:creationId xmlns:a16="http://schemas.microsoft.com/office/drawing/2014/main" id="{E9EA7661-F82F-9971-5416-981AA6F8B8B4}"/>
              </a:ext>
            </a:extLst>
          </p:cNvPr>
          <p:cNvSpPr>
            <a:spLocks noChangeAspect="1"/>
          </p:cNvSpPr>
          <p:nvPr userDrawn="1"/>
        </p:nvSpPr>
        <p:spPr>
          <a:xfrm>
            <a:off x="10701770" y="0"/>
            <a:ext cx="273668" cy="360000"/>
          </a:xfrm>
          <a:prstGeom prst="rect">
            <a:avLst/>
          </a:prstGeom>
          <a:solidFill>
            <a:srgbClr val="2C3F48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endParaRPr sz="633" dirty="0">
              <a:latin typeface="+mj-lt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bg1"/>
                </a:solidFill>
                <a:latin typeface="+mj-lt"/>
              </a:rPr>
              <a:t>‹Nr.›</a:t>
            </a:fld>
            <a:endParaRPr lang="de-DE" sz="1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Projektbezeichnung | Titel">
            <a:extLst>
              <a:ext uri="{FF2B5EF4-FFF2-40B4-BE49-F238E27FC236}">
                <a16:creationId xmlns:a16="http://schemas.microsoft.com/office/drawing/2014/main" id="{7EB79AE8-0D8C-C49B-AFA0-2C9B5F4077EF}"/>
              </a:ext>
            </a:extLst>
          </p:cNvPr>
          <p:cNvSpPr txBox="1"/>
          <p:nvPr userDrawn="1"/>
        </p:nvSpPr>
        <p:spPr>
          <a:xfrm>
            <a:off x="549566" y="161538"/>
            <a:ext cx="3209523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rgbClr val="2C3F48"/>
                </a:solidFill>
                <a:latin typeface="+mj-lt"/>
              </a:rPr>
              <a:t>Projektbezeichnung</a:t>
            </a:r>
            <a:r>
              <a:rPr sz="1000" dirty="0">
                <a:solidFill>
                  <a:srgbClr val="2C3F48"/>
                </a:solidFill>
                <a:latin typeface="+mj-lt"/>
              </a:rPr>
              <a:t> |</a:t>
            </a:r>
            <a:r>
              <a:rPr sz="1000" dirty="0">
                <a:solidFill>
                  <a:schemeClr val="bg1"/>
                </a:solidFill>
                <a:latin typeface="+mj-lt"/>
              </a:rPr>
              <a:t> </a:t>
            </a:r>
            <a:fld id="{CAC0FAC3-4F51-4337-9266-2CDA171E87B2}" type="datetime1">
              <a:rPr lang="de-DE" sz="1000" smtClean="0">
                <a:solidFill>
                  <a:schemeClr val="bg1"/>
                </a:solidFill>
                <a:latin typeface="+mj-lt"/>
                <a:ea typeface="Gilroy ExtraBold"/>
                <a:cs typeface="Gilroy ExtraBold"/>
                <a:sym typeface="Gilroy ExtraBold"/>
              </a:rPr>
              <a:t>07.05.2024</a:t>
            </a:fld>
            <a:endParaRPr sz="1000" dirty="0">
              <a:solidFill>
                <a:schemeClr val="bg1"/>
              </a:solidFill>
              <a:latin typeface="+mj-lt"/>
              <a:ea typeface="Gilroy ExtraBold"/>
              <a:cs typeface="Gilroy ExtraBold"/>
              <a:sym typeface="Gilroy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295421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9CF6A121-117E-2360-103B-99EDB01E80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oli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luth-dots_turkis-hell.png" descr="gluth-dots_turkis-hell.png">
            <a:extLst>
              <a:ext uri="{FF2B5EF4-FFF2-40B4-BE49-F238E27FC236}">
                <a16:creationId xmlns:a16="http://schemas.microsoft.com/office/drawing/2014/main" id="{BD59312F-90B1-9FC7-468F-6B81B8C0A1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4367" r="16055"/>
          <a:stretch/>
        </p:blipFill>
        <p:spPr>
          <a:xfrm>
            <a:off x="9430344" y="-2558"/>
            <a:ext cx="2761656" cy="1501267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DDD4D97-141A-4645-B9D8-3B092E6DE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 dirty="0"/>
              <a:t> </a:t>
            </a:r>
          </a:p>
        </p:txBody>
      </p:sp>
      <p:pic>
        <p:nvPicPr>
          <p:cNvPr id="6" name="gluth-logo_RZ_rgb.png" descr="gluth-logo_RZ_rgb.png">
            <a:extLst>
              <a:ext uri="{FF2B5EF4-FFF2-40B4-BE49-F238E27FC236}">
                <a16:creationId xmlns:a16="http://schemas.microsoft.com/office/drawing/2014/main" id="{09991ADD-9B75-7CDB-BE00-7F86E7AA4B0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4208" y="6169583"/>
            <a:ext cx="1853667" cy="555054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Projektbezeichnung | Titel">
            <a:extLst>
              <a:ext uri="{FF2B5EF4-FFF2-40B4-BE49-F238E27FC236}">
                <a16:creationId xmlns:a16="http://schemas.microsoft.com/office/drawing/2014/main" id="{6FBCAB55-7A36-744A-313E-F701D83C3678}"/>
              </a:ext>
            </a:extLst>
          </p:cNvPr>
          <p:cNvSpPr txBox="1"/>
          <p:nvPr userDrawn="1"/>
        </p:nvSpPr>
        <p:spPr>
          <a:xfrm>
            <a:off x="163494" y="161538"/>
            <a:ext cx="3209634" cy="2079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algn="l">
              <a:defRPr sz="15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de-DE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A07591 000 / RFQ 190184 </a:t>
            </a:r>
            <a:r>
              <a:rPr lang="de-DE" sz="8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Gilroy Light"/>
              </a:rPr>
              <a:t>Montage Magnetanker</a:t>
            </a:r>
            <a:endParaRPr sz="800" dirty="0">
              <a:solidFill>
                <a:srgbClr val="4DB8A0"/>
              </a:solidFill>
              <a:latin typeface="Gilroy ExtraBold"/>
              <a:ea typeface="Gilroy ExtraBold"/>
              <a:cs typeface="Gilroy ExtraBold"/>
              <a:sym typeface="Gilroy ExtraBold"/>
            </a:endParaRPr>
          </a:p>
        </p:txBody>
      </p:sp>
      <p:sp>
        <p:nvSpPr>
          <p:cNvPr id="10" name="01">
            <a:extLst>
              <a:ext uri="{FF2B5EF4-FFF2-40B4-BE49-F238E27FC236}">
                <a16:creationId xmlns:a16="http://schemas.microsoft.com/office/drawing/2014/main" id="{2F39248C-D8A6-F031-8798-D29183DFB5FF}"/>
              </a:ext>
            </a:extLst>
          </p:cNvPr>
          <p:cNvSpPr/>
          <p:nvPr userDrawn="1"/>
        </p:nvSpPr>
        <p:spPr>
          <a:xfrm>
            <a:off x="10695822" y="-2557"/>
            <a:ext cx="288000" cy="360000"/>
          </a:xfrm>
          <a:prstGeom prst="rect">
            <a:avLst/>
          </a:prstGeom>
          <a:solidFill>
            <a:srgbClr val="4DB8A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6789" tIns="26789" rIns="26789" bIns="26789" anchor="ctr"/>
          <a:lstStyle>
            <a:lvl1pPr defTabSz="584200">
              <a:defRPr sz="1200"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lvl1pPr>
          </a:lstStyle>
          <a:p>
            <a:pPr algn="ctr"/>
            <a:endParaRPr sz="8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FE58063-0C68-1D89-C8D4-695FEC8E4558}"/>
              </a:ext>
            </a:extLst>
          </p:cNvPr>
          <p:cNvSpPr txBox="1"/>
          <p:nvPr userDrawn="1"/>
        </p:nvSpPr>
        <p:spPr>
          <a:xfrm>
            <a:off x="10709502" y="54332"/>
            <a:ext cx="73152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A92209CA-EFDE-4AB8-9222-590C7472CDAB}" type="slidenum">
              <a:rPr lang="de-DE" sz="1000" smtClean="0">
                <a:solidFill>
                  <a:schemeClr val="tx1"/>
                </a:solidFill>
                <a:latin typeface="Gilroy ExtraBold"/>
              </a:rPr>
              <a:t>‹Nr.›</a:t>
            </a:fld>
            <a:endParaRPr lang="de-DE" sz="1000" dirty="0">
              <a:solidFill>
                <a:schemeClr val="tx1"/>
              </a:solidFill>
              <a:latin typeface="Gilroy ExtraBold"/>
            </a:endParaRP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AB60397E-93CA-B5E5-31B2-BBFA1EF1F1F2}"/>
              </a:ext>
            </a:extLst>
          </p:cNvPr>
          <p:cNvCxnSpPr>
            <a:cxnSpLocks/>
          </p:cNvCxnSpPr>
          <p:nvPr userDrawn="1"/>
        </p:nvCxnSpPr>
        <p:spPr>
          <a:xfrm>
            <a:off x="183817" y="426720"/>
            <a:ext cx="975600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088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54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7" r:id="rId2"/>
    <p:sldLayoutId id="2147483658" r:id="rId3"/>
    <p:sldLayoutId id="2147483659" r:id="rId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peter.zollner@gluth.de" TargetMode="External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hyperlink" Target="mailto:Daniela.Rueck2@de.bosch.com" TargetMode="External"/><Relationship Id="rId5" Type="http://schemas.openxmlformats.org/officeDocument/2006/relationships/image" Target="../media/image8.png"/><Relationship Id="rId4" Type="http://schemas.openxmlformats.org/officeDocument/2006/relationships/hyperlink" Target="http://www.gluth.de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41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42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43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46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49.png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53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55.png"/><Relationship Id="rId4" Type="http://schemas.openxmlformats.org/officeDocument/2006/relationships/image" Target="../media/image3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36.png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5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33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5" Type="http://schemas.openxmlformats.org/officeDocument/2006/relationships/image" Target="../media/image36.png"/><Relationship Id="rId4" Type="http://schemas.openxmlformats.org/officeDocument/2006/relationships/image" Target="../media/image6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6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7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63.png"/><Relationship Id="rId4" Type="http://schemas.openxmlformats.org/officeDocument/2006/relationships/image" Target="../media/image3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9.png"/><Relationship Id="rId5" Type="http://schemas.openxmlformats.org/officeDocument/2006/relationships/image" Target="../media/image36.png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4.jpe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microsoft.com/office/2007/relationships/hdphoto" Target="../media/hdphoto2.wdp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zlich Willkommen…">
            <a:extLst>
              <a:ext uri="{FF2B5EF4-FFF2-40B4-BE49-F238E27FC236}">
                <a16:creationId xmlns:a16="http://schemas.microsoft.com/office/drawing/2014/main" id="{31991B22-ADE8-1F96-4A16-CC0F3362E09B}"/>
              </a:ext>
            </a:extLst>
          </p:cNvPr>
          <p:cNvSpPr txBox="1"/>
          <p:nvPr/>
        </p:nvSpPr>
        <p:spPr>
          <a:xfrm>
            <a:off x="1240125" y="1046441"/>
            <a:ext cx="54166" cy="622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26789" tIns="26789" rIns="26789" bIns="26789" anchor="ctr">
            <a:spAutoFit/>
          </a:bodyPr>
          <a:lstStyle/>
          <a:p>
            <a:pPr algn="l">
              <a:defRPr sz="7000">
                <a:solidFill>
                  <a:srgbClr val="4DB8A0"/>
                </a:solidFill>
                <a:latin typeface="Gilroy ExtraBold"/>
                <a:ea typeface="Gilroy ExtraBold"/>
                <a:cs typeface="Gilroy ExtraBold"/>
                <a:sym typeface="Gilroy ExtraBold"/>
              </a:defRPr>
            </a:pPr>
            <a:endParaRPr sz="3691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DF54155-7C11-CA7B-D1F6-DC3F34832087}"/>
              </a:ext>
            </a:extLst>
          </p:cNvPr>
          <p:cNvSpPr txBox="1"/>
          <p:nvPr/>
        </p:nvSpPr>
        <p:spPr>
          <a:xfrm>
            <a:off x="2324234" y="1299186"/>
            <a:ext cx="3865161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A07591 000_Montage </a:t>
            </a:r>
            <a:r>
              <a:rPr lang="en-US" i="1" dirty="0" err="1">
                <a:solidFill>
                  <a:schemeClr val="bg1"/>
                </a:solidFill>
              </a:rPr>
              <a:t>Magnetanker</a:t>
            </a:r>
            <a:endParaRPr lang="en-US" i="1" dirty="0">
              <a:solidFill>
                <a:schemeClr val="bg1"/>
              </a:solidFill>
            </a:endParaRPr>
          </a:p>
          <a:p>
            <a:pPr algn="ctr"/>
            <a:endParaRPr lang="en-US" sz="1000" i="1" dirty="0">
              <a:solidFill>
                <a:schemeClr val="bg1"/>
              </a:solidFill>
            </a:endParaRPr>
          </a:p>
          <a:p>
            <a:pPr algn="ctr"/>
            <a:r>
              <a:rPr lang="de-DE" sz="1400" i="1" dirty="0">
                <a:solidFill>
                  <a:schemeClr val="bg1"/>
                </a:solidFill>
                <a:latin typeface="Gilroy"/>
              </a:rPr>
              <a:t>RFQ 190284 </a:t>
            </a:r>
          </a:p>
          <a:p>
            <a:pPr algn="ctr"/>
            <a:endParaRPr lang="de-DE" sz="1000" i="1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596FFEC-A114-7C22-49A9-980ED5193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231" y="4546178"/>
            <a:ext cx="1156274" cy="132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35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4297169" y="73360"/>
            <a:ext cx="316146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Gilroy"/>
              </a:rPr>
              <a:t>Ansprechpartner -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07.05.2024</a:t>
            </a: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71C80B81-A2CA-A977-EC66-7CF47E999E73}"/>
              </a:ext>
            </a:extLst>
          </p:cNvPr>
          <p:cNvGrpSpPr/>
          <p:nvPr/>
        </p:nvGrpSpPr>
        <p:grpSpPr>
          <a:xfrm>
            <a:off x="2125178" y="1699314"/>
            <a:ext cx="2592388" cy="3039294"/>
            <a:chOff x="2286540" y="1699314"/>
            <a:chExt cx="2592388" cy="3039294"/>
          </a:xfrm>
        </p:grpSpPr>
        <p:sp>
          <p:nvSpPr>
            <p:cNvPr id="6" name="Rechteck 1">
              <a:extLst>
                <a:ext uri="{FF2B5EF4-FFF2-40B4-BE49-F238E27FC236}">
                  <a16:creationId xmlns:a16="http://schemas.microsoft.com/office/drawing/2014/main" id="{1C7CA10A-97C5-BD55-CCB4-E65450074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540" y="1699314"/>
              <a:ext cx="2592388" cy="3039294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de-DE" altLang="de-DE" sz="1400" b="1" u="sng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Ansprechpartner bei Gluth:</a:t>
              </a:r>
            </a:p>
            <a:p>
              <a:pPr eaLnBrk="1" hangingPunct="1">
                <a:defRPr/>
              </a:pPr>
              <a:endParaRPr lang="de-DE" altLang="de-DE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eaLnBrk="1" hangingPunct="1">
                <a:defRPr/>
              </a:pPr>
              <a:r>
                <a:rPr lang="de-DE" altLang="de-DE" sz="11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Peter Zollner</a:t>
              </a:r>
              <a:b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Technischer Vertrieb / Technical Sales </a:t>
              </a:r>
              <a:br>
                <a:rPr lang="de-DE" sz="1800" dirty="0"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</a:br>
              <a:b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br>
                <a:rPr lang="de-DE" altLang="de-DE" sz="11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endParaRPr lang="de-DE" altLang="de-DE" sz="1100" b="1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  <a:defRPr/>
              </a:pPr>
              <a:endParaRPr lang="de-DE" sz="1100" b="1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>
                <a:lnSpc>
                  <a:spcPct val="150000"/>
                </a:lnSpc>
                <a:defRPr/>
              </a:pPr>
              <a:r>
                <a:rPr lang="de-DE" sz="1200" b="1" i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Gluth Systemtechnik GmbH</a:t>
              </a:r>
              <a:endParaRPr lang="de-DE" altLang="de-DE" sz="1200" b="1" i="1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eaLnBrk="1" hangingPunct="1">
                <a:defRPr/>
              </a:pPr>
              <a: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Steinweg 66  	94315 Straubing</a:t>
              </a:r>
            </a:p>
            <a:p>
              <a:pPr eaLnBrk="1" hangingPunct="1">
                <a:defRPr/>
              </a:pPr>
              <a:b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Tel: 	+49(09421) 544-48 </a:t>
              </a:r>
            </a:p>
            <a:p>
              <a:pPr eaLnBrk="1" hangingPunct="1">
                <a:defRPr/>
              </a:pPr>
              <a: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Mobil: 	+49(0151) 14028-676</a:t>
              </a:r>
            </a:p>
            <a:p>
              <a:pPr eaLnBrk="1" hangingPunct="1">
                <a:defRPr/>
              </a:pPr>
              <a:endParaRPr lang="de-DE" altLang="de-DE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pPr eaLnBrk="1" hangingPunct="1">
                <a:defRPr/>
              </a:pPr>
              <a: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Mail:	</a:t>
              </a:r>
              <a:r>
                <a:rPr lang="de-DE" altLang="de-DE" sz="1100" dirty="0">
                  <a:solidFill>
                    <a:schemeClr val="bg2"/>
                  </a:solidFill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peter.zollner@gluth.de</a:t>
              </a:r>
              <a:b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</a:br>
              <a: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Web:	</a:t>
              </a:r>
              <a:r>
                <a:rPr lang="de-DE" altLang="de-DE" sz="1100" dirty="0">
                  <a:solidFill>
                    <a:schemeClr val="bg2"/>
                  </a:solidFill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www.gluth.de</a:t>
              </a:r>
              <a:endParaRPr lang="de-DE" altLang="de-DE" sz="1100" dirty="0">
                <a:solidFill>
                  <a:schemeClr val="bg2"/>
                </a:solidFill>
              </a:endParaRPr>
            </a:p>
          </p:txBody>
        </p:sp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725914F9-25FB-287F-B71D-4CF38CF7D2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65474" y="2696220"/>
              <a:ext cx="2376000" cy="297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C0C4301D-4852-67C4-233D-63A3AC531A3E}"/>
              </a:ext>
            </a:extLst>
          </p:cNvPr>
          <p:cNvGrpSpPr/>
          <p:nvPr/>
        </p:nvGrpSpPr>
        <p:grpSpPr>
          <a:xfrm>
            <a:off x="6678439" y="1699314"/>
            <a:ext cx="3309449" cy="3011424"/>
            <a:chOff x="6806545" y="1699314"/>
            <a:chExt cx="3309449" cy="3011424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4EF1FBDB-55FA-B1EB-46FA-DAD7F711F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8822" y="1699314"/>
              <a:ext cx="3277172" cy="47705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r>
                <a:rPr lang="de-DE" altLang="de-DE" sz="1400" b="1" i="1" u="sng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Ansprechpartner bei BOSCH:</a:t>
              </a:r>
            </a:p>
            <a:p>
              <a:pPr eaLnBrk="1" hangingPunct="1">
                <a:defRPr/>
              </a:pPr>
              <a:endParaRPr lang="de-DE" altLang="de-DE" sz="1100" strike="sngStrike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9E14134C-8686-8A57-CD5D-E9AD58C2D63D}"/>
                </a:ext>
              </a:extLst>
            </p:cNvPr>
            <p:cNvSpPr txBox="1"/>
            <p:nvPr/>
          </p:nvSpPr>
          <p:spPr>
            <a:xfrm>
              <a:off x="6806545" y="2079248"/>
              <a:ext cx="2977097" cy="263149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1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de-DE" sz="1100" b="1" i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Bauguil</a:t>
              </a:r>
              <a:r>
                <a:rPr lang="de-DE" sz="11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William (</a:t>
              </a:r>
              <a:r>
                <a:rPr lang="de-DE" sz="1100" b="1" i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RzP</a:t>
              </a:r>
              <a:r>
                <a:rPr lang="de-DE" sz="11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/MFE1) </a:t>
              </a:r>
              <a:endParaRPr lang="de-DE" sz="1800" b="0" i="0" u="none" strike="noStrike" baseline="0" dirty="0">
                <a:solidFill>
                  <a:srgbClr val="000000"/>
                </a:solidFill>
                <a:latin typeface="Bosch Office Sans"/>
              </a:endParaRPr>
            </a:p>
            <a:p>
              <a:endParaRPr 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de-DE" altLang="de-DE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Mail: </a:t>
              </a:r>
              <a: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	</a:t>
              </a:r>
              <a:r>
                <a:rPr 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william.bauguil@fr.bosch.com</a:t>
              </a:r>
              <a:endParaRPr 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de-DE" sz="1100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Tel:	</a:t>
              </a:r>
              <a:r>
                <a:rPr 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+33 34264481 </a:t>
              </a:r>
            </a:p>
            <a:p>
              <a:r>
                <a:rPr lang="de-DE" alt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Mobil:	</a:t>
              </a:r>
              <a:r>
                <a:rPr lang="de-DE" sz="11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89F17698-B511-4E5C-B575-7C594EE2606F}"/>
                </a:ext>
              </a:extLst>
            </p:cNvPr>
            <p:cNvSpPr txBox="1"/>
            <p:nvPr/>
          </p:nvSpPr>
          <p:spPr>
            <a:xfrm>
              <a:off x="6806545" y="3215268"/>
              <a:ext cx="1724490" cy="500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de-DE" sz="1100" b="1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Robert Bosch GmbH</a:t>
              </a:r>
            </a:p>
            <a:p>
              <a:r>
                <a:rPr lang="de-DE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Werk </a:t>
              </a:r>
              <a:r>
                <a:rPr lang="de-DE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Rodez</a:t>
              </a:r>
              <a:r>
                <a:rPr lang="de-DE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(</a:t>
              </a:r>
              <a:r>
                <a:rPr lang="de-DE" sz="10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RzP</a:t>
              </a:r>
              <a:r>
                <a:rPr lang="de-DE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 </a:t>
              </a:r>
            </a:p>
          </p:txBody>
        </p: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F78546AB-AE70-0481-9978-A7EFA6C74B5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806545" y="2445345"/>
              <a:ext cx="1998381" cy="6661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88301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3831008" y="73360"/>
            <a:ext cx="52046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Gilroy"/>
              </a:rPr>
              <a:t>RFQ - </a:t>
            </a:r>
            <a:r>
              <a:rPr lang="en-US" sz="14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Gilroy"/>
              </a:rPr>
              <a:t>Anfrageunterlagen</a:t>
            </a:r>
            <a:r>
              <a:rPr lang="en-US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Gilroy"/>
              </a:rPr>
              <a:t> - Terminschiene</a:t>
            </a:r>
            <a:r>
              <a:rPr lang="de-DE" sz="14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Gilroy"/>
              </a:rPr>
              <a:t> -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07.05.2024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2544AD6C-67F2-31B6-F474-765A28ED21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871" y="530993"/>
            <a:ext cx="4471711" cy="612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793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87189AF8-699C-169F-1926-A0BCE6CA8447}"/>
              </a:ext>
            </a:extLst>
          </p:cNvPr>
          <p:cNvSpPr txBox="1"/>
          <p:nvPr/>
        </p:nvSpPr>
        <p:spPr>
          <a:xfrm>
            <a:off x="4030252" y="82594"/>
            <a:ext cx="49974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400" i="1">
                <a:solidFill>
                  <a:schemeClr val="tx1">
                    <a:lumMod val="65000"/>
                    <a:lumOff val="35000"/>
                  </a:schemeClr>
                </a:solidFill>
                <a:latin typeface="Gilroy"/>
              </a:defRPr>
            </a:lvl1pPr>
          </a:lstStyle>
          <a:p>
            <a:r>
              <a:rPr lang="de-DE" dirty="0"/>
              <a:t>Funktionsweise, Übersicht aus Erstanfrage </a:t>
            </a:r>
            <a:r>
              <a:rPr lang="de-DE" sz="1100" dirty="0"/>
              <a:t>– 02.04.2024 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ABF3632-05DB-621A-F987-3F366898E4D0}"/>
              </a:ext>
            </a:extLst>
          </p:cNvPr>
          <p:cNvSpPr txBox="1"/>
          <p:nvPr/>
        </p:nvSpPr>
        <p:spPr>
          <a:xfrm>
            <a:off x="884902" y="2284665"/>
            <a:ext cx="3221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Der Magnetanker besteht aus zwei Bauteilen, die miteinander verpresst werden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81EEEBE-9EC8-F62B-EC43-D5BC1497E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634" y="2922591"/>
            <a:ext cx="1778923" cy="101281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2C06E7D-0B2A-9B38-6AFA-1DDF259533CE}"/>
              </a:ext>
            </a:extLst>
          </p:cNvPr>
          <p:cNvSpPr txBox="1"/>
          <p:nvPr/>
        </p:nvSpPr>
        <p:spPr>
          <a:xfrm>
            <a:off x="884902" y="1032387"/>
            <a:ext cx="5681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Dieses Projekt dreht sich um die Entwicklung und Integration einer automatischen Anlage, die den Magnetanker montiert. Er ist eine Unterbaugruppe der PCV (</a:t>
            </a:r>
            <a:r>
              <a:rPr lang="de-DE" sz="1200" dirty="0" err="1"/>
              <a:t>pressure</a:t>
            </a:r>
            <a:r>
              <a:rPr lang="de-DE" sz="1200" dirty="0"/>
              <a:t> </a:t>
            </a:r>
            <a:r>
              <a:rPr lang="de-DE" sz="1200" dirty="0" err="1"/>
              <a:t>control</a:t>
            </a:r>
            <a:r>
              <a:rPr lang="de-DE" sz="1200" dirty="0"/>
              <a:t> </a:t>
            </a:r>
            <a:r>
              <a:rPr lang="de-DE" sz="1200" dirty="0" err="1"/>
              <a:t>valve</a:t>
            </a:r>
            <a:r>
              <a:rPr lang="de-DE" sz="1200" dirty="0"/>
              <a:t>), welches eine Komponente des Einspritz- Strangs ist.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1D5674A-01AD-234C-F236-558B0EDFB9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811" y="3016942"/>
            <a:ext cx="2629267" cy="2514951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6BE28289-FAD3-0047-EEAC-941D9626B492}"/>
              </a:ext>
            </a:extLst>
          </p:cNvPr>
          <p:cNvSpPr txBox="1"/>
          <p:nvPr/>
        </p:nvSpPr>
        <p:spPr>
          <a:xfrm>
            <a:off x="8024809" y="2607830"/>
            <a:ext cx="32210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Zur Verfügung stehender Platz</a:t>
            </a:r>
          </a:p>
        </p:txBody>
      </p:sp>
    </p:spTree>
    <p:extLst>
      <p:ext uri="{BB962C8B-B14F-4D97-AF65-F5344CB8AC3E}">
        <p14:creationId xmlns:p14="http://schemas.microsoft.com/office/powerpoint/2010/main" val="532975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5DA1418A-03BC-EB1D-8721-45F562D94FB7}"/>
              </a:ext>
            </a:extLst>
          </p:cNvPr>
          <p:cNvSpPr txBox="1"/>
          <p:nvPr/>
        </p:nvSpPr>
        <p:spPr>
          <a:xfrm>
            <a:off x="4474752" y="63544"/>
            <a:ext cx="40342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>
              <a:defRPr sz="1400" i="1">
                <a:solidFill>
                  <a:schemeClr val="tx1">
                    <a:lumMod val="65000"/>
                    <a:lumOff val="35000"/>
                  </a:schemeClr>
                </a:solidFill>
                <a:latin typeface="Gilroy"/>
              </a:defRPr>
            </a:lvl1pPr>
          </a:lstStyle>
          <a:p>
            <a:r>
              <a:rPr lang="de-DE" dirty="0"/>
              <a:t>Erzeugnisspektrum aus Erstanfrage </a:t>
            </a:r>
            <a:r>
              <a:rPr lang="de-DE" sz="1100" dirty="0"/>
              <a:t>- 12.03.2024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59707033-C6F9-7E4A-A2E9-0A734A4EBE02}"/>
              </a:ext>
            </a:extLst>
          </p:cNvPr>
          <p:cNvSpPr txBox="1"/>
          <p:nvPr/>
        </p:nvSpPr>
        <p:spPr>
          <a:xfrm>
            <a:off x="454250" y="737419"/>
            <a:ext cx="18405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Varianten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5DFAE63-2C61-EE3B-9F0F-471414D86D6C}"/>
              </a:ext>
            </a:extLst>
          </p:cNvPr>
          <p:cNvSpPr txBox="1"/>
          <p:nvPr/>
        </p:nvSpPr>
        <p:spPr>
          <a:xfrm>
            <a:off x="454250" y="1380448"/>
            <a:ext cx="1840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Ankerscheiben:</a:t>
            </a:r>
          </a:p>
          <a:p>
            <a:endParaRPr lang="de-DE" dirty="0"/>
          </a:p>
          <a:p>
            <a:r>
              <a:rPr lang="de-DE" sz="1200" dirty="0"/>
              <a:t>F 00V D43 207</a:t>
            </a:r>
          </a:p>
          <a:p>
            <a:r>
              <a:rPr lang="de-DE" sz="1200" dirty="0"/>
              <a:t>F 00N 000 379</a:t>
            </a:r>
          </a:p>
          <a:p>
            <a:r>
              <a:rPr lang="de-DE" sz="1200" dirty="0"/>
              <a:t>F 00V D43 200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AA14B2-F112-033A-9BE8-E846682FE231}"/>
              </a:ext>
            </a:extLst>
          </p:cNvPr>
          <p:cNvSpPr txBox="1"/>
          <p:nvPr/>
        </p:nvSpPr>
        <p:spPr>
          <a:xfrm>
            <a:off x="2985073" y="1380448"/>
            <a:ext cx="1840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Ankerbolzen:</a:t>
            </a:r>
          </a:p>
          <a:p>
            <a:endParaRPr lang="de-DE" dirty="0"/>
          </a:p>
          <a:p>
            <a:r>
              <a:rPr lang="de-DE" sz="1200" dirty="0"/>
              <a:t>F 00N 000 183</a:t>
            </a:r>
          </a:p>
          <a:p>
            <a:r>
              <a:rPr lang="de-DE" sz="1200" dirty="0"/>
              <a:t>F 00N 000 274</a:t>
            </a:r>
          </a:p>
          <a:p>
            <a:r>
              <a:rPr lang="de-DE" sz="1200" dirty="0"/>
              <a:t>F 00V D44 200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FEAA7212-C6AA-1070-781C-719ECBD707BA}"/>
              </a:ext>
            </a:extLst>
          </p:cNvPr>
          <p:cNvSpPr txBox="1"/>
          <p:nvPr/>
        </p:nvSpPr>
        <p:spPr>
          <a:xfrm>
            <a:off x="454249" y="3156153"/>
            <a:ext cx="38345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Hieraus resultierende Baugruppen:</a:t>
            </a:r>
          </a:p>
          <a:p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76ACAA3C-A6A4-0B22-5DD5-ADCD44AD06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49" y="3589904"/>
            <a:ext cx="5858061" cy="1404123"/>
          </a:xfrm>
          <a:prstGeom prst="rect">
            <a:avLst/>
          </a:prstGeom>
        </p:spPr>
      </p:pic>
      <p:sp>
        <p:nvSpPr>
          <p:cNvPr id="13" name="Bogen 12">
            <a:extLst>
              <a:ext uri="{FF2B5EF4-FFF2-40B4-BE49-F238E27FC236}">
                <a16:creationId xmlns:a16="http://schemas.microsoft.com/office/drawing/2014/main" id="{A7D61523-85E9-B060-706A-9E23B447A661}"/>
              </a:ext>
            </a:extLst>
          </p:cNvPr>
          <p:cNvSpPr/>
          <p:nvPr/>
        </p:nvSpPr>
        <p:spPr>
          <a:xfrm rot="2855592">
            <a:off x="3715620" y="3957518"/>
            <a:ext cx="1043682" cy="940666"/>
          </a:xfrm>
          <a:prstGeom prst="arc">
            <a:avLst/>
          </a:prstGeom>
          <a:ln>
            <a:solidFill>
              <a:srgbClr val="FF66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Bogen 13">
            <a:extLst>
              <a:ext uri="{FF2B5EF4-FFF2-40B4-BE49-F238E27FC236}">
                <a16:creationId xmlns:a16="http://schemas.microsoft.com/office/drawing/2014/main" id="{C7CC479A-BED4-E61F-1142-8DD36C133A2C}"/>
              </a:ext>
            </a:extLst>
          </p:cNvPr>
          <p:cNvSpPr/>
          <p:nvPr/>
        </p:nvSpPr>
        <p:spPr>
          <a:xfrm rot="3369737">
            <a:off x="5620440" y="4458421"/>
            <a:ext cx="494568" cy="371795"/>
          </a:xfrm>
          <a:prstGeom prst="arc">
            <a:avLst/>
          </a:prstGeom>
          <a:ln>
            <a:solidFill>
              <a:srgbClr val="FF66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1038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543987EE-8002-EF41-89A5-4B656554ADE9}"/>
              </a:ext>
            </a:extLst>
          </p:cNvPr>
          <p:cNvSpPr txBox="1"/>
          <p:nvPr/>
        </p:nvSpPr>
        <p:spPr>
          <a:xfrm>
            <a:off x="4299606" y="62797"/>
            <a:ext cx="23752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Montageschritte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- </a:t>
            </a:r>
            <a:r>
              <a:rPr lang="de-DE" sz="1100" i="1" dirty="0"/>
              <a:t>08.04.2024</a:t>
            </a:r>
            <a:endParaRPr lang="de-DE" sz="11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D4CFCDE-2510-7FD3-AE01-5F0B9706429D}"/>
              </a:ext>
            </a:extLst>
          </p:cNvPr>
          <p:cNvSpPr/>
          <p:nvPr/>
        </p:nvSpPr>
        <p:spPr bwMode="auto">
          <a:xfrm flipH="1">
            <a:off x="10459448" y="132899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Innendurchmesser /- konturverlauf messen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F3498D5-1E35-7DC1-D48C-F909064936E1}"/>
              </a:ext>
            </a:extLst>
          </p:cNvPr>
          <p:cNvSpPr/>
          <p:nvPr/>
        </p:nvSpPr>
        <p:spPr bwMode="auto">
          <a:xfrm flipH="1">
            <a:off x="10459448" y="158176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Ankerbolzen wählen, einsetzen 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65194D2-9A93-DA0E-8CD5-964A2A600F2E}"/>
              </a:ext>
            </a:extLst>
          </p:cNvPr>
          <p:cNvSpPr/>
          <p:nvPr/>
        </p:nvSpPr>
        <p:spPr bwMode="auto">
          <a:xfrm flipH="1">
            <a:off x="10459448" y="182664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Ankerscheibe positionieren/ einsetzen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299C532-9E91-8B0D-3EEC-BB8663F200BA}"/>
              </a:ext>
            </a:extLst>
          </p:cNvPr>
          <p:cNvSpPr/>
          <p:nvPr/>
        </p:nvSpPr>
        <p:spPr bwMode="auto">
          <a:xfrm flipH="1">
            <a:off x="10459448" y="207941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Scheibe und Bolzen Fügen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911C873-2159-BB4D-2EBB-64CF56A905FF}"/>
              </a:ext>
            </a:extLst>
          </p:cNvPr>
          <p:cNvSpPr/>
          <p:nvPr/>
        </p:nvSpPr>
        <p:spPr bwMode="auto">
          <a:xfrm flipH="1">
            <a:off x="10459448" y="234909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Rund- und Planlauf prüfen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BD1E0577-2E8D-B3FA-5006-B27571B8CCAF}"/>
              </a:ext>
            </a:extLst>
          </p:cNvPr>
          <p:cNvSpPr/>
          <p:nvPr/>
        </p:nvSpPr>
        <p:spPr bwMode="auto">
          <a:xfrm flipH="1">
            <a:off x="10459448" y="260186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Länge prüfen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9CB2058-7580-034D-155F-D2295DD51DBF}"/>
              </a:ext>
            </a:extLst>
          </p:cNvPr>
          <p:cNvSpPr/>
          <p:nvPr/>
        </p:nvSpPr>
        <p:spPr bwMode="auto">
          <a:xfrm flipH="1">
            <a:off x="10459448" y="2866304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Rückseite Bürsten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673D4F1-84D2-7B18-EA22-5860EA58CAFE}"/>
              </a:ext>
            </a:extLst>
          </p:cNvPr>
          <p:cNvSpPr/>
          <p:nvPr/>
        </p:nvSpPr>
        <p:spPr bwMode="auto">
          <a:xfrm flipH="1">
            <a:off x="10468389" y="3095288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DMC-Beschriften (optional)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40064A34-C705-902C-FF1A-C8AC551C4FE9}"/>
              </a:ext>
            </a:extLst>
          </p:cNvPr>
          <p:cNvSpPr/>
          <p:nvPr/>
        </p:nvSpPr>
        <p:spPr bwMode="auto">
          <a:xfrm flipH="1">
            <a:off x="10451537" y="104883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Ankerscheibe Vorderseite Bürsten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7A628625-68E6-0D15-E044-BCCE85AFB509}"/>
              </a:ext>
            </a:extLst>
          </p:cNvPr>
          <p:cNvSpPr/>
          <p:nvPr/>
        </p:nvSpPr>
        <p:spPr bwMode="auto">
          <a:xfrm flipH="1">
            <a:off x="10459448" y="337005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Leerstation 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74B67855-D979-6C5A-D8F9-995381015608}"/>
              </a:ext>
            </a:extLst>
          </p:cNvPr>
          <p:cNvSpPr/>
          <p:nvPr/>
        </p:nvSpPr>
        <p:spPr>
          <a:xfrm>
            <a:off x="10173208" y="1316858"/>
            <a:ext cx="145075" cy="14978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1B4BB86D-B71F-2551-7874-CABEC5629D57}"/>
              </a:ext>
            </a:extLst>
          </p:cNvPr>
          <p:cNvSpPr/>
          <p:nvPr/>
        </p:nvSpPr>
        <p:spPr>
          <a:xfrm>
            <a:off x="10173207" y="1577308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43E5E5D-0D02-97F2-E146-EBBC59F95D77}"/>
              </a:ext>
            </a:extLst>
          </p:cNvPr>
          <p:cNvSpPr/>
          <p:nvPr/>
        </p:nvSpPr>
        <p:spPr>
          <a:xfrm>
            <a:off x="10173207" y="1841881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AB88E56-F32F-BA64-3F3D-4592C0C58B25}"/>
              </a:ext>
            </a:extLst>
          </p:cNvPr>
          <p:cNvSpPr/>
          <p:nvPr/>
        </p:nvSpPr>
        <p:spPr>
          <a:xfrm>
            <a:off x="707944" y="1040549"/>
            <a:ext cx="145075" cy="14978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DF5FBB42-22C6-BC24-571D-E4CB30D8D7CD}"/>
              </a:ext>
            </a:extLst>
          </p:cNvPr>
          <p:cNvSpPr/>
          <p:nvPr/>
        </p:nvSpPr>
        <p:spPr>
          <a:xfrm>
            <a:off x="10173206" y="2094295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267BD167-4473-5D0F-A2AA-E4AF3B654404}"/>
              </a:ext>
            </a:extLst>
          </p:cNvPr>
          <p:cNvSpPr/>
          <p:nvPr/>
        </p:nvSpPr>
        <p:spPr>
          <a:xfrm>
            <a:off x="10173205" y="2350174"/>
            <a:ext cx="145075" cy="14978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3C336EED-9821-5949-A10A-DF6E7EC3591E}"/>
              </a:ext>
            </a:extLst>
          </p:cNvPr>
          <p:cNvSpPr/>
          <p:nvPr/>
        </p:nvSpPr>
        <p:spPr>
          <a:xfrm>
            <a:off x="10174277" y="3623190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70C75981-A528-27CD-F169-360942C8AFE6}"/>
              </a:ext>
            </a:extLst>
          </p:cNvPr>
          <p:cNvSpPr/>
          <p:nvPr/>
        </p:nvSpPr>
        <p:spPr>
          <a:xfrm>
            <a:off x="10173204" y="2858372"/>
            <a:ext cx="145075" cy="14978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0296401E-BBED-5158-E0D3-D9DC25C5942D}"/>
              </a:ext>
            </a:extLst>
          </p:cNvPr>
          <p:cNvSpPr/>
          <p:nvPr/>
        </p:nvSpPr>
        <p:spPr>
          <a:xfrm>
            <a:off x="10173204" y="3099503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DF623B50-1F58-80B3-200A-77ED484071E4}"/>
              </a:ext>
            </a:extLst>
          </p:cNvPr>
          <p:cNvSpPr/>
          <p:nvPr/>
        </p:nvSpPr>
        <p:spPr>
          <a:xfrm>
            <a:off x="10174277" y="3356704"/>
            <a:ext cx="145075" cy="149782"/>
          </a:xfrm>
          <a:prstGeom prst="roundRect">
            <a:avLst/>
          </a:prstGeom>
          <a:solidFill>
            <a:srgbClr val="64CF9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1EB173E4-1DBB-02F5-9E27-17EAA7174EC9}"/>
              </a:ext>
            </a:extLst>
          </p:cNvPr>
          <p:cNvSpPr/>
          <p:nvPr/>
        </p:nvSpPr>
        <p:spPr>
          <a:xfrm>
            <a:off x="10166907" y="1035985"/>
            <a:ext cx="145075" cy="14978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D3B5FD5C-0BF0-50BD-A1FA-CA907CEE5613}"/>
              </a:ext>
            </a:extLst>
          </p:cNvPr>
          <p:cNvSpPr/>
          <p:nvPr/>
        </p:nvSpPr>
        <p:spPr>
          <a:xfrm>
            <a:off x="2044712" y="1047558"/>
            <a:ext cx="145075" cy="14978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1BC6FE47-C06C-02B3-2DEF-1DB1EB2E08E9}"/>
              </a:ext>
            </a:extLst>
          </p:cNvPr>
          <p:cNvSpPr/>
          <p:nvPr/>
        </p:nvSpPr>
        <p:spPr>
          <a:xfrm>
            <a:off x="3411897" y="1047558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54" name="Rechteck: abgerundete Ecken 53">
            <a:extLst>
              <a:ext uri="{FF2B5EF4-FFF2-40B4-BE49-F238E27FC236}">
                <a16:creationId xmlns:a16="http://schemas.microsoft.com/office/drawing/2014/main" id="{F323596D-EA36-1DE7-FE62-329A45982336}"/>
              </a:ext>
            </a:extLst>
          </p:cNvPr>
          <p:cNvSpPr/>
          <p:nvPr/>
        </p:nvSpPr>
        <p:spPr>
          <a:xfrm>
            <a:off x="5013019" y="1047558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0E9028CB-35EB-1ABD-95F0-1CAE386BB63D}"/>
              </a:ext>
            </a:extLst>
          </p:cNvPr>
          <p:cNvSpPr/>
          <p:nvPr/>
        </p:nvSpPr>
        <p:spPr>
          <a:xfrm>
            <a:off x="6967986" y="1040549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58" name="Rechteck: abgerundete Ecken 57">
            <a:extLst>
              <a:ext uri="{FF2B5EF4-FFF2-40B4-BE49-F238E27FC236}">
                <a16:creationId xmlns:a16="http://schemas.microsoft.com/office/drawing/2014/main" id="{8FD6BE49-54ED-B837-B448-5EBFF328E40E}"/>
              </a:ext>
            </a:extLst>
          </p:cNvPr>
          <p:cNvSpPr/>
          <p:nvPr/>
        </p:nvSpPr>
        <p:spPr>
          <a:xfrm>
            <a:off x="3088699" y="3844960"/>
            <a:ext cx="145075" cy="14978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59" name="Rechteck: abgerundete Ecken 58">
            <a:extLst>
              <a:ext uri="{FF2B5EF4-FFF2-40B4-BE49-F238E27FC236}">
                <a16:creationId xmlns:a16="http://schemas.microsoft.com/office/drawing/2014/main" id="{EECE0E44-706D-5C59-B8B5-FF6B7E0D9420}"/>
              </a:ext>
            </a:extLst>
          </p:cNvPr>
          <p:cNvSpPr/>
          <p:nvPr/>
        </p:nvSpPr>
        <p:spPr>
          <a:xfrm>
            <a:off x="4606547" y="3846198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61" name="Rechteck: abgerundete Ecken 60">
            <a:extLst>
              <a:ext uri="{FF2B5EF4-FFF2-40B4-BE49-F238E27FC236}">
                <a16:creationId xmlns:a16="http://schemas.microsoft.com/office/drawing/2014/main" id="{6708FC4A-BF1E-56DF-32C4-4A192C0B5F0C}"/>
              </a:ext>
            </a:extLst>
          </p:cNvPr>
          <p:cNvSpPr/>
          <p:nvPr/>
        </p:nvSpPr>
        <p:spPr>
          <a:xfrm>
            <a:off x="6220766" y="3840278"/>
            <a:ext cx="145075" cy="149782"/>
          </a:xfrm>
          <a:prstGeom prst="roundRect">
            <a:avLst/>
          </a:prstGeom>
          <a:solidFill>
            <a:srgbClr val="64CF9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cxnSp>
        <p:nvCxnSpPr>
          <p:cNvPr id="74" name="Gerader Verbinder 73">
            <a:extLst>
              <a:ext uri="{FF2B5EF4-FFF2-40B4-BE49-F238E27FC236}">
                <a16:creationId xmlns:a16="http://schemas.microsoft.com/office/drawing/2014/main" id="{5FE81874-29D9-C337-5AE5-D56247AC00DC}"/>
              </a:ext>
            </a:extLst>
          </p:cNvPr>
          <p:cNvCxnSpPr>
            <a:cxnSpLocks/>
          </p:cNvCxnSpPr>
          <p:nvPr/>
        </p:nvCxnSpPr>
        <p:spPr>
          <a:xfrm flipH="1">
            <a:off x="346895" y="3516135"/>
            <a:ext cx="932400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3" name="Rechteck 82">
            <a:extLst>
              <a:ext uri="{FF2B5EF4-FFF2-40B4-BE49-F238E27FC236}">
                <a16:creationId xmlns:a16="http://schemas.microsoft.com/office/drawing/2014/main" id="{EDA4015A-EB57-B158-A773-70423F7825BC}"/>
              </a:ext>
            </a:extLst>
          </p:cNvPr>
          <p:cNvSpPr/>
          <p:nvPr/>
        </p:nvSpPr>
        <p:spPr bwMode="auto">
          <a:xfrm flipH="1">
            <a:off x="10459448" y="3618010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Weiterdrücken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pic>
        <p:nvPicPr>
          <p:cNvPr id="80" name="Grafik 79">
            <a:extLst>
              <a:ext uri="{FF2B5EF4-FFF2-40B4-BE49-F238E27FC236}">
                <a16:creationId xmlns:a16="http://schemas.microsoft.com/office/drawing/2014/main" id="{82BC4CF8-2F7C-5758-0581-64A52CA23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752" y="1547992"/>
            <a:ext cx="639318" cy="1150773"/>
          </a:xfrm>
          <a:prstGeom prst="rect">
            <a:avLst/>
          </a:prstGeom>
        </p:spPr>
      </p:pic>
      <p:pic>
        <p:nvPicPr>
          <p:cNvPr id="82" name="Grafik 81">
            <a:extLst>
              <a:ext uri="{FF2B5EF4-FFF2-40B4-BE49-F238E27FC236}">
                <a16:creationId xmlns:a16="http://schemas.microsoft.com/office/drawing/2014/main" id="{8B72788D-0171-31A7-631F-5E304916F0D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55256" y="1713322"/>
            <a:ext cx="955998" cy="992767"/>
          </a:xfrm>
          <a:prstGeom prst="rect">
            <a:avLst/>
          </a:prstGeom>
        </p:spPr>
      </p:pic>
      <p:pic>
        <p:nvPicPr>
          <p:cNvPr id="87" name="Grafik 86">
            <a:extLst>
              <a:ext uri="{FF2B5EF4-FFF2-40B4-BE49-F238E27FC236}">
                <a16:creationId xmlns:a16="http://schemas.microsoft.com/office/drawing/2014/main" id="{71D53494-02B4-D0F7-1DFC-C5FD7E1AE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2784507" y="2114297"/>
            <a:ext cx="1459572" cy="561037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4DC77E98-B092-93EB-0FC1-FC3492706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9607" y="1713322"/>
            <a:ext cx="1300414" cy="490842"/>
          </a:xfrm>
          <a:prstGeom prst="rect">
            <a:avLst/>
          </a:prstGeom>
        </p:spPr>
      </p:pic>
      <p:pic>
        <p:nvPicPr>
          <p:cNvPr id="91" name="Grafik 90">
            <a:extLst>
              <a:ext uri="{FF2B5EF4-FFF2-40B4-BE49-F238E27FC236}">
                <a16:creationId xmlns:a16="http://schemas.microsoft.com/office/drawing/2014/main" id="{CB258196-2C9E-D66F-BD9B-E0601FA255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9132" y="1433584"/>
            <a:ext cx="1440000" cy="1787754"/>
          </a:xfrm>
          <a:prstGeom prst="rect">
            <a:avLst/>
          </a:prstGeom>
        </p:spPr>
      </p:pic>
      <p:pic>
        <p:nvPicPr>
          <p:cNvPr id="93" name="Grafik 92">
            <a:extLst>
              <a:ext uri="{FF2B5EF4-FFF2-40B4-BE49-F238E27FC236}">
                <a16:creationId xmlns:a16="http://schemas.microsoft.com/office/drawing/2014/main" id="{E0162EC5-C7D5-8D7A-99EC-E381A72482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1848" y="1405637"/>
            <a:ext cx="1299047" cy="1843648"/>
          </a:xfrm>
          <a:prstGeom prst="rect">
            <a:avLst/>
          </a:prstGeom>
        </p:spPr>
      </p:pic>
      <p:pic>
        <p:nvPicPr>
          <p:cNvPr id="95" name="Grafik 94">
            <a:extLst>
              <a:ext uri="{FF2B5EF4-FFF2-40B4-BE49-F238E27FC236}">
                <a16:creationId xmlns:a16="http://schemas.microsoft.com/office/drawing/2014/main" id="{7AA6C3C0-6A3C-370B-64A3-6C14D16AA2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2139" y="4504451"/>
            <a:ext cx="1440000" cy="1906560"/>
          </a:xfrm>
          <a:prstGeom prst="rect">
            <a:avLst/>
          </a:prstGeom>
        </p:spPr>
      </p:pic>
      <p:pic>
        <p:nvPicPr>
          <p:cNvPr id="97" name="Grafik 96">
            <a:extLst>
              <a:ext uri="{FF2B5EF4-FFF2-40B4-BE49-F238E27FC236}">
                <a16:creationId xmlns:a16="http://schemas.microsoft.com/office/drawing/2014/main" id="{E6467FD7-2917-B481-37D3-8783F12A2C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42403" y="4108787"/>
            <a:ext cx="1240534" cy="2402442"/>
          </a:xfrm>
          <a:prstGeom prst="rect">
            <a:avLst/>
          </a:prstGeom>
        </p:spPr>
      </p:pic>
      <p:pic>
        <p:nvPicPr>
          <p:cNvPr id="99" name="Grafik 98">
            <a:extLst>
              <a:ext uri="{FF2B5EF4-FFF2-40B4-BE49-F238E27FC236}">
                <a16:creationId xmlns:a16="http://schemas.microsoft.com/office/drawing/2014/main" id="{5B9DFF78-B000-B33E-922D-BFE3530C181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76128" y="4858549"/>
            <a:ext cx="1150989" cy="1095653"/>
          </a:xfrm>
          <a:prstGeom prst="rect">
            <a:avLst/>
          </a:prstGeom>
        </p:spPr>
      </p:pic>
      <p:pic>
        <p:nvPicPr>
          <p:cNvPr id="100" name="Grafik 99">
            <a:extLst>
              <a:ext uri="{FF2B5EF4-FFF2-40B4-BE49-F238E27FC236}">
                <a16:creationId xmlns:a16="http://schemas.microsoft.com/office/drawing/2014/main" id="{1755A65B-7A3D-E9D0-81E3-1FD71F123F7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53233" y="4136173"/>
            <a:ext cx="1706511" cy="2118626"/>
          </a:xfrm>
          <a:prstGeom prst="rect">
            <a:avLst/>
          </a:prstGeom>
        </p:spPr>
      </p:pic>
      <p:sp>
        <p:nvSpPr>
          <p:cNvPr id="102" name="Rechteck: abgerundete Ecken 101">
            <a:extLst>
              <a:ext uri="{FF2B5EF4-FFF2-40B4-BE49-F238E27FC236}">
                <a16:creationId xmlns:a16="http://schemas.microsoft.com/office/drawing/2014/main" id="{E2FBCFA3-D4BA-09C0-F33E-B2DAF1D62EBA}"/>
              </a:ext>
            </a:extLst>
          </p:cNvPr>
          <p:cNvSpPr/>
          <p:nvPr/>
        </p:nvSpPr>
        <p:spPr>
          <a:xfrm>
            <a:off x="8850415" y="1070418"/>
            <a:ext cx="145075" cy="14978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103" name="Rechteck: abgerundete Ecken 102">
            <a:extLst>
              <a:ext uri="{FF2B5EF4-FFF2-40B4-BE49-F238E27FC236}">
                <a16:creationId xmlns:a16="http://schemas.microsoft.com/office/drawing/2014/main" id="{DA68A965-22EB-F7DC-00CA-1A3D319489A3}"/>
              </a:ext>
            </a:extLst>
          </p:cNvPr>
          <p:cNvSpPr/>
          <p:nvPr/>
        </p:nvSpPr>
        <p:spPr>
          <a:xfrm>
            <a:off x="1401942" y="3846198"/>
            <a:ext cx="145075" cy="14978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104" name="Rechteck: abgerundete Ecken 103">
            <a:extLst>
              <a:ext uri="{FF2B5EF4-FFF2-40B4-BE49-F238E27FC236}">
                <a16:creationId xmlns:a16="http://schemas.microsoft.com/office/drawing/2014/main" id="{4C87C8CB-AD0C-1256-EDB6-4F69D1644A51}"/>
              </a:ext>
            </a:extLst>
          </p:cNvPr>
          <p:cNvSpPr/>
          <p:nvPr/>
        </p:nvSpPr>
        <p:spPr>
          <a:xfrm>
            <a:off x="10174277" y="2604419"/>
            <a:ext cx="145075" cy="14978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106" name="Rechteck: abgerundete Ecken 105">
            <a:extLst>
              <a:ext uri="{FF2B5EF4-FFF2-40B4-BE49-F238E27FC236}">
                <a16:creationId xmlns:a16="http://schemas.microsoft.com/office/drawing/2014/main" id="{B706FD78-79F7-4CBF-58AA-25C1879EA9E0}"/>
              </a:ext>
            </a:extLst>
          </p:cNvPr>
          <p:cNvSpPr/>
          <p:nvPr/>
        </p:nvSpPr>
        <p:spPr>
          <a:xfrm>
            <a:off x="8161413" y="3845818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grpSp>
        <p:nvGrpSpPr>
          <p:cNvPr id="112" name="Gruppieren 111">
            <a:extLst>
              <a:ext uri="{FF2B5EF4-FFF2-40B4-BE49-F238E27FC236}">
                <a16:creationId xmlns:a16="http://schemas.microsoft.com/office/drawing/2014/main" id="{D843EB1A-98AF-E9A7-09DF-8476D3D55CF9}"/>
              </a:ext>
            </a:extLst>
          </p:cNvPr>
          <p:cNvGrpSpPr/>
          <p:nvPr/>
        </p:nvGrpSpPr>
        <p:grpSpPr>
          <a:xfrm>
            <a:off x="5851922" y="4450644"/>
            <a:ext cx="889098" cy="1718728"/>
            <a:chOff x="5851922" y="4450644"/>
            <a:chExt cx="889098" cy="1718728"/>
          </a:xfrm>
        </p:grpSpPr>
        <p:pic>
          <p:nvPicPr>
            <p:cNvPr id="110" name="Grafik 109" descr="Mann mit Schild">
              <a:extLst>
                <a:ext uri="{FF2B5EF4-FFF2-40B4-BE49-F238E27FC236}">
                  <a16:creationId xmlns:a16="http://schemas.microsoft.com/office/drawing/2014/main" id="{114C965B-B7BE-1BF5-16D5-E33BDCB7F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851922" y="4450644"/>
              <a:ext cx="822950" cy="1718728"/>
            </a:xfrm>
            <a:prstGeom prst="rect">
              <a:avLst/>
            </a:prstGeom>
          </p:spPr>
        </p:pic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7EC7C65E-3EC5-AB0D-52EA-47B9D25993BE}"/>
                </a:ext>
              </a:extLst>
            </p:cNvPr>
            <p:cNvSpPr txBox="1"/>
            <p:nvPr/>
          </p:nvSpPr>
          <p:spPr>
            <a:xfrm>
              <a:off x="5918070" y="4949265"/>
              <a:ext cx="82295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000" dirty="0"/>
                <a:t>Leerplatz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13670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>
            <a:extLst>
              <a:ext uri="{FF2B5EF4-FFF2-40B4-BE49-F238E27FC236}">
                <a16:creationId xmlns:a16="http://schemas.microsoft.com/office/drawing/2014/main" id="{AE908B82-CA89-FE63-5E76-B249FA51CCF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23946" y="812337"/>
            <a:ext cx="2979295" cy="2192915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543987EE-8002-EF41-89A5-4B656554ADE9}"/>
              </a:ext>
            </a:extLst>
          </p:cNvPr>
          <p:cNvSpPr txBox="1"/>
          <p:nvPr/>
        </p:nvSpPr>
        <p:spPr>
          <a:xfrm>
            <a:off x="4299606" y="62797"/>
            <a:ext cx="2440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Bauteilzuführung </a:t>
            </a:r>
            <a:r>
              <a:rPr lang="de-DE" sz="11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- </a:t>
            </a:r>
            <a:r>
              <a:rPr lang="de-DE" sz="1100" i="1" dirty="0"/>
              <a:t>08.04.2024</a:t>
            </a:r>
            <a:endParaRPr lang="de-DE" sz="11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AB88E56-F32F-BA64-3F3D-4592C0C58B25}"/>
              </a:ext>
            </a:extLst>
          </p:cNvPr>
          <p:cNvSpPr/>
          <p:nvPr/>
        </p:nvSpPr>
        <p:spPr>
          <a:xfrm>
            <a:off x="707944" y="686591"/>
            <a:ext cx="145075" cy="149782"/>
          </a:xfrm>
          <a:prstGeom prst="roundRect">
            <a:avLst/>
          </a:prstGeom>
          <a:solidFill>
            <a:srgbClr val="64CF9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D3B5FD5C-0BF0-50BD-A1FA-CA907CEE5613}"/>
              </a:ext>
            </a:extLst>
          </p:cNvPr>
          <p:cNvSpPr/>
          <p:nvPr/>
        </p:nvSpPr>
        <p:spPr>
          <a:xfrm>
            <a:off x="662711" y="3770330"/>
            <a:ext cx="145075" cy="14978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pic>
        <p:nvPicPr>
          <p:cNvPr id="87" name="Grafik 86">
            <a:extLst>
              <a:ext uri="{FF2B5EF4-FFF2-40B4-BE49-F238E27FC236}">
                <a16:creationId xmlns:a16="http://schemas.microsoft.com/office/drawing/2014/main" id="{71D53494-02B4-D0F7-1DFC-C5FD7E1AE9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1243" y="1865479"/>
            <a:ext cx="1459572" cy="561037"/>
          </a:xfrm>
          <a:prstGeom prst="rect">
            <a:avLst/>
          </a:prstGeom>
        </p:spPr>
      </p:pic>
      <p:pic>
        <p:nvPicPr>
          <p:cNvPr id="89" name="Grafik 88">
            <a:extLst>
              <a:ext uri="{FF2B5EF4-FFF2-40B4-BE49-F238E27FC236}">
                <a16:creationId xmlns:a16="http://schemas.microsoft.com/office/drawing/2014/main" id="{4DC77E98-B092-93EB-0FC1-FC3492706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589" y="4961774"/>
            <a:ext cx="1300414" cy="490842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B1F013B6-481C-D60F-4EFD-184AB7CC3A7E}"/>
              </a:ext>
            </a:extLst>
          </p:cNvPr>
          <p:cNvSpPr txBox="1"/>
          <p:nvPr/>
        </p:nvSpPr>
        <p:spPr>
          <a:xfrm>
            <a:off x="417477" y="866242"/>
            <a:ext cx="15706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Bolzen Tray 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ET_0746W004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DA1CFC85-9D1E-90A8-38CE-D73FA706995C}"/>
              </a:ext>
            </a:extLst>
          </p:cNvPr>
          <p:cNvSpPr txBox="1"/>
          <p:nvPr/>
        </p:nvSpPr>
        <p:spPr>
          <a:xfrm>
            <a:off x="6252042" y="878298"/>
            <a:ext cx="2979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Es wird je Ø-Klasse 1 Tray bereitgestellt</a:t>
            </a:r>
          </a:p>
          <a:p>
            <a:r>
              <a:rPr lang="de-DE" sz="1200" dirty="0">
                <a:sym typeface="Wingdings" panose="05000000000000000000" pitchFamily="2" charset="2"/>
              </a:rPr>
              <a:t> 3 Trays in der Bereitstellung, Alarm und Warnleuchte wenn leer!</a:t>
            </a:r>
            <a:endParaRPr lang="de-DE" sz="1200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13D5123F-9A1F-A6BD-B20E-76D4DE71CC11}"/>
              </a:ext>
            </a:extLst>
          </p:cNvPr>
          <p:cNvSpPr txBox="1"/>
          <p:nvPr/>
        </p:nvSpPr>
        <p:spPr>
          <a:xfrm>
            <a:off x="425600" y="3986008"/>
            <a:ext cx="13402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Scheiben Tray </a:t>
            </a:r>
            <a:r>
              <a:rPr lang="de-DE" sz="800" dirty="0">
                <a:solidFill>
                  <a:schemeClr val="bg1">
                    <a:lumMod val="50000"/>
                  </a:schemeClr>
                </a:solidFill>
              </a:rPr>
              <a:t>noch nicht festgelegt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31CC71B7-CFDD-D691-5A2D-F9B5861B5FBE}"/>
              </a:ext>
            </a:extLst>
          </p:cNvPr>
          <p:cNvSpPr txBox="1"/>
          <p:nvPr/>
        </p:nvSpPr>
        <p:spPr>
          <a:xfrm>
            <a:off x="2809958" y="3591493"/>
            <a:ext cx="29792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Die Zuführung muss 4 Trays bevorraten, </a:t>
            </a:r>
          </a:p>
          <a:p>
            <a:r>
              <a:rPr lang="de-DE" sz="1200" dirty="0"/>
              <a:t>Das Nachbestücken muss sicher und ohne Ausfallzeit geschehen</a:t>
            </a:r>
          </a:p>
          <a:p>
            <a:r>
              <a:rPr lang="de-DE" sz="1200" dirty="0">
                <a:sym typeface="Wingdings" panose="05000000000000000000" pitchFamily="2" charset="2"/>
              </a:rPr>
              <a:t> Palettierer</a:t>
            </a:r>
            <a:endParaRPr lang="de-DE" sz="1200" dirty="0"/>
          </a:p>
        </p:txBody>
      </p:sp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06F6C0F8-2485-C566-3D0A-5F5945F8853B}"/>
              </a:ext>
            </a:extLst>
          </p:cNvPr>
          <p:cNvCxnSpPr/>
          <p:nvPr/>
        </p:nvCxnSpPr>
        <p:spPr>
          <a:xfrm>
            <a:off x="707944" y="3371016"/>
            <a:ext cx="89905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AC453FA3-1323-BFB1-96C6-E4081F2F5FCC}"/>
              </a:ext>
            </a:extLst>
          </p:cNvPr>
          <p:cNvGrpSpPr/>
          <p:nvPr/>
        </p:nvGrpSpPr>
        <p:grpSpPr>
          <a:xfrm>
            <a:off x="10380661" y="2463705"/>
            <a:ext cx="1080000" cy="2255576"/>
            <a:chOff x="10488636" y="1115440"/>
            <a:chExt cx="1080000" cy="2255576"/>
          </a:xfrm>
        </p:grpSpPr>
        <p:pic>
          <p:nvPicPr>
            <p:cNvPr id="110" name="Grafik 109" descr="Mann mit Schild">
              <a:extLst>
                <a:ext uri="{FF2B5EF4-FFF2-40B4-BE49-F238E27FC236}">
                  <a16:creationId xmlns:a16="http://schemas.microsoft.com/office/drawing/2014/main" id="{114C965B-B7BE-1BF5-16D5-E33BDCB7F05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488636" y="1115440"/>
              <a:ext cx="1080000" cy="2255576"/>
            </a:xfrm>
            <a:prstGeom prst="rect">
              <a:avLst/>
            </a:prstGeom>
          </p:spPr>
        </p:pic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ED0BA221-E34A-2094-467E-902B24196FD1}"/>
                </a:ext>
              </a:extLst>
            </p:cNvPr>
            <p:cNvSpPr txBox="1"/>
            <p:nvPr/>
          </p:nvSpPr>
          <p:spPr>
            <a:xfrm>
              <a:off x="10630638" y="1849903"/>
              <a:ext cx="89670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900" dirty="0"/>
                <a:t>Zuführungen</a:t>
              </a:r>
            </a:p>
          </p:txBody>
        </p:sp>
      </p:grpSp>
      <p:pic>
        <p:nvPicPr>
          <p:cNvPr id="33" name="Grafik 32">
            <a:extLst>
              <a:ext uri="{FF2B5EF4-FFF2-40B4-BE49-F238E27FC236}">
                <a16:creationId xmlns:a16="http://schemas.microsoft.com/office/drawing/2014/main" id="{F280C9D9-2F90-991B-9791-670F2FD41436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07001" y="3766372"/>
            <a:ext cx="4052681" cy="2924786"/>
          </a:xfrm>
          <a:prstGeom prst="rect">
            <a:avLst/>
          </a:prstGeom>
        </p:spPr>
      </p:pic>
      <p:pic>
        <p:nvPicPr>
          <p:cNvPr id="34" name="Grafik 33">
            <a:extLst>
              <a:ext uri="{FF2B5EF4-FFF2-40B4-BE49-F238E27FC236}">
                <a16:creationId xmlns:a16="http://schemas.microsoft.com/office/drawing/2014/main" id="{29098219-429F-DB91-7E25-7375B9E84D9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85363" y="1647840"/>
            <a:ext cx="1307050" cy="962056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D8EB8B31-D6B4-E579-2F90-251A727D2E5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65719" y="1740308"/>
            <a:ext cx="1307050" cy="962056"/>
          </a:xfrm>
          <a:prstGeom prst="rect">
            <a:avLst/>
          </a:prstGeom>
        </p:spPr>
      </p:pic>
      <p:pic>
        <p:nvPicPr>
          <p:cNvPr id="36" name="Grafik 35">
            <a:extLst>
              <a:ext uri="{FF2B5EF4-FFF2-40B4-BE49-F238E27FC236}">
                <a16:creationId xmlns:a16="http://schemas.microsoft.com/office/drawing/2014/main" id="{39AEB80B-C578-5D39-173A-676A940AB59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79949" y="1647840"/>
            <a:ext cx="1307050" cy="962056"/>
          </a:xfrm>
          <a:prstGeom prst="rect">
            <a:avLst/>
          </a:prstGeom>
        </p:spPr>
      </p:pic>
      <p:pic>
        <p:nvPicPr>
          <p:cNvPr id="37" name="Grafik 36">
            <a:extLst>
              <a:ext uri="{FF2B5EF4-FFF2-40B4-BE49-F238E27FC236}">
                <a16:creationId xmlns:a16="http://schemas.microsoft.com/office/drawing/2014/main" id="{E1320020-9FBD-D48F-BFF6-FEF847C5988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924287" y="1740308"/>
            <a:ext cx="1307050" cy="962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581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Rechteck 144">
            <a:extLst>
              <a:ext uri="{FF2B5EF4-FFF2-40B4-BE49-F238E27FC236}">
                <a16:creationId xmlns:a16="http://schemas.microsoft.com/office/drawing/2014/main" id="{73F8F1E4-AD1F-4953-BEFF-29A2F715A89D}"/>
              </a:ext>
            </a:extLst>
          </p:cNvPr>
          <p:cNvSpPr/>
          <p:nvPr/>
        </p:nvSpPr>
        <p:spPr>
          <a:xfrm>
            <a:off x="5396092" y="507920"/>
            <a:ext cx="679508" cy="1133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6" name="Textfeld 45">
            <a:extLst>
              <a:ext uri="{FF2B5EF4-FFF2-40B4-BE49-F238E27FC236}">
                <a16:creationId xmlns:a16="http://schemas.microsoft.com/office/drawing/2014/main" id="{61BC0F57-E236-0459-C992-FDE218E19DF2}"/>
              </a:ext>
            </a:extLst>
          </p:cNvPr>
          <p:cNvSpPr txBox="1"/>
          <p:nvPr/>
        </p:nvSpPr>
        <p:spPr>
          <a:xfrm>
            <a:off x="4230291" y="59226"/>
            <a:ext cx="440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defRPr>
            </a:lvl1pPr>
          </a:lstStyle>
          <a:p>
            <a:r>
              <a:rPr lang="de-DE" dirty="0"/>
              <a:t>Layoutentwurf V1 </a:t>
            </a:r>
            <a:r>
              <a:rPr lang="de-DE" sz="1100" dirty="0"/>
              <a:t>- 08.04.2024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E902D687-337D-D725-543A-9AEA9D3CB2FE}"/>
              </a:ext>
            </a:extLst>
          </p:cNvPr>
          <p:cNvSpPr/>
          <p:nvPr/>
        </p:nvSpPr>
        <p:spPr>
          <a:xfrm>
            <a:off x="10211352" y="4304045"/>
            <a:ext cx="108000" cy="108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00" dirty="0">
              <a:solidFill>
                <a:schemeClr val="tx1"/>
              </a:solidFill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11E54B65-35DE-1182-D49C-3A2D3972D952}"/>
              </a:ext>
            </a:extLst>
          </p:cNvPr>
          <p:cNvSpPr/>
          <p:nvPr/>
        </p:nvSpPr>
        <p:spPr bwMode="auto">
          <a:xfrm flipH="1">
            <a:off x="10505033" y="433518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KISTLER NCFH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5F64DDA3-44AC-9229-09CE-78C0D280C444}"/>
              </a:ext>
            </a:extLst>
          </p:cNvPr>
          <p:cNvSpPr/>
          <p:nvPr/>
        </p:nvSpPr>
        <p:spPr bwMode="auto">
          <a:xfrm flipH="1">
            <a:off x="10459448" y="132899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Innendurchmesser /- konturverlauf messen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4" name="Rechteck 53">
            <a:extLst>
              <a:ext uri="{FF2B5EF4-FFF2-40B4-BE49-F238E27FC236}">
                <a16:creationId xmlns:a16="http://schemas.microsoft.com/office/drawing/2014/main" id="{CD73D7B8-6ECF-5C61-7C2B-E1A09C6BCC3C}"/>
              </a:ext>
            </a:extLst>
          </p:cNvPr>
          <p:cNvSpPr/>
          <p:nvPr/>
        </p:nvSpPr>
        <p:spPr bwMode="auto">
          <a:xfrm flipH="1">
            <a:off x="10459448" y="158176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Ankerbolzen wählen, einsetzen 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9ED1BD81-E2EE-8249-AE8B-46AE8D232EDA}"/>
              </a:ext>
            </a:extLst>
          </p:cNvPr>
          <p:cNvSpPr/>
          <p:nvPr/>
        </p:nvSpPr>
        <p:spPr bwMode="auto">
          <a:xfrm flipH="1">
            <a:off x="10459448" y="182664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Ankerscheibe positionieren/ einsetzen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EFDCC33E-0963-C5C0-6C3B-2A6950DD62E9}"/>
              </a:ext>
            </a:extLst>
          </p:cNvPr>
          <p:cNvSpPr/>
          <p:nvPr/>
        </p:nvSpPr>
        <p:spPr bwMode="auto">
          <a:xfrm flipH="1">
            <a:off x="10459448" y="207941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Scheibe und Bolzen Fügen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E748AD1A-B614-B5C5-EF0F-A395464F0155}"/>
              </a:ext>
            </a:extLst>
          </p:cNvPr>
          <p:cNvSpPr/>
          <p:nvPr/>
        </p:nvSpPr>
        <p:spPr bwMode="auto">
          <a:xfrm flipH="1">
            <a:off x="10459448" y="234909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Rund- und Planlauf prüfen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AC05E6F7-7AF2-2A2D-6E87-DF7D1C977947}"/>
              </a:ext>
            </a:extLst>
          </p:cNvPr>
          <p:cNvSpPr/>
          <p:nvPr/>
        </p:nvSpPr>
        <p:spPr bwMode="auto">
          <a:xfrm flipH="1">
            <a:off x="10459448" y="260186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Länge prüfen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337832C5-7871-1670-E217-2C59ED2F792E}"/>
              </a:ext>
            </a:extLst>
          </p:cNvPr>
          <p:cNvSpPr/>
          <p:nvPr/>
        </p:nvSpPr>
        <p:spPr bwMode="auto">
          <a:xfrm flipH="1">
            <a:off x="10459448" y="2866304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Rückseite Bürsten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60" name="Rechteck 59">
            <a:extLst>
              <a:ext uri="{FF2B5EF4-FFF2-40B4-BE49-F238E27FC236}">
                <a16:creationId xmlns:a16="http://schemas.microsoft.com/office/drawing/2014/main" id="{0D09BC9D-3FBB-B173-480C-67420F29D3B2}"/>
              </a:ext>
            </a:extLst>
          </p:cNvPr>
          <p:cNvSpPr/>
          <p:nvPr/>
        </p:nvSpPr>
        <p:spPr bwMode="auto">
          <a:xfrm flipH="1">
            <a:off x="10468389" y="3095288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DMC-Beschriften (optional)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61" name="Rechteck 60">
            <a:extLst>
              <a:ext uri="{FF2B5EF4-FFF2-40B4-BE49-F238E27FC236}">
                <a16:creationId xmlns:a16="http://schemas.microsoft.com/office/drawing/2014/main" id="{81854DEC-CB20-5747-7255-238C01B5DC15}"/>
              </a:ext>
            </a:extLst>
          </p:cNvPr>
          <p:cNvSpPr/>
          <p:nvPr/>
        </p:nvSpPr>
        <p:spPr bwMode="auto">
          <a:xfrm flipH="1">
            <a:off x="10451537" y="104883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Ankerscheibe Vorderseite Bürsten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30AE8A6F-A7A8-8C48-2A68-4DD09FB1C92A}"/>
              </a:ext>
            </a:extLst>
          </p:cNvPr>
          <p:cNvSpPr/>
          <p:nvPr/>
        </p:nvSpPr>
        <p:spPr bwMode="auto">
          <a:xfrm flipH="1">
            <a:off x="10459448" y="337005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Leerstation 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63" name="Rechteck: abgerundete Ecken 62">
            <a:extLst>
              <a:ext uri="{FF2B5EF4-FFF2-40B4-BE49-F238E27FC236}">
                <a16:creationId xmlns:a16="http://schemas.microsoft.com/office/drawing/2014/main" id="{F21E9E38-76DC-7497-FD8B-14A0C9743A8D}"/>
              </a:ext>
            </a:extLst>
          </p:cNvPr>
          <p:cNvSpPr/>
          <p:nvPr/>
        </p:nvSpPr>
        <p:spPr>
          <a:xfrm>
            <a:off x="10173208" y="1316858"/>
            <a:ext cx="145075" cy="14978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64" name="Rechteck: abgerundete Ecken 63">
            <a:extLst>
              <a:ext uri="{FF2B5EF4-FFF2-40B4-BE49-F238E27FC236}">
                <a16:creationId xmlns:a16="http://schemas.microsoft.com/office/drawing/2014/main" id="{31A52F00-DC5B-ECF7-0D6E-262DB615CFE8}"/>
              </a:ext>
            </a:extLst>
          </p:cNvPr>
          <p:cNvSpPr/>
          <p:nvPr/>
        </p:nvSpPr>
        <p:spPr>
          <a:xfrm>
            <a:off x="10173207" y="1577308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65" name="Rechteck: abgerundete Ecken 64">
            <a:extLst>
              <a:ext uri="{FF2B5EF4-FFF2-40B4-BE49-F238E27FC236}">
                <a16:creationId xmlns:a16="http://schemas.microsoft.com/office/drawing/2014/main" id="{1E8D5AF9-7911-2F57-7BA2-8BCD6B5818F9}"/>
              </a:ext>
            </a:extLst>
          </p:cNvPr>
          <p:cNvSpPr/>
          <p:nvPr/>
        </p:nvSpPr>
        <p:spPr>
          <a:xfrm>
            <a:off x="10173207" y="1841881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66" name="Rechteck: abgerundete Ecken 65">
            <a:extLst>
              <a:ext uri="{FF2B5EF4-FFF2-40B4-BE49-F238E27FC236}">
                <a16:creationId xmlns:a16="http://schemas.microsoft.com/office/drawing/2014/main" id="{593E7552-EE7F-B1A0-BCAD-6B45FB95E5CC}"/>
              </a:ext>
            </a:extLst>
          </p:cNvPr>
          <p:cNvSpPr/>
          <p:nvPr/>
        </p:nvSpPr>
        <p:spPr>
          <a:xfrm>
            <a:off x="10173206" y="2094295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67" name="Rechteck: abgerundete Ecken 66">
            <a:extLst>
              <a:ext uri="{FF2B5EF4-FFF2-40B4-BE49-F238E27FC236}">
                <a16:creationId xmlns:a16="http://schemas.microsoft.com/office/drawing/2014/main" id="{2EA849EC-E249-3A84-5F6F-1555C440E688}"/>
              </a:ext>
            </a:extLst>
          </p:cNvPr>
          <p:cNvSpPr/>
          <p:nvPr/>
        </p:nvSpPr>
        <p:spPr>
          <a:xfrm>
            <a:off x="10173205" y="2350174"/>
            <a:ext cx="145075" cy="14978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5FC63126-0E64-B4C9-FDAB-80D0F1B3CBEC}"/>
              </a:ext>
            </a:extLst>
          </p:cNvPr>
          <p:cNvSpPr/>
          <p:nvPr/>
        </p:nvSpPr>
        <p:spPr>
          <a:xfrm>
            <a:off x="10174277" y="3623190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69" name="Rechteck: abgerundete Ecken 68">
            <a:extLst>
              <a:ext uri="{FF2B5EF4-FFF2-40B4-BE49-F238E27FC236}">
                <a16:creationId xmlns:a16="http://schemas.microsoft.com/office/drawing/2014/main" id="{74DC6E61-DF34-368B-E266-E52DEAB53E19}"/>
              </a:ext>
            </a:extLst>
          </p:cNvPr>
          <p:cNvSpPr/>
          <p:nvPr/>
        </p:nvSpPr>
        <p:spPr>
          <a:xfrm>
            <a:off x="10173204" y="2858372"/>
            <a:ext cx="145075" cy="14978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70" name="Rechteck: abgerundete Ecken 69">
            <a:extLst>
              <a:ext uri="{FF2B5EF4-FFF2-40B4-BE49-F238E27FC236}">
                <a16:creationId xmlns:a16="http://schemas.microsoft.com/office/drawing/2014/main" id="{2C794244-C692-5EF2-F8DA-5473DAA20945}"/>
              </a:ext>
            </a:extLst>
          </p:cNvPr>
          <p:cNvSpPr/>
          <p:nvPr/>
        </p:nvSpPr>
        <p:spPr>
          <a:xfrm>
            <a:off x="10173204" y="3099503"/>
            <a:ext cx="145075" cy="1497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71" name="Rechteck: abgerundete Ecken 70">
            <a:extLst>
              <a:ext uri="{FF2B5EF4-FFF2-40B4-BE49-F238E27FC236}">
                <a16:creationId xmlns:a16="http://schemas.microsoft.com/office/drawing/2014/main" id="{364E4EFE-9CB4-9EDB-2C0A-791C63A38F6F}"/>
              </a:ext>
            </a:extLst>
          </p:cNvPr>
          <p:cNvSpPr/>
          <p:nvPr/>
        </p:nvSpPr>
        <p:spPr>
          <a:xfrm>
            <a:off x="10174277" y="3356704"/>
            <a:ext cx="145075" cy="149782"/>
          </a:xfrm>
          <a:prstGeom prst="roundRect">
            <a:avLst/>
          </a:prstGeom>
          <a:solidFill>
            <a:srgbClr val="64CF95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72" name="Rechteck: abgerundete Ecken 71">
            <a:extLst>
              <a:ext uri="{FF2B5EF4-FFF2-40B4-BE49-F238E27FC236}">
                <a16:creationId xmlns:a16="http://schemas.microsoft.com/office/drawing/2014/main" id="{BDDE3716-4923-10DD-DAC0-1886AA12144D}"/>
              </a:ext>
            </a:extLst>
          </p:cNvPr>
          <p:cNvSpPr/>
          <p:nvPr/>
        </p:nvSpPr>
        <p:spPr>
          <a:xfrm>
            <a:off x="10166907" y="1035985"/>
            <a:ext cx="145075" cy="149782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73" name="Rechteck 72">
            <a:extLst>
              <a:ext uri="{FF2B5EF4-FFF2-40B4-BE49-F238E27FC236}">
                <a16:creationId xmlns:a16="http://schemas.microsoft.com/office/drawing/2014/main" id="{7DC8C5D2-1CD3-AB34-CD81-B6C1C238B226}"/>
              </a:ext>
            </a:extLst>
          </p:cNvPr>
          <p:cNvSpPr/>
          <p:nvPr/>
        </p:nvSpPr>
        <p:spPr bwMode="auto">
          <a:xfrm flipH="1">
            <a:off x="10459448" y="3618010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Weiterdrücken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74" name="Rechteck: abgerundete Ecken 73">
            <a:extLst>
              <a:ext uri="{FF2B5EF4-FFF2-40B4-BE49-F238E27FC236}">
                <a16:creationId xmlns:a16="http://schemas.microsoft.com/office/drawing/2014/main" id="{20FA74C0-97F8-8BBA-13C8-D5ACDFFB9DB2}"/>
              </a:ext>
            </a:extLst>
          </p:cNvPr>
          <p:cNvSpPr/>
          <p:nvPr/>
        </p:nvSpPr>
        <p:spPr>
          <a:xfrm>
            <a:off x="10174277" y="2604419"/>
            <a:ext cx="145075" cy="149782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75" name="Textfeld 74">
            <a:extLst>
              <a:ext uri="{FF2B5EF4-FFF2-40B4-BE49-F238E27FC236}">
                <a16:creationId xmlns:a16="http://schemas.microsoft.com/office/drawing/2014/main" id="{A819FBA8-B283-5211-F6A4-3F5AAF5190D8}"/>
              </a:ext>
            </a:extLst>
          </p:cNvPr>
          <p:cNvSpPr txBox="1"/>
          <p:nvPr/>
        </p:nvSpPr>
        <p:spPr>
          <a:xfrm>
            <a:off x="3858178" y="1094556"/>
            <a:ext cx="2389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TBD</a:t>
            </a:r>
          </a:p>
        </p:txBody>
      </p:sp>
    </p:spTree>
    <p:extLst>
      <p:ext uri="{BB962C8B-B14F-4D97-AF65-F5344CB8AC3E}">
        <p14:creationId xmlns:p14="http://schemas.microsoft.com/office/powerpoint/2010/main" val="2133957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feld 45">
            <a:extLst>
              <a:ext uri="{FF2B5EF4-FFF2-40B4-BE49-F238E27FC236}">
                <a16:creationId xmlns:a16="http://schemas.microsoft.com/office/drawing/2014/main" id="{61BC0F57-E236-0459-C992-FDE218E19DF2}"/>
              </a:ext>
            </a:extLst>
          </p:cNvPr>
          <p:cNvSpPr txBox="1"/>
          <p:nvPr/>
        </p:nvSpPr>
        <p:spPr>
          <a:xfrm>
            <a:off x="3974925" y="78414"/>
            <a:ext cx="44028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defRPr>
            </a:lvl1pPr>
          </a:lstStyle>
          <a:p>
            <a:r>
              <a:rPr lang="de-DE" dirty="0"/>
              <a:t>Flächenbedarf ca. 60 m²</a:t>
            </a:r>
            <a:r>
              <a:rPr lang="de-DE" sz="1100" dirty="0"/>
              <a:t>- </a:t>
            </a:r>
            <a:r>
              <a:rPr lang="de-DE" sz="800" dirty="0"/>
              <a:t>29.04.2024</a:t>
            </a:r>
          </a:p>
        </p:txBody>
      </p: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AD703A83-485D-503D-E103-18ED23693A90}"/>
              </a:ext>
            </a:extLst>
          </p:cNvPr>
          <p:cNvGrpSpPr/>
          <p:nvPr/>
        </p:nvGrpSpPr>
        <p:grpSpPr>
          <a:xfrm>
            <a:off x="3335354" y="1939963"/>
            <a:ext cx="5220000" cy="2248515"/>
            <a:chOff x="2018618" y="1939963"/>
            <a:chExt cx="5205984" cy="2248515"/>
          </a:xfrm>
        </p:grpSpPr>
        <p:pic>
          <p:nvPicPr>
            <p:cNvPr id="61" name="Grafik 60">
              <a:extLst>
                <a:ext uri="{FF2B5EF4-FFF2-40B4-BE49-F238E27FC236}">
                  <a16:creationId xmlns:a16="http://schemas.microsoft.com/office/drawing/2014/main" id="{BE463AE6-53ED-D758-8036-8AB23AEDEF1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8618" y="1939963"/>
              <a:ext cx="5205984" cy="2248515"/>
            </a:xfrm>
            <a:prstGeom prst="rect">
              <a:avLst/>
            </a:prstGeom>
          </p:spPr>
        </p:pic>
        <p:grpSp>
          <p:nvGrpSpPr>
            <p:cNvPr id="55" name="Gruppieren 54">
              <a:extLst>
                <a:ext uri="{FF2B5EF4-FFF2-40B4-BE49-F238E27FC236}">
                  <a16:creationId xmlns:a16="http://schemas.microsoft.com/office/drawing/2014/main" id="{6B6AFF83-3547-EAB3-0BA7-FB16C4805DD2}"/>
                </a:ext>
              </a:extLst>
            </p:cNvPr>
            <p:cNvGrpSpPr/>
            <p:nvPr/>
          </p:nvGrpSpPr>
          <p:grpSpPr>
            <a:xfrm rot="5400000">
              <a:off x="5618138" y="3241571"/>
              <a:ext cx="180000" cy="180000"/>
              <a:chOff x="5462969" y="1064925"/>
              <a:chExt cx="257980" cy="252000"/>
            </a:xfrm>
          </p:grpSpPr>
          <p:grpSp>
            <p:nvGrpSpPr>
              <p:cNvPr id="56" name="Gruppieren 55">
                <a:extLst>
                  <a:ext uri="{FF2B5EF4-FFF2-40B4-BE49-F238E27FC236}">
                    <a16:creationId xmlns:a16="http://schemas.microsoft.com/office/drawing/2014/main" id="{BF897745-D0AA-162E-F322-F35B5C301BB9}"/>
                  </a:ext>
                </a:extLst>
              </p:cNvPr>
              <p:cNvGrpSpPr/>
              <p:nvPr/>
            </p:nvGrpSpPr>
            <p:grpSpPr>
              <a:xfrm>
                <a:off x="5524027" y="1125613"/>
                <a:ext cx="144000" cy="144000"/>
                <a:chOff x="1106196" y="3231756"/>
                <a:chExt cx="108000" cy="360000"/>
              </a:xfrm>
            </p:grpSpPr>
            <p:cxnSp>
              <p:nvCxnSpPr>
                <p:cNvPr id="58" name="Gerader Verbinder 3">
                  <a:extLst>
                    <a:ext uri="{FF2B5EF4-FFF2-40B4-BE49-F238E27FC236}">
                      <a16:creationId xmlns:a16="http://schemas.microsoft.com/office/drawing/2014/main" id="{E3A3E7EC-8143-6295-97E0-36440A8D59B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6200000">
                  <a:off x="974107" y="3411756"/>
                  <a:ext cx="360000" cy="0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Gerader Verbinder 61">
                  <a:extLst>
                    <a:ext uri="{FF2B5EF4-FFF2-40B4-BE49-F238E27FC236}">
                      <a16:creationId xmlns:a16="http://schemas.microsoft.com/office/drawing/2014/main" id="{C534DDB1-FCEC-3A33-31A8-C281D2FA6F5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6200000">
                  <a:off x="1160196" y="3346238"/>
                  <a:ext cx="0" cy="108000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3175" algn="ctr">
                  <a:solidFill>
                    <a:schemeClr val="tx1"/>
                  </a:solidFill>
                  <a:prstDash val="lgDashDot"/>
                  <a:round/>
                  <a:headEnd type="none"/>
                  <a:tailEnd type="none" w="sm" len="sm"/>
                </a:ln>
              </p:spPr>
            </p:cxnSp>
          </p:grpSp>
          <p:sp>
            <p:nvSpPr>
              <p:cNvPr id="57" name="Bogen 56">
                <a:extLst>
                  <a:ext uri="{FF2B5EF4-FFF2-40B4-BE49-F238E27FC236}">
                    <a16:creationId xmlns:a16="http://schemas.microsoft.com/office/drawing/2014/main" id="{55748042-862A-648F-6F94-3E22D08EB1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0800000">
                <a:off x="5462969" y="1064925"/>
                <a:ext cx="257980" cy="252000"/>
              </a:xfrm>
              <a:prstGeom prst="arc">
                <a:avLst>
                  <a:gd name="adj1" fmla="val 21567204"/>
                  <a:gd name="adj2" fmla="val 11144793"/>
                </a:avLst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  <a:prstDash val="dashDot"/>
                <a:headEnd type="stealth" w="sm" len="sm"/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</p:grp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07BFCCCA-C14A-35A3-93A8-105DD8C280D3}"/>
                </a:ext>
              </a:extLst>
            </p:cNvPr>
            <p:cNvGrpSpPr/>
            <p:nvPr/>
          </p:nvGrpSpPr>
          <p:grpSpPr>
            <a:xfrm rot="16200000">
              <a:off x="2198662" y="3238745"/>
              <a:ext cx="180000" cy="180000"/>
              <a:chOff x="5462969" y="1064925"/>
              <a:chExt cx="257980" cy="252000"/>
            </a:xfrm>
          </p:grpSpPr>
          <p:grpSp>
            <p:nvGrpSpPr>
              <p:cNvPr id="63" name="Gruppieren 62">
                <a:extLst>
                  <a:ext uri="{FF2B5EF4-FFF2-40B4-BE49-F238E27FC236}">
                    <a16:creationId xmlns:a16="http://schemas.microsoft.com/office/drawing/2014/main" id="{A8F07DF5-B007-873F-2FB4-507F7247609B}"/>
                  </a:ext>
                </a:extLst>
              </p:cNvPr>
              <p:cNvGrpSpPr/>
              <p:nvPr/>
            </p:nvGrpSpPr>
            <p:grpSpPr>
              <a:xfrm>
                <a:off x="5524027" y="1125613"/>
                <a:ext cx="144000" cy="144000"/>
                <a:chOff x="1106196" y="3231756"/>
                <a:chExt cx="108000" cy="360000"/>
              </a:xfrm>
            </p:grpSpPr>
            <p:cxnSp>
              <p:nvCxnSpPr>
                <p:cNvPr id="65" name="Gerader Verbinder 3">
                  <a:extLst>
                    <a:ext uri="{FF2B5EF4-FFF2-40B4-BE49-F238E27FC236}">
                      <a16:creationId xmlns:a16="http://schemas.microsoft.com/office/drawing/2014/main" id="{D0D2BEFE-C8AC-00EC-C5AE-B79D106B1B6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6200000">
                  <a:off x="974107" y="3411756"/>
                  <a:ext cx="360000" cy="0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Gerader Verbinder 61">
                  <a:extLst>
                    <a:ext uri="{FF2B5EF4-FFF2-40B4-BE49-F238E27FC236}">
                      <a16:creationId xmlns:a16="http://schemas.microsoft.com/office/drawing/2014/main" id="{2976FBDD-4C6A-C35C-6207-424AF606913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6200000">
                  <a:off x="1160196" y="3346238"/>
                  <a:ext cx="0" cy="108000"/>
                </a:xfrm>
                <a:prstGeom prst="line">
                  <a:avLst/>
                </a:prstGeom>
                <a:solidFill>
                  <a:schemeClr val="bg1">
                    <a:lumMod val="95000"/>
                  </a:schemeClr>
                </a:solidFill>
                <a:ln w="3175" algn="ctr">
                  <a:solidFill>
                    <a:schemeClr val="tx1"/>
                  </a:solidFill>
                  <a:prstDash val="lgDashDot"/>
                  <a:round/>
                  <a:headEnd type="none"/>
                  <a:tailEnd type="none" w="sm" len="sm"/>
                </a:ln>
              </p:spPr>
            </p:cxnSp>
          </p:grpSp>
          <p:sp>
            <p:nvSpPr>
              <p:cNvPr id="64" name="Bogen 63">
                <a:extLst>
                  <a:ext uri="{FF2B5EF4-FFF2-40B4-BE49-F238E27FC236}">
                    <a16:creationId xmlns:a16="http://schemas.microsoft.com/office/drawing/2014/main" id="{C7F584F0-546F-E85F-D77F-A1BA97CF76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0800000">
                <a:off x="5462969" y="1064925"/>
                <a:ext cx="257980" cy="252000"/>
              </a:xfrm>
              <a:prstGeom prst="arc">
                <a:avLst>
                  <a:gd name="adj1" fmla="val 21567204"/>
                  <a:gd name="adj2" fmla="val 11144793"/>
                </a:avLst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  <a:prstDash val="dashDot"/>
                <a:headEnd type="stealth" w="sm" len="sm"/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</p:grpSp>
      </p:grpSp>
      <p:sp>
        <p:nvSpPr>
          <p:cNvPr id="69" name="Rechteck 68">
            <a:extLst>
              <a:ext uri="{FF2B5EF4-FFF2-40B4-BE49-F238E27FC236}">
                <a16:creationId xmlns:a16="http://schemas.microsoft.com/office/drawing/2014/main" id="{04E4457D-CF99-285E-6AA9-8F4AEB94127A}"/>
              </a:ext>
            </a:extLst>
          </p:cNvPr>
          <p:cNvSpPr/>
          <p:nvPr/>
        </p:nvSpPr>
        <p:spPr>
          <a:xfrm>
            <a:off x="3397950" y="3731282"/>
            <a:ext cx="5148000" cy="457196"/>
          </a:xfrm>
          <a:prstGeom prst="rect">
            <a:avLst/>
          </a:prstGeom>
          <a:blipFill dpi="0" rotWithShape="1">
            <a:blip r:embed="rId4">
              <a:alphaModFix amt="14000"/>
            </a:blip>
            <a:srcRect/>
            <a:tile tx="0" ty="0" sx="100000" sy="100000" flip="none" algn="tl"/>
          </a:blipFill>
          <a:ln w="3175">
            <a:solidFill>
              <a:schemeClr val="tx1">
                <a:lumMod val="65000"/>
                <a:lumOff val="35000"/>
                <a:alpha val="86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35082A41-7687-0E35-FDF8-6FC51ACCF330}"/>
              </a:ext>
            </a:extLst>
          </p:cNvPr>
          <p:cNvGrpSpPr/>
          <p:nvPr/>
        </p:nvGrpSpPr>
        <p:grpSpPr>
          <a:xfrm rot="16200000">
            <a:off x="1631501" y="3017341"/>
            <a:ext cx="2248514" cy="93763"/>
            <a:chOff x="2933472" y="1209607"/>
            <a:chExt cx="3479489" cy="29665"/>
          </a:xfrm>
        </p:grpSpPr>
        <p:cxnSp>
          <p:nvCxnSpPr>
            <p:cNvPr id="71" name="Gerade Verbindung mit Pfeil 70">
              <a:extLst>
                <a:ext uri="{FF2B5EF4-FFF2-40B4-BE49-F238E27FC236}">
                  <a16:creationId xmlns:a16="http://schemas.microsoft.com/office/drawing/2014/main" id="{B3D937AB-0602-612A-7322-842ABF92DEDC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672109" y="-516974"/>
              <a:ext cx="2215" cy="3479489"/>
            </a:xfrm>
            <a:prstGeom prst="straightConnector1">
              <a:avLst/>
            </a:prstGeom>
            <a:noFill/>
            <a:ln w="63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  <a:headEnd type="stealth" w="sm" len="med"/>
              <a:tailEnd type="stealth" w="sm" len="med"/>
            </a:ln>
            <a:effectLst/>
          </p:spPr>
        </p:cxnSp>
        <p:sp>
          <p:nvSpPr>
            <p:cNvPr id="72" name="Rechteck: abgerundete Ecken 71">
              <a:extLst>
                <a:ext uri="{FF2B5EF4-FFF2-40B4-BE49-F238E27FC236}">
                  <a16:creationId xmlns:a16="http://schemas.microsoft.com/office/drawing/2014/main" id="{6383AFC7-43E2-B508-C17F-9D31AD26D5D0}"/>
                </a:ext>
              </a:extLst>
            </p:cNvPr>
            <p:cNvSpPr/>
            <p:nvPr/>
          </p:nvSpPr>
          <p:spPr>
            <a:xfrm>
              <a:off x="4253724" y="1209607"/>
              <a:ext cx="668503" cy="29665"/>
            </a:xfrm>
            <a:prstGeom prst="roundRect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50</a:t>
              </a: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00</a:t>
              </a:r>
            </a:p>
          </p:txBody>
        </p:sp>
      </p:grpSp>
      <p:grpSp>
        <p:nvGrpSpPr>
          <p:cNvPr id="73" name="Gruppieren 72">
            <a:extLst>
              <a:ext uri="{FF2B5EF4-FFF2-40B4-BE49-F238E27FC236}">
                <a16:creationId xmlns:a16="http://schemas.microsoft.com/office/drawing/2014/main" id="{A2F93E48-BD5E-485F-7F98-3E6F67B1C959}"/>
              </a:ext>
            </a:extLst>
          </p:cNvPr>
          <p:cNvGrpSpPr/>
          <p:nvPr/>
        </p:nvGrpSpPr>
        <p:grpSpPr>
          <a:xfrm>
            <a:off x="3388424" y="4945385"/>
            <a:ext cx="5152914" cy="144001"/>
            <a:chOff x="2933472" y="1174205"/>
            <a:chExt cx="3479489" cy="97462"/>
          </a:xfrm>
        </p:grpSpPr>
        <p:cxnSp>
          <p:nvCxnSpPr>
            <p:cNvPr id="74" name="Gerade Verbindung mit Pfeil 73">
              <a:extLst>
                <a:ext uri="{FF2B5EF4-FFF2-40B4-BE49-F238E27FC236}">
                  <a16:creationId xmlns:a16="http://schemas.microsoft.com/office/drawing/2014/main" id="{EB9AE766-A700-1F35-5516-150EF54D87A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672109" y="-516974"/>
              <a:ext cx="2215" cy="3479489"/>
            </a:xfrm>
            <a:prstGeom prst="straightConnector1">
              <a:avLst/>
            </a:prstGeom>
            <a:noFill/>
            <a:ln w="63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  <a:headEnd type="stealth" w="sm" len="med"/>
              <a:tailEnd type="stealth" w="sm" len="med"/>
            </a:ln>
            <a:effectLst/>
          </p:spPr>
        </p:cxnSp>
        <p:sp>
          <p:nvSpPr>
            <p:cNvPr id="75" name="Rechteck: abgerundete Ecken 74">
              <a:extLst>
                <a:ext uri="{FF2B5EF4-FFF2-40B4-BE49-F238E27FC236}">
                  <a16:creationId xmlns:a16="http://schemas.microsoft.com/office/drawing/2014/main" id="{2CA6DD60-E22D-3750-CDF2-E47B082DF0B8}"/>
                </a:ext>
              </a:extLst>
            </p:cNvPr>
            <p:cNvSpPr/>
            <p:nvPr/>
          </p:nvSpPr>
          <p:spPr>
            <a:xfrm>
              <a:off x="4477086" y="1174205"/>
              <a:ext cx="364633" cy="97462"/>
            </a:xfrm>
            <a:prstGeom prst="roundRect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120</a:t>
              </a: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00</a:t>
              </a:r>
            </a:p>
          </p:txBody>
        </p:sp>
      </p:grpSp>
      <p:grpSp>
        <p:nvGrpSpPr>
          <p:cNvPr id="76" name="Gruppieren 75">
            <a:extLst>
              <a:ext uri="{FF2B5EF4-FFF2-40B4-BE49-F238E27FC236}">
                <a16:creationId xmlns:a16="http://schemas.microsoft.com/office/drawing/2014/main" id="{F1B97798-756E-C8C4-3C70-3055F7E6B808}"/>
              </a:ext>
            </a:extLst>
          </p:cNvPr>
          <p:cNvGrpSpPr/>
          <p:nvPr/>
        </p:nvGrpSpPr>
        <p:grpSpPr>
          <a:xfrm rot="16200000">
            <a:off x="2598502" y="3182190"/>
            <a:ext cx="1026182" cy="72001"/>
            <a:chOff x="2933472" y="1203425"/>
            <a:chExt cx="3479489" cy="46718"/>
          </a:xfrm>
        </p:grpSpPr>
        <p:cxnSp>
          <p:nvCxnSpPr>
            <p:cNvPr id="77" name="Gerade Verbindung mit Pfeil 76">
              <a:extLst>
                <a:ext uri="{FF2B5EF4-FFF2-40B4-BE49-F238E27FC236}">
                  <a16:creationId xmlns:a16="http://schemas.microsoft.com/office/drawing/2014/main" id="{90CE3CB0-2DD0-5674-DF8A-CAD012B5E1E6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672109" y="-516974"/>
              <a:ext cx="2215" cy="3479489"/>
            </a:xfrm>
            <a:prstGeom prst="straightConnector1">
              <a:avLst/>
            </a:prstGeom>
            <a:noFill/>
            <a:ln w="63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  <a:headEnd type="stealth" w="sm" len="med"/>
              <a:tailEnd type="stealth" w="sm" len="med"/>
            </a:ln>
            <a:effectLst/>
          </p:spPr>
        </p:cxnSp>
        <p:sp>
          <p:nvSpPr>
            <p:cNvPr id="78" name="Rechteck: abgerundete Ecken 77">
              <a:extLst>
                <a:ext uri="{FF2B5EF4-FFF2-40B4-BE49-F238E27FC236}">
                  <a16:creationId xmlns:a16="http://schemas.microsoft.com/office/drawing/2014/main" id="{D23A57C4-62A1-D984-DDFA-FAC3906187FE}"/>
                </a:ext>
              </a:extLst>
            </p:cNvPr>
            <p:cNvSpPr/>
            <p:nvPr/>
          </p:nvSpPr>
          <p:spPr>
            <a:xfrm>
              <a:off x="3914605" y="1203425"/>
              <a:ext cx="1464788" cy="46718"/>
            </a:xfrm>
            <a:prstGeom prst="roundRect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2250</a:t>
              </a:r>
              <a:endParaRPr kumimoji="0" lang="de-DE" sz="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79" name="Rechteck 78">
            <a:extLst>
              <a:ext uri="{FF2B5EF4-FFF2-40B4-BE49-F238E27FC236}">
                <a16:creationId xmlns:a16="http://schemas.microsoft.com/office/drawing/2014/main" id="{C97095BB-7B14-A011-2D5F-1C0A975E8AA3}"/>
              </a:ext>
            </a:extLst>
          </p:cNvPr>
          <p:cNvSpPr/>
          <p:nvPr/>
        </p:nvSpPr>
        <p:spPr>
          <a:xfrm>
            <a:off x="3397951" y="1939963"/>
            <a:ext cx="5148000" cy="756000"/>
          </a:xfrm>
          <a:prstGeom prst="rect">
            <a:avLst/>
          </a:prstGeom>
          <a:blipFill dpi="0" rotWithShape="1">
            <a:blip r:embed="rId4">
              <a:alphaModFix amt="14000"/>
            </a:blip>
            <a:srcRect/>
            <a:tile tx="0" ty="0" sx="100000" sy="100000" flip="none" algn="tl"/>
          </a:blipFill>
          <a:ln w="3175">
            <a:solidFill>
              <a:schemeClr val="tx1">
                <a:lumMod val="65000"/>
                <a:lumOff val="35000"/>
                <a:alpha val="86000"/>
              </a:schemeClr>
            </a:solidFill>
            <a:prstDash val="lgDashDot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83" name="Gruppieren 82">
            <a:extLst>
              <a:ext uri="{FF2B5EF4-FFF2-40B4-BE49-F238E27FC236}">
                <a16:creationId xmlns:a16="http://schemas.microsoft.com/office/drawing/2014/main" id="{8E46CD93-6616-F122-38C5-9759500FF4D7}"/>
              </a:ext>
            </a:extLst>
          </p:cNvPr>
          <p:cNvGrpSpPr/>
          <p:nvPr/>
        </p:nvGrpSpPr>
        <p:grpSpPr>
          <a:xfrm>
            <a:off x="3388424" y="4655364"/>
            <a:ext cx="4819650" cy="144001"/>
            <a:chOff x="2933472" y="1174205"/>
            <a:chExt cx="3479489" cy="97462"/>
          </a:xfrm>
        </p:grpSpPr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80D8337A-75A5-0052-A6FC-63F1445D9C8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672109" y="-516974"/>
              <a:ext cx="2215" cy="3479489"/>
            </a:xfrm>
            <a:prstGeom prst="straightConnector1">
              <a:avLst/>
            </a:prstGeom>
            <a:noFill/>
            <a:ln w="63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  <a:headEnd type="stealth" w="sm" len="med"/>
              <a:tailEnd type="stealth" w="sm" len="med"/>
            </a:ln>
            <a:effectLst/>
          </p:spPr>
        </p:cxnSp>
        <p:sp>
          <p:nvSpPr>
            <p:cNvPr id="85" name="Rechteck: abgerundete Ecken 84">
              <a:extLst>
                <a:ext uri="{FF2B5EF4-FFF2-40B4-BE49-F238E27FC236}">
                  <a16:creationId xmlns:a16="http://schemas.microsoft.com/office/drawing/2014/main" id="{39F5A006-6A33-9858-CDD2-D25CDB05D4B1}"/>
                </a:ext>
              </a:extLst>
            </p:cNvPr>
            <p:cNvSpPr/>
            <p:nvPr/>
          </p:nvSpPr>
          <p:spPr>
            <a:xfrm>
              <a:off x="4253726" y="1174205"/>
              <a:ext cx="389847" cy="97462"/>
            </a:xfrm>
            <a:prstGeom prst="roundRect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110</a:t>
              </a: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00</a:t>
              </a:r>
            </a:p>
          </p:txBody>
        </p: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C4C8C22B-0AF9-46EA-8819-A515036E8634}"/>
              </a:ext>
            </a:extLst>
          </p:cNvPr>
          <p:cNvGrpSpPr/>
          <p:nvPr/>
        </p:nvGrpSpPr>
        <p:grpSpPr>
          <a:xfrm>
            <a:off x="3383661" y="4374745"/>
            <a:ext cx="3816000" cy="144001"/>
            <a:chOff x="2933472" y="1174205"/>
            <a:chExt cx="3479489" cy="97462"/>
          </a:xfrm>
        </p:grpSpPr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4B62FF3A-36D4-3558-032E-46CE7A7D2288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672109" y="-516974"/>
              <a:ext cx="2215" cy="3479489"/>
            </a:xfrm>
            <a:prstGeom prst="straightConnector1">
              <a:avLst/>
            </a:prstGeom>
            <a:noFill/>
            <a:ln w="63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  <a:headEnd type="stealth" w="sm" len="med"/>
              <a:tailEnd type="stealth" w="sm" len="med"/>
            </a:ln>
            <a:effectLst/>
          </p:spPr>
        </p:cxnSp>
        <p:sp>
          <p:nvSpPr>
            <p:cNvPr id="88" name="Rechteck: abgerundete Ecken 87">
              <a:extLst>
                <a:ext uri="{FF2B5EF4-FFF2-40B4-BE49-F238E27FC236}">
                  <a16:creationId xmlns:a16="http://schemas.microsoft.com/office/drawing/2014/main" id="{4EC18973-2E41-2196-DEAC-9FA48E6388E7}"/>
                </a:ext>
              </a:extLst>
            </p:cNvPr>
            <p:cNvSpPr/>
            <p:nvPr/>
          </p:nvSpPr>
          <p:spPr>
            <a:xfrm>
              <a:off x="4253726" y="1174205"/>
              <a:ext cx="393904" cy="97462"/>
            </a:xfrm>
            <a:prstGeom prst="roundRect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85</a:t>
              </a: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00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2588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005522F-B49D-EB70-B565-1F4955DBF3DB}"/>
              </a:ext>
            </a:extLst>
          </p:cNvPr>
          <p:cNvSpPr txBox="1"/>
          <p:nvPr/>
        </p:nvSpPr>
        <p:spPr>
          <a:xfrm>
            <a:off x="4293904" y="45943"/>
            <a:ext cx="47738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Werkstückträger und schematische Varianzdarstellung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8DA5932-15FE-BD75-732D-5FB8A7E97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3127" y="4368026"/>
            <a:ext cx="1704377" cy="1718482"/>
          </a:xfrm>
          <a:prstGeom prst="rect">
            <a:avLst/>
          </a:prstGeom>
        </p:spPr>
      </p:pic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076BC39F-B527-E230-109D-802AE16882D8}"/>
              </a:ext>
            </a:extLst>
          </p:cNvPr>
          <p:cNvGrpSpPr/>
          <p:nvPr/>
        </p:nvGrpSpPr>
        <p:grpSpPr>
          <a:xfrm>
            <a:off x="7502992" y="1364652"/>
            <a:ext cx="3900220" cy="3812024"/>
            <a:chOff x="7830589" y="624630"/>
            <a:chExt cx="3900220" cy="3812024"/>
          </a:xfrm>
        </p:grpSpPr>
        <p:pic>
          <p:nvPicPr>
            <p:cNvPr id="4" name="Grafik 3">
              <a:extLst>
                <a:ext uri="{FF2B5EF4-FFF2-40B4-BE49-F238E27FC236}">
                  <a16:creationId xmlns:a16="http://schemas.microsoft.com/office/drawing/2014/main" id="{9A269741-6128-212B-1C25-2284725D6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30589" y="624630"/>
              <a:ext cx="3900220" cy="3812024"/>
            </a:xfrm>
            <a:prstGeom prst="rect">
              <a:avLst/>
            </a:prstGeom>
          </p:spPr>
        </p:pic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08304D01-7A19-F78C-6C9B-F4C5B3FE59BE}"/>
                </a:ext>
              </a:extLst>
            </p:cNvPr>
            <p:cNvSpPr/>
            <p:nvPr/>
          </p:nvSpPr>
          <p:spPr bwMode="auto">
            <a:xfrm>
              <a:off x="8292656" y="1782100"/>
              <a:ext cx="648000" cy="288000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85000"/>
                <a:alpha val="15000"/>
              </a:schemeClr>
            </a:solidFill>
            <a:ln w="6350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de-DE" sz="1200" dirty="0">
                  <a:solidFill>
                    <a:srgbClr val="4D4D4D"/>
                  </a:solidFill>
                </a:rPr>
                <a:t>Nest 1</a:t>
              </a:r>
            </a:p>
          </p:txBody>
        </p:sp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2567515F-50C4-1174-9F5E-87AF83AD0EA1}"/>
                </a:ext>
              </a:extLst>
            </p:cNvPr>
            <p:cNvSpPr/>
            <p:nvPr/>
          </p:nvSpPr>
          <p:spPr bwMode="auto">
            <a:xfrm>
              <a:off x="9132699" y="2326641"/>
              <a:ext cx="648000" cy="288000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85000"/>
                <a:alpha val="15000"/>
              </a:schemeClr>
            </a:solidFill>
            <a:ln w="6350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de-DE" sz="1200" dirty="0">
                  <a:solidFill>
                    <a:srgbClr val="4D4D4D"/>
                  </a:solidFill>
                </a:rPr>
                <a:t>Nest 3</a:t>
              </a:r>
            </a:p>
          </p:txBody>
        </p:sp>
        <p:sp>
          <p:nvSpPr>
            <p:cNvPr id="18" name="Rechteck: abgerundete Ecken 17">
              <a:extLst>
                <a:ext uri="{FF2B5EF4-FFF2-40B4-BE49-F238E27FC236}">
                  <a16:creationId xmlns:a16="http://schemas.microsoft.com/office/drawing/2014/main" id="{63B3B7E9-55CA-2D20-2D42-BDAFE6162B9F}"/>
                </a:ext>
              </a:extLst>
            </p:cNvPr>
            <p:cNvSpPr/>
            <p:nvPr/>
          </p:nvSpPr>
          <p:spPr bwMode="auto">
            <a:xfrm>
              <a:off x="9984257" y="2797326"/>
              <a:ext cx="648000" cy="288000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85000"/>
                <a:alpha val="15000"/>
              </a:schemeClr>
            </a:solidFill>
            <a:ln w="6350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de-DE" sz="1200" dirty="0">
                  <a:solidFill>
                    <a:srgbClr val="4D4D4D"/>
                  </a:solidFill>
                </a:rPr>
                <a:t>Nest 2</a:t>
              </a:r>
            </a:p>
          </p:txBody>
        </p:sp>
      </p:grpSp>
      <p:pic>
        <p:nvPicPr>
          <p:cNvPr id="5" name="Grafik 4">
            <a:extLst>
              <a:ext uri="{FF2B5EF4-FFF2-40B4-BE49-F238E27FC236}">
                <a16:creationId xmlns:a16="http://schemas.microsoft.com/office/drawing/2014/main" id="{F2525F52-8440-8044-B4BD-3343DEDD3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907" y="1249923"/>
            <a:ext cx="2548104" cy="2480101"/>
          </a:xfrm>
          <a:prstGeom prst="rect">
            <a:avLst/>
          </a:prstGeom>
        </p:spPr>
      </p:pic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2957C31-F4EA-D63B-C0C5-D72256942259}"/>
              </a:ext>
            </a:extLst>
          </p:cNvPr>
          <p:cNvCxnSpPr>
            <a:cxnSpLocks/>
          </p:cNvCxnSpPr>
          <p:nvPr/>
        </p:nvCxnSpPr>
        <p:spPr>
          <a:xfrm>
            <a:off x="4305315" y="1108042"/>
            <a:ext cx="0" cy="5184000"/>
          </a:xfrm>
          <a:prstGeom prst="line">
            <a:avLst/>
          </a:prstGeom>
          <a:ln w="3175">
            <a:prstDash val="lg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9E7DF639-C005-B33C-492C-47708967E105}"/>
              </a:ext>
            </a:extLst>
          </p:cNvPr>
          <p:cNvCxnSpPr>
            <a:cxnSpLocks/>
          </p:cNvCxnSpPr>
          <p:nvPr/>
        </p:nvCxnSpPr>
        <p:spPr>
          <a:xfrm flipH="1">
            <a:off x="3232150" y="5206630"/>
            <a:ext cx="2124000" cy="0"/>
          </a:xfrm>
          <a:prstGeom prst="line">
            <a:avLst/>
          </a:prstGeom>
          <a:ln w="3175">
            <a:prstDash val="lg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hteck 22">
            <a:extLst>
              <a:ext uri="{FF2B5EF4-FFF2-40B4-BE49-F238E27FC236}">
                <a16:creationId xmlns:a16="http://schemas.microsoft.com/office/drawing/2014/main" id="{92AD4B2B-CE0D-A155-673C-E7B51A0C6962}"/>
              </a:ext>
            </a:extLst>
          </p:cNvPr>
          <p:cNvSpPr/>
          <p:nvPr/>
        </p:nvSpPr>
        <p:spPr>
          <a:xfrm>
            <a:off x="5169537" y="1429187"/>
            <a:ext cx="90000" cy="396000"/>
          </a:xfrm>
          <a:prstGeom prst="rect">
            <a:avLst/>
          </a:prstGeom>
          <a:solidFill>
            <a:schemeClr val="accent4">
              <a:lumMod val="20000"/>
              <a:lumOff val="80000"/>
              <a:alpha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E11F3F5-A39A-DC81-684F-24F33E1CE902}"/>
              </a:ext>
            </a:extLst>
          </p:cNvPr>
          <p:cNvSpPr/>
          <p:nvPr/>
        </p:nvSpPr>
        <p:spPr>
          <a:xfrm>
            <a:off x="4064321" y="1738317"/>
            <a:ext cx="488629" cy="396000"/>
          </a:xfrm>
          <a:prstGeom prst="rect">
            <a:avLst/>
          </a:prstGeom>
          <a:solidFill>
            <a:schemeClr val="accent4">
              <a:lumMod val="20000"/>
              <a:lumOff val="80000"/>
              <a:alpha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6F274784-EE2C-1352-F90B-40C7CE4109CD}"/>
              </a:ext>
            </a:extLst>
          </p:cNvPr>
          <p:cNvSpPr/>
          <p:nvPr/>
        </p:nvSpPr>
        <p:spPr>
          <a:xfrm>
            <a:off x="3338394" y="3012896"/>
            <a:ext cx="90000" cy="396000"/>
          </a:xfrm>
          <a:prstGeom prst="rect">
            <a:avLst/>
          </a:prstGeom>
          <a:solidFill>
            <a:schemeClr val="accent4">
              <a:lumMod val="20000"/>
              <a:lumOff val="80000"/>
              <a:alpha val="35000"/>
            </a:schemeClr>
          </a:solidFill>
          <a:ln w="3175">
            <a:solidFill>
              <a:schemeClr val="tx1">
                <a:lumMod val="65000"/>
                <a:lumOff val="35000"/>
              </a:schemeClr>
            </a:solidFill>
            <a:prstDash val="lgDashDot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F6738148-8508-C79B-8667-89A6658DEF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173" y="745828"/>
            <a:ext cx="2204692" cy="1186802"/>
          </a:xfrm>
          <a:prstGeom prst="rect">
            <a:avLst/>
          </a:prstGeom>
        </p:spPr>
      </p:pic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A90F540C-CBA5-3C19-8FAD-EE5CCB9A92C6}"/>
              </a:ext>
            </a:extLst>
          </p:cNvPr>
          <p:cNvGrpSpPr/>
          <p:nvPr/>
        </p:nvGrpSpPr>
        <p:grpSpPr>
          <a:xfrm>
            <a:off x="4740556" y="1650260"/>
            <a:ext cx="74776" cy="561166"/>
            <a:chOff x="3845206" y="1650260"/>
            <a:chExt cx="74776" cy="561166"/>
          </a:xfrm>
        </p:grpSpPr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AF15B017-569F-A433-304E-AF7438D296B2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3881089" y="1737085"/>
              <a:ext cx="0" cy="14400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C82F5056-243E-613B-25E8-47B95069F105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V="1">
              <a:off x="3881089" y="1879510"/>
              <a:ext cx="0" cy="254807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9F7927A5-28A1-B372-DC62-F3D693C11A09}"/>
                </a:ext>
              </a:extLst>
            </p:cNvPr>
            <p:cNvSpPr/>
            <p:nvPr/>
          </p:nvSpPr>
          <p:spPr>
            <a:xfrm>
              <a:off x="3847982" y="1810899"/>
              <a:ext cx="72000" cy="72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00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B6140C22-8DE0-A14C-9F30-7D91E9BBACDD}"/>
                </a:ext>
              </a:extLst>
            </p:cNvPr>
            <p:cNvSpPr/>
            <p:nvPr/>
          </p:nvSpPr>
          <p:spPr>
            <a:xfrm>
              <a:off x="3845206" y="1650260"/>
              <a:ext cx="72000" cy="72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00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32" name="Ellipse 31">
              <a:extLst>
                <a:ext uri="{FF2B5EF4-FFF2-40B4-BE49-F238E27FC236}">
                  <a16:creationId xmlns:a16="http://schemas.microsoft.com/office/drawing/2014/main" id="{949E86ED-9F88-0D93-520D-0320B538BB39}"/>
                </a:ext>
              </a:extLst>
            </p:cNvPr>
            <p:cNvSpPr/>
            <p:nvPr/>
          </p:nvSpPr>
          <p:spPr>
            <a:xfrm>
              <a:off x="3845206" y="2139426"/>
              <a:ext cx="72000" cy="72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00" dirty="0">
                  <a:solidFill>
                    <a:schemeClr val="tx1"/>
                  </a:solidFill>
                </a:rPr>
                <a:t>S</a:t>
              </a:r>
            </a:p>
          </p:txBody>
        </p:sp>
      </p:grpSp>
      <p:cxnSp>
        <p:nvCxnSpPr>
          <p:cNvPr id="40" name="Gerader Verbinder 39">
            <a:extLst>
              <a:ext uri="{FF2B5EF4-FFF2-40B4-BE49-F238E27FC236}">
                <a16:creationId xmlns:a16="http://schemas.microsoft.com/office/drawing/2014/main" id="{822AF12B-7549-1D5E-B1ED-0C061E802769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4564334" y="1846899"/>
            <a:ext cx="178998" cy="0"/>
          </a:xfrm>
          <a:prstGeom prst="line">
            <a:avLst/>
          </a:prstGeom>
          <a:ln w="3175">
            <a:prstDash val="lgDash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54" name="Gruppieren 53">
            <a:extLst>
              <a:ext uri="{FF2B5EF4-FFF2-40B4-BE49-F238E27FC236}">
                <a16:creationId xmlns:a16="http://schemas.microsoft.com/office/drawing/2014/main" id="{28C70EBC-863B-69CC-F704-4C4F69344837}"/>
              </a:ext>
            </a:extLst>
          </p:cNvPr>
          <p:cNvGrpSpPr/>
          <p:nvPr/>
        </p:nvGrpSpPr>
        <p:grpSpPr>
          <a:xfrm>
            <a:off x="5250537" y="1334590"/>
            <a:ext cx="252000" cy="577488"/>
            <a:chOff x="4386937" y="1334590"/>
            <a:chExt cx="252000" cy="577488"/>
          </a:xfrm>
        </p:grpSpPr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E31BD958-8B38-15EA-A884-F521415CCB50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00044" y="1431331"/>
              <a:ext cx="0" cy="14400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9D351A0C-8B24-A773-80D2-6B2B79F36930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V="1">
              <a:off x="4600044" y="1573756"/>
              <a:ext cx="0" cy="254807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Ellipse 36">
              <a:extLst>
                <a:ext uri="{FF2B5EF4-FFF2-40B4-BE49-F238E27FC236}">
                  <a16:creationId xmlns:a16="http://schemas.microsoft.com/office/drawing/2014/main" id="{2F38849B-CA65-C90A-FC28-A8CAB0B339A2}"/>
                </a:ext>
              </a:extLst>
            </p:cNvPr>
            <p:cNvSpPr/>
            <p:nvPr/>
          </p:nvSpPr>
          <p:spPr>
            <a:xfrm>
              <a:off x="4566937" y="1514670"/>
              <a:ext cx="72000" cy="72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00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38" name="Ellipse 37">
              <a:extLst>
                <a:ext uri="{FF2B5EF4-FFF2-40B4-BE49-F238E27FC236}">
                  <a16:creationId xmlns:a16="http://schemas.microsoft.com/office/drawing/2014/main" id="{ABD5B1F9-EF87-4A93-4B81-ABF600E0CC11}"/>
                </a:ext>
              </a:extLst>
            </p:cNvPr>
            <p:cNvSpPr/>
            <p:nvPr/>
          </p:nvSpPr>
          <p:spPr>
            <a:xfrm>
              <a:off x="4566937" y="1334590"/>
              <a:ext cx="72000" cy="72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00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39" name="Ellipse 38">
              <a:extLst>
                <a:ext uri="{FF2B5EF4-FFF2-40B4-BE49-F238E27FC236}">
                  <a16:creationId xmlns:a16="http://schemas.microsoft.com/office/drawing/2014/main" id="{B31E2648-58FD-B46D-89C2-3A8330AABBA3}"/>
                </a:ext>
              </a:extLst>
            </p:cNvPr>
            <p:cNvSpPr/>
            <p:nvPr/>
          </p:nvSpPr>
          <p:spPr>
            <a:xfrm>
              <a:off x="4566862" y="1840078"/>
              <a:ext cx="72000" cy="72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00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41" name="Gerader Verbinder 40">
              <a:extLst>
                <a:ext uri="{FF2B5EF4-FFF2-40B4-BE49-F238E27FC236}">
                  <a16:creationId xmlns:a16="http://schemas.microsoft.com/office/drawing/2014/main" id="{26D5345E-88FD-7173-174D-5FF3FA186DAC}"/>
                </a:ext>
              </a:extLst>
            </p:cNvPr>
            <p:cNvCxnSpPr>
              <a:cxnSpLocks/>
              <a:stCxn id="37" idx="2"/>
            </p:cNvCxnSpPr>
            <p:nvPr/>
          </p:nvCxnSpPr>
          <p:spPr>
            <a:xfrm flipH="1">
              <a:off x="4386937" y="1550670"/>
              <a:ext cx="180000" cy="0"/>
            </a:xfrm>
            <a:prstGeom prst="line">
              <a:avLst/>
            </a:prstGeom>
            <a:ln w="3175">
              <a:prstDash val="lgDash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5" name="Gruppieren 54">
            <a:extLst>
              <a:ext uri="{FF2B5EF4-FFF2-40B4-BE49-F238E27FC236}">
                <a16:creationId xmlns:a16="http://schemas.microsoft.com/office/drawing/2014/main" id="{95AA211F-AA53-C0B6-B6D0-304DD73C4C7D}"/>
              </a:ext>
            </a:extLst>
          </p:cNvPr>
          <p:cNvGrpSpPr/>
          <p:nvPr/>
        </p:nvGrpSpPr>
        <p:grpSpPr>
          <a:xfrm rot="10800000">
            <a:off x="3065539" y="2943005"/>
            <a:ext cx="258350" cy="571191"/>
            <a:chOff x="4380587" y="1343138"/>
            <a:chExt cx="258350" cy="571191"/>
          </a:xfrm>
        </p:grpSpPr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6374D918-A245-3CA6-9ED6-A5FE429AFDCE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600044" y="1431331"/>
              <a:ext cx="0" cy="14400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03B57A62-ED47-D50B-CB59-352528C022FF}"/>
                </a:ext>
              </a:extLst>
            </p:cNvPr>
            <p:cNvCxnSpPr>
              <a:cxnSpLocks/>
            </p:cNvCxnSpPr>
            <p:nvPr/>
          </p:nvCxnSpPr>
          <p:spPr bwMode="auto">
            <a:xfrm rot="10800000" flipV="1">
              <a:off x="4600044" y="1573756"/>
              <a:ext cx="0" cy="254807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Ellipse 57">
              <a:extLst>
                <a:ext uri="{FF2B5EF4-FFF2-40B4-BE49-F238E27FC236}">
                  <a16:creationId xmlns:a16="http://schemas.microsoft.com/office/drawing/2014/main" id="{A9F6CE40-83D9-0A34-46B9-D575B43B4B2C}"/>
                </a:ext>
              </a:extLst>
            </p:cNvPr>
            <p:cNvSpPr/>
            <p:nvPr/>
          </p:nvSpPr>
          <p:spPr>
            <a:xfrm rot="10800000">
              <a:off x="4566937" y="1514670"/>
              <a:ext cx="72000" cy="72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00" dirty="0">
                  <a:solidFill>
                    <a:schemeClr val="tx1"/>
                  </a:solidFill>
                </a:rPr>
                <a:t>M</a:t>
              </a:r>
            </a:p>
          </p:txBody>
        </p:sp>
        <p:sp>
          <p:nvSpPr>
            <p:cNvPr id="59" name="Ellipse 58">
              <a:extLst>
                <a:ext uri="{FF2B5EF4-FFF2-40B4-BE49-F238E27FC236}">
                  <a16:creationId xmlns:a16="http://schemas.microsoft.com/office/drawing/2014/main" id="{47D4EC35-AD47-3716-2B30-89EFC0162A8D}"/>
                </a:ext>
              </a:extLst>
            </p:cNvPr>
            <p:cNvSpPr/>
            <p:nvPr/>
          </p:nvSpPr>
          <p:spPr>
            <a:xfrm rot="10800000">
              <a:off x="4560870" y="1343138"/>
              <a:ext cx="72000" cy="72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00" dirty="0">
                  <a:solidFill>
                    <a:schemeClr val="tx1"/>
                  </a:solidFill>
                </a:rPr>
                <a:t>L</a:t>
              </a:r>
            </a:p>
          </p:txBody>
        </p:sp>
        <p:sp>
          <p:nvSpPr>
            <p:cNvPr id="60" name="Ellipse 59">
              <a:extLst>
                <a:ext uri="{FF2B5EF4-FFF2-40B4-BE49-F238E27FC236}">
                  <a16:creationId xmlns:a16="http://schemas.microsoft.com/office/drawing/2014/main" id="{5597E063-DC92-DB8F-80B3-4907ADEBA35B}"/>
                </a:ext>
              </a:extLst>
            </p:cNvPr>
            <p:cNvSpPr/>
            <p:nvPr/>
          </p:nvSpPr>
          <p:spPr>
            <a:xfrm rot="10800000">
              <a:off x="4557489" y="1842329"/>
              <a:ext cx="72000" cy="72000"/>
            </a:xfrm>
            <a:prstGeom prst="ellipse">
              <a:avLst/>
            </a:prstGeom>
            <a:gradFill flip="none" rotWithShape="1">
              <a:gsLst>
                <a:gs pos="0">
                  <a:schemeClr val="accent4">
                    <a:lumMod val="5000"/>
                    <a:lumOff val="95000"/>
                  </a:schemeClr>
                </a:gs>
                <a:gs pos="74000">
                  <a:schemeClr val="accent4">
                    <a:lumMod val="45000"/>
                    <a:lumOff val="55000"/>
                  </a:schemeClr>
                </a:gs>
                <a:gs pos="83000">
                  <a:schemeClr val="accent4">
                    <a:lumMod val="45000"/>
                    <a:lumOff val="55000"/>
                  </a:schemeClr>
                </a:gs>
                <a:gs pos="100000">
                  <a:schemeClr val="accent4">
                    <a:lumMod val="30000"/>
                    <a:lumOff val="7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300" dirty="0">
                  <a:solidFill>
                    <a:schemeClr val="tx1"/>
                  </a:solidFill>
                </a:rPr>
                <a:t>S</a:t>
              </a:r>
            </a:p>
          </p:txBody>
        </p: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97F26B4C-98F9-99FA-3814-8809F7716C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80587" y="1550670"/>
              <a:ext cx="180000" cy="0"/>
            </a:xfrm>
            <a:prstGeom prst="line">
              <a:avLst/>
            </a:prstGeom>
            <a:ln w="3175">
              <a:prstDash val="lgDashDot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907974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hteck 40">
            <a:extLst>
              <a:ext uri="{FF2B5EF4-FFF2-40B4-BE49-F238E27FC236}">
                <a16:creationId xmlns:a16="http://schemas.microsoft.com/office/drawing/2014/main" id="{CDCACD00-31B3-0BE7-3346-B895C1002105}"/>
              </a:ext>
            </a:extLst>
          </p:cNvPr>
          <p:cNvSpPr/>
          <p:nvPr/>
        </p:nvSpPr>
        <p:spPr bwMode="auto">
          <a:xfrm flipH="1">
            <a:off x="9400597" y="3562304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Anlieferung Schüttgut im Wendelförderer (Annahme)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4293904" y="45943"/>
            <a:ext cx="2881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1 - Gehäuse positionieren 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76C560F-9752-DDB6-E4D1-7590ACF169F5}"/>
              </a:ext>
            </a:extLst>
          </p:cNvPr>
          <p:cNvSpPr/>
          <p:nvPr/>
        </p:nvSpPr>
        <p:spPr bwMode="auto">
          <a:xfrm flipH="1">
            <a:off x="10173812" y="1128168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Gehäuse positionieren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9454BA57-BC02-F2C8-C26E-DA5A62A84372}"/>
              </a:ext>
            </a:extLst>
          </p:cNvPr>
          <p:cNvSpPr/>
          <p:nvPr/>
        </p:nvSpPr>
        <p:spPr>
          <a:xfrm>
            <a:off x="9894592" y="109660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541" y="2904405"/>
            <a:ext cx="1591849" cy="2160000"/>
          </a:xfrm>
          <a:prstGeom prst="rect">
            <a:avLst/>
          </a:prstGeom>
        </p:spPr>
      </p:pic>
      <p:pic>
        <p:nvPicPr>
          <p:cNvPr id="38" name="Grafik 37">
            <a:extLst>
              <a:ext uri="{FF2B5EF4-FFF2-40B4-BE49-F238E27FC236}">
                <a16:creationId xmlns:a16="http://schemas.microsoft.com/office/drawing/2014/main" id="{D798A0A1-77BC-38AF-7E04-55D8E397D77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6814610" y="3234459"/>
            <a:ext cx="594618" cy="854762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DAB8D0C-B0C9-CAB6-0DF0-8088132E78FC}"/>
              </a:ext>
            </a:extLst>
          </p:cNvPr>
          <p:cNvGrpSpPr/>
          <p:nvPr/>
        </p:nvGrpSpPr>
        <p:grpSpPr>
          <a:xfrm>
            <a:off x="7111919" y="1586819"/>
            <a:ext cx="1411915" cy="2318246"/>
            <a:chOff x="7111919" y="1586819"/>
            <a:chExt cx="1411915" cy="2318246"/>
          </a:xfrm>
        </p:grpSpPr>
        <p:grpSp>
          <p:nvGrpSpPr>
            <p:cNvPr id="39" name="Gruppieren 2">
              <a:extLst>
                <a:ext uri="{FF2B5EF4-FFF2-40B4-BE49-F238E27FC236}">
                  <a16:creationId xmlns:a16="http://schemas.microsoft.com/office/drawing/2014/main" id="{E9823DFE-5C6E-DD46-291D-E0F16AC945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11919" y="1586819"/>
              <a:ext cx="1411915" cy="1445418"/>
              <a:chOff x="7453891" y="4594627"/>
              <a:chExt cx="859559" cy="865188"/>
            </a:xfrm>
            <a:solidFill>
              <a:schemeClr val="bg1">
                <a:lumMod val="95000"/>
              </a:schemeClr>
            </a:solidFill>
          </p:grpSpPr>
          <p:sp>
            <p:nvSpPr>
              <p:cNvPr id="40" name="Bogen 39">
                <a:extLst>
                  <a:ext uri="{FF2B5EF4-FFF2-40B4-BE49-F238E27FC236}">
                    <a16:creationId xmlns:a16="http://schemas.microsoft.com/office/drawing/2014/main" id="{8F5FF933-B879-4361-AC4C-AD3816AB1CB0}"/>
                  </a:ext>
                </a:extLst>
              </p:cNvPr>
              <p:cNvSpPr/>
              <p:nvPr/>
            </p:nvSpPr>
            <p:spPr bwMode="auto">
              <a:xfrm rot="16200000">
                <a:off x="7451077" y="4597441"/>
                <a:ext cx="865188" cy="859559"/>
              </a:xfrm>
              <a:prstGeom prst="arc">
                <a:avLst>
                  <a:gd name="adj1" fmla="val 16377969"/>
                  <a:gd name="adj2" fmla="val 16172947"/>
                </a:avLst>
              </a:prstGeom>
              <a:grpFill/>
              <a:ln w="3175">
                <a:solidFill>
                  <a:srgbClr val="4D4D4D"/>
                </a:solidFill>
                <a:prstDash val="lgDashDotDot"/>
                <a:headEnd type="none" w="sm" len="med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  <p:cxnSp>
            <p:nvCxnSpPr>
              <p:cNvPr id="44" name="Gerader Verbinder 3">
                <a:extLst>
                  <a:ext uri="{FF2B5EF4-FFF2-40B4-BE49-F238E27FC236}">
                    <a16:creationId xmlns:a16="http://schemas.microsoft.com/office/drawing/2014/main" id="{C7D568CF-EEEF-534A-EE8B-9326E31A20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-5400000">
                <a:off x="7723742" y="5010322"/>
                <a:ext cx="320722" cy="0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  <p:cxnSp>
            <p:nvCxnSpPr>
              <p:cNvPr id="45" name="Gerader Verbinder 61">
                <a:extLst>
                  <a:ext uri="{FF2B5EF4-FFF2-40B4-BE49-F238E27FC236}">
                    <a16:creationId xmlns:a16="http://schemas.microsoft.com/office/drawing/2014/main" id="{F86B9F5E-1B17-BA71-9DCB-3A73FC8B32C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-5400000">
                <a:off x="7899184" y="4863480"/>
                <a:ext cx="0" cy="306385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</p:grpSp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27315A14-5055-7323-F368-78A01DA4757E}"/>
                </a:ext>
              </a:extLst>
            </p:cNvPr>
            <p:cNvSpPr/>
            <p:nvPr/>
          </p:nvSpPr>
          <p:spPr bwMode="auto">
            <a:xfrm rot="10768814">
              <a:off x="7123796" y="2288030"/>
              <a:ext cx="295100" cy="1597664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de-DE" sz="600" dirty="0">
                <a:solidFill>
                  <a:srgbClr val="4D4D4D"/>
                </a:solidFill>
              </a:endParaRPr>
            </a:p>
          </p:txBody>
        </p:sp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8680F815-8B8A-76A5-F820-54F158C951B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591724" y="3440681"/>
              <a:ext cx="0" cy="464384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C0881C18-BB49-9278-E935-133BEC32FA9B}"/>
              </a:ext>
            </a:extLst>
          </p:cNvPr>
          <p:cNvCxnSpPr>
            <a:cxnSpLocks/>
          </p:cNvCxnSpPr>
          <p:nvPr/>
        </p:nvCxnSpPr>
        <p:spPr bwMode="auto">
          <a:xfrm flipH="1">
            <a:off x="6966641" y="4160340"/>
            <a:ext cx="280197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53A0098-12F7-F9CD-2D48-C8208952CDB1}"/>
              </a:ext>
            </a:extLst>
          </p:cNvPr>
          <p:cNvCxnSpPr>
            <a:cxnSpLocks/>
            <a:endCxn id="30" idx="3"/>
          </p:cNvCxnSpPr>
          <p:nvPr/>
        </p:nvCxnSpPr>
        <p:spPr bwMode="auto">
          <a:xfrm flipH="1">
            <a:off x="5683390" y="3984405"/>
            <a:ext cx="1111891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Grafik 55">
            <a:extLst>
              <a:ext uri="{FF2B5EF4-FFF2-40B4-BE49-F238E27FC236}">
                <a16:creationId xmlns:a16="http://schemas.microsoft.com/office/drawing/2014/main" id="{78011069-394C-C6AF-AE36-7C579B7F99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4592" y="1810630"/>
            <a:ext cx="759338" cy="1353982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5FC486CE-5575-1CA6-F160-60BEEA6B124D}"/>
              </a:ext>
            </a:extLst>
          </p:cNvPr>
          <p:cNvSpPr/>
          <p:nvPr/>
        </p:nvSpPr>
        <p:spPr>
          <a:xfrm>
            <a:off x="642847" y="483642"/>
            <a:ext cx="679508" cy="1133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3ABF273-BEA5-8999-F80C-E88421F5F1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187748" y="2540214"/>
            <a:ext cx="4194803" cy="2089897"/>
          </a:xfrm>
          <a:prstGeom prst="rect">
            <a:avLst/>
          </a:prstGeom>
        </p:spPr>
      </p:pic>
      <p:cxnSp>
        <p:nvCxnSpPr>
          <p:cNvPr id="26" name="Gerader Verbinder 25">
            <a:extLst>
              <a:ext uri="{FF2B5EF4-FFF2-40B4-BE49-F238E27FC236}">
                <a16:creationId xmlns:a16="http://schemas.microsoft.com/office/drawing/2014/main" id="{48067FAC-7FFC-AA0B-6F7E-AD91DEEC0549}"/>
              </a:ext>
            </a:extLst>
          </p:cNvPr>
          <p:cNvCxnSpPr>
            <a:cxnSpLocks/>
            <a:stCxn id="30" idx="1"/>
            <a:endCxn id="50" idx="3"/>
          </p:cNvCxnSpPr>
          <p:nvPr/>
        </p:nvCxnSpPr>
        <p:spPr bwMode="auto">
          <a:xfrm flipH="1">
            <a:off x="2070938" y="3984405"/>
            <a:ext cx="2020603" cy="366167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hteck 35">
            <a:extLst>
              <a:ext uri="{FF2B5EF4-FFF2-40B4-BE49-F238E27FC236}">
                <a16:creationId xmlns:a16="http://schemas.microsoft.com/office/drawing/2014/main" id="{54B74E34-4DF4-AD8C-E4E8-B297F8CA682A}"/>
              </a:ext>
            </a:extLst>
          </p:cNvPr>
          <p:cNvSpPr/>
          <p:nvPr/>
        </p:nvSpPr>
        <p:spPr bwMode="auto">
          <a:xfrm flipH="1">
            <a:off x="5352763" y="372621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N2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F32D6F2-4780-3B05-A077-0DF2EDB38EB1}"/>
              </a:ext>
            </a:extLst>
          </p:cNvPr>
          <p:cNvSpPr/>
          <p:nvPr/>
        </p:nvSpPr>
        <p:spPr bwMode="auto">
          <a:xfrm flipH="1">
            <a:off x="5351002" y="4206060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N1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42" name="Rechteck 41">
            <a:extLst>
              <a:ext uri="{FF2B5EF4-FFF2-40B4-BE49-F238E27FC236}">
                <a16:creationId xmlns:a16="http://schemas.microsoft.com/office/drawing/2014/main" id="{C3473AFD-4FDF-F42A-F9AC-44CBCEDB9673}"/>
              </a:ext>
            </a:extLst>
          </p:cNvPr>
          <p:cNvSpPr/>
          <p:nvPr/>
        </p:nvSpPr>
        <p:spPr bwMode="auto">
          <a:xfrm flipH="1">
            <a:off x="5351002" y="396154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N3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DB8D0795-1621-63D2-F7C0-0799912CAB67}"/>
              </a:ext>
            </a:extLst>
          </p:cNvPr>
          <p:cNvSpPr/>
          <p:nvPr/>
        </p:nvSpPr>
        <p:spPr>
          <a:xfrm>
            <a:off x="1925863" y="427568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F4E70E53-71F6-25E3-A235-2C250B887F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44993" y="4489113"/>
            <a:ext cx="1146657" cy="115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986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165B0C36-C7A4-8571-28CD-A76E0E371B43}"/>
              </a:ext>
            </a:extLst>
          </p:cNvPr>
          <p:cNvGrpSpPr/>
          <p:nvPr/>
        </p:nvGrpSpPr>
        <p:grpSpPr>
          <a:xfrm rot="10800000">
            <a:off x="7620439" y="4171653"/>
            <a:ext cx="1021597" cy="1782031"/>
            <a:chOff x="7192195" y="2690540"/>
            <a:chExt cx="1021597" cy="1782031"/>
          </a:xfrm>
        </p:grpSpPr>
        <p:grpSp>
          <p:nvGrpSpPr>
            <p:cNvPr id="39" name="Gruppieren 2">
              <a:extLst>
                <a:ext uri="{FF2B5EF4-FFF2-40B4-BE49-F238E27FC236}">
                  <a16:creationId xmlns:a16="http://schemas.microsoft.com/office/drawing/2014/main" id="{E9823DFE-5C6E-DD46-291D-E0F16AC945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2195" y="2690540"/>
              <a:ext cx="1018038" cy="1042196"/>
              <a:chOff x="7693678" y="4835985"/>
              <a:chExt cx="619771" cy="623830"/>
            </a:xfrm>
            <a:solidFill>
              <a:schemeClr val="bg1">
                <a:lumMod val="95000"/>
              </a:schemeClr>
            </a:solidFill>
          </p:grpSpPr>
          <p:sp>
            <p:nvSpPr>
              <p:cNvPr id="40" name="Bogen 39">
                <a:extLst>
                  <a:ext uri="{FF2B5EF4-FFF2-40B4-BE49-F238E27FC236}">
                    <a16:creationId xmlns:a16="http://schemas.microsoft.com/office/drawing/2014/main" id="{8F5FF933-B879-4361-AC4C-AD3816AB1C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7691649" y="4838014"/>
                <a:ext cx="623830" cy="619771"/>
              </a:xfrm>
              <a:prstGeom prst="arc">
                <a:avLst>
                  <a:gd name="adj1" fmla="val 16377969"/>
                  <a:gd name="adj2" fmla="val 16344407"/>
                </a:avLst>
              </a:prstGeom>
              <a:grpFill/>
              <a:ln w="3175">
                <a:solidFill>
                  <a:srgbClr val="4D4D4D"/>
                </a:solidFill>
                <a:prstDash val="lgDashDotDot"/>
                <a:headEnd type="none" w="sm" len="med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  <p:cxnSp>
            <p:nvCxnSpPr>
              <p:cNvPr id="44" name="Gerader Verbinder 3">
                <a:extLst>
                  <a:ext uri="{FF2B5EF4-FFF2-40B4-BE49-F238E27FC236}">
                    <a16:creationId xmlns:a16="http://schemas.microsoft.com/office/drawing/2014/main" id="{C7D568CF-EEEF-534A-EE8B-9326E31A20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7842252" y="5141272"/>
                <a:ext cx="320722" cy="0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  <p:cxnSp>
            <p:nvCxnSpPr>
              <p:cNvPr id="45" name="Gerader Verbinder 61">
                <a:extLst>
                  <a:ext uri="{FF2B5EF4-FFF2-40B4-BE49-F238E27FC236}">
                    <a16:creationId xmlns:a16="http://schemas.microsoft.com/office/drawing/2014/main" id="{F86B9F5E-1B17-BA71-9DCB-3A73FC8B32C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8010364" y="4994429"/>
                <a:ext cx="0" cy="306385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</p:grpSp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27315A14-5055-7323-F368-78A01DA4757E}"/>
                </a:ext>
              </a:extLst>
            </p:cNvPr>
            <p:cNvSpPr/>
            <p:nvPr/>
          </p:nvSpPr>
          <p:spPr bwMode="auto">
            <a:xfrm rot="10768814">
              <a:off x="8069761" y="3247898"/>
              <a:ext cx="144031" cy="1224673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de-DE" sz="600" dirty="0">
                <a:solidFill>
                  <a:srgbClr val="4D4D4D"/>
                </a:solidFill>
              </a:endParaRPr>
            </a:p>
          </p:txBody>
        </p:sp>
      </p:grpSp>
      <p:sp>
        <p:nvSpPr>
          <p:cNvPr id="41" name="Rechteck 40">
            <a:extLst>
              <a:ext uri="{FF2B5EF4-FFF2-40B4-BE49-F238E27FC236}">
                <a16:creationId xmlns:a16="http://schemas.microsoft.com/office/drawing/2014/main" id="{CDCACD00-31B3-0BE7-3346-B895C1002105}"/>
              </a:ext>
            </a:extLst>
          </p:cNvPr>
          <p:cNvSpPr/>
          <p:nvPr/>
        </p:nvSpPr>
        <p:spPr bwMode="auto">
          <a:xfrm flipH="1">
            <a:off x="9699345" y="4346052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Anlieferung Schüttgut im Wendelförderer (Annahme)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4293904" y="45943"/>
            <a:ext cx="2881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2 - Stößel positionieren 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8033" y="2798314"/>
            <a:ext cx="1591849" cy="2160000"/>
          </a:xfrm>
          <a:prstGeom prst="rect">
            <a:avLst/>
          </a:prstGeom>
        </p:spPr>
      </p:pic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680F815-8B8A-76A5-F820-54F158C951BF}"/>
              </a:ext>
            </a:extLst>
          </p:cNvPr>
          <p:cNvCxnSpPr>
            <a:cxnSpLocks/>
          </p:cNvCxnSpPr>
          <p:nvPr/>
        </p:nvCxnSpPr>
        <p:spPr bwMode="auto">
          <a:xfrm flipV="1">
            <a:off x="7242211" y="4493663"/>
            <a:ext cx="0" cy="58065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C0881C18-BB49-9278-E935-133BEC32FA9B}"/>
              </a:ext>
            </a:extLst>
          </p:cNvPr>
          <p:cNvCxnSpPr>
            <a:cxnSpLocks/>
          </p:cNvCxnSpPr>
          <p:nvPr/>
        </p:nvCxnSpPr>
        <p:spPr bwMode="auto">
          <a:xfrm flipH="1">
            <a:off x="7368029" y="3974320"/>
            <a:ext cx="280197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53A0098-12F7-F9CD-2D48-C8208952CDB1}"/>
              </a:ext>
            </a:extLst>
          </p:cNvPr>
          <p:cNvCxnSpPr>
            <a:cxnSpLocks/>
          </p:cNvCxnSpPr>
          <p:nvPr/>
        </p:nvCxnSpPr>
        <p:spPr bwMode="auto">
          <a:xfrm flipH="1">
            <a:off x="6129882" y="4106914"/>
            <a:ext cx="1045617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5E8E41D6-FAE4-64F3-5456-39085E4C5030}"/>
              </a:ext>
            </a:extLst>
          </p:cNvPr>
          <p:cNvSpPr/>
          <p:nvPr/>
        </p:nvSpPr>
        <p:spPr bwMode="auto">
          <a:xfrm flipH="1">
            <a:off x="10202907" y="134543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Stößel positionieren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DE8ADB45-E82A-05B7-42B8-9ABC03DB1792}"/>
              </a:ext>
            </a:extLst>
          </p:cNvPr>
          <p:cNvSpPr/>
          <p:nvPr/>
        </p:nvSpPr>
        <p:spPr>
          <a:xfrm>
            <a:off x="9893808" y="134543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A2F0CE0-5C91-040F-1D99-4FFD447F880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tretch>
            <a:fillRect/>
          </a:stretch>
        </p:blipFill>
        <p:spPr>
          <a:xfrm>
            <a:off x="7270596" y="4038103"/>
            <a:ext cx="521070" cy="1023892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F15CB599-4EAE-B472-4DB2-C6B84E9071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5767" y="2005522"/>
            <a:ext cx="291144" cy="158558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A9E98F4-620B-FF81-2C9A-6C727CEEC3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187748" y="2540214"/>
            <a:ext cx="4194803" cy="2089897"/>
          </a:xfrm>
          <a:prstGeom prst="rect">
            <a:avLst/>
          </a:prstGeom>
        </p:spPr>
      </p:pic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CF13422E-3F16-5352-8B25-0A8B88B4B257}"/>
              </a:ext>
            </a:extLst>
          </p:cNvPr>
          <p:cNvCxnSpPr>
            <a:cxnSpLocks/>
            <a:stCxn id="30" idx="1"/>
            <a:endCxn id="24" idx="3"/>
          </p:cNvCxnSpPr>
          <p:nvPr/>
        </p:nvCxnSpPr>
        <p:spPr bwMode="auto">
          <a:xfrm flipH="1" flipV="1">
            <a:off x="2070939" y="3817909"/>
            <a:ext cx="2467094" cy="60405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 19">
            <a:extLst>
              <a:ext uri="{FF2B5EF4-FFF2-40B4-BE49-F238E27FC236}">
                <a16:creationId xmlns:a16="http://schemas.microsoft.com/office/drawing/2014/main" id="{DEE7E5B3-0050-EE5A-9F40-1769198AD7BA}"/>
              </a:ext>
            </a:extLst>
          </p:cNvPr>
          <p:cNvSpPr/>
          <p:nvPr/>
        </p:nvSpPr>
        <p:spPr bwMode="auto">
          <a:xfrm flipH="1">
            <a:off x="5777941" y="362706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N2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277BD575-6331-740D-D333-0DA5A99FCC34}"/>
              </a:ext>
            </a:extLst>
          </p:cNvPr>
          <p:cNvSpPr/>
          <p:nvPr/>
        </p:nvSpPr>
        <p:spPr bwMode="auto">
          <a:xfrm flipH="1">
            <a:off x="5776180" y="4106914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N1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D6A0823E-9F7C-49E0-7D65-C249A9A9D3E2}"/>
              </a:ext>
            </a:extLst>
          </p:cNvPr>
          <p:cNvSpPr/>
          <p:nvPr/>
        </p:nvSpPr>
        <p:spPr bwMode="auto">
          <a:xfrm flipH="1">
            <a:off x="5776180" y="3862399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N3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863D8512-4248-0A52-62E7-68D01BD4DB7D}"/>
              </a:ext>
            </a:extLst>
          </p:cNvPr>
          <p:cNvSpPr/>
          <p:nvPr/>
        </p:nvSpPr>
        <p:spPr>
          <a:xfrm>
            <a:off x="1925863" y="427568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E8DCE215-F3CC-82E6-1501-80D1DA093671}"/>
              </a:ext>
            </a:extLst>
          </p:cNvPr>
          <p:cNvSpPr/>
          <p:nvPr/>
        </p:nvSpPr>
        <p:spPr>
          <a:xfrm>
            <a:off x="1925864" y="374301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7EDE6242-D10A-164D-0AFF-CC3A62E4A1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08" y="4803101"/>
            <a:ext cx="1146657" cy="1150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662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D00A1C29-1C35-E2A5-30DE-266B6D3E853B}"/>
              </a:ext>
            </a:extLst>
          </p:cNvPr>
          <p:cNvGrpSpPr/>
          <p:nvPr/>
        </p:nvGrpSpPr>
        <p:grpSpPr>
          <a:xfrm rot="5400000">
            <a:off x="6950957" y="3220278"/>
            <a:ext cx="1018038" cy="1733903"/>
            <a:chOff x="7192195" y="2690540"/>
            <a:chExt cx="1018038" cy="1733903"/>
          </a:xfrm>
        </p:grpSpPr>
        <p:grpSp>
          <p:nvGrpSpPr>
            <p:cNvPr id="9" name="Gruppieren 2">
              <a:extLst>
                <a:ext uri="{FF2B5EF4-FFF2-40B4-BE49-F238E27FC236}">
                  <a16:creationId xmlns:a16="http://schemas.microsoft.com/office/drawing/2014/main" id="{4A1B3758-48CD-9ED5-6B97-A3B66130AD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2195" y="2690540"/>
              <a:ext cx="1018038" cy="1042196"/>
              <a:chOff x="7693678" y="4835985"/>
              <a:chExt cx="619771" cy="623830"/>
            </a:xfrm>
            <a:solidFill>
              <a:schemeClr val="bg1">
                <a:lumMod val="95000"/>
              </a:schemeClr>
            </a:solidFill>
          </p:grpSpPr>
          <p:sp>
            <p:nvSpPr>
              <p:cNvPr id="12" name="Bogen 11">
                <a:extLst>
                  <a:ext uri="{FF2B5EF4-FFF2-40B4-BE49-F238E27FC236}">
                    <a16:creationId xmlns:a16="http://schemas.microsoft.com/office/drawing/2014/main" id="{8BD68622-D478-C608-A00E-AF3F862DED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7691649" y="4838014"/>
                <a:ext cx="623830" cy="619771"/>
              </a:xfrm>
              <a:prstGeom prst="arc">
                <a:avLst>
                  <a:gd name="adj1" fmla="val 16377969"/>
                  <a:gd name="adj2" fmla="val 16172947"/>
                </a:avLst>
              </a:prstGeom>
              <a:grpFill/>
              <a:ln w="3175">
                <a:solidFill>
                  <a:srgbClr val="4D4D4D"/>
                </a:solidFill>
                <a:prstDash val="lgDashDotDot"/>
                <a:headEnd type="none" w="sm" len="med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  <p:cxnSp>
            <p:nvCxnSpPr>
              <p:cNvPr id="13" name="Gerader Verbinder 3">
                <a:extLst>
                  <a:ext uri="{FF2B5EF4-FFF2-40B4-BE49-F238E27FC236}">
                    <a16:creationId xmlns:a16="http://schemas.microsoft.com/office/drawing/2014/main" id="{DCE9B4F1-E27F-17BF-62D9-C3CA0967B9C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7842252" y="5141272"/>
                <a:ext cx="320722" cy="0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  <p:cxnSp>
            <p:nvCxnSpPr>
              <p:cNvPr id="14" name="Gerader Verbinder 61">
                <a:extLst>
                  <a:ext uri="{FF2B5EF4-FFF2-40B4-BE49-F238E27FC236}">
                    <a16:creationId xmlns:a16="http://schemas.microsoft.com/office/drawing/2014/main" id="{FB03BF1B-089C-A884-4D76-466D6F037E7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8010364" y="4994429"/>
                <a:ext cx="0" cy="306385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</p:grpSp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1FE79AA3-801B-F8F3-4EED-1B27CBBDAB5C}"/>
                </a:ext>
              </a:extLst>
            </p:cNvPr>
            <p:cNvSpPr/>
            <p:nvPr/>
          </p:nvSpPr>
          <p:spPr bwMode="auto">
            <a:xfrm rot="10800000">
              <a:off x="7197480" y="3199770"/>
              <a:ext cx="144031" cy="1224673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de-DE" sz="600" dirty="0">
                <a:solidFill>
                  <a:srgbClr val="4D4D4D"/>
                </a:solidFill>
              </a:endParaRPr>
            </a:p>
          </p:txBody>
        </p:sp>
      </p:grpSp>
      <p:pic>
        <p:nvPicPr>
          <p:cNvPr id="20" name="Grafik 19">
            <a:extLst>
              <a:ext uri="{FF2B5EF4-FFF2-40B4-BE49-F238E27FC236}">
                <a16:creationId xmlns:a16="http://schemas.microsoft.com/office/drawing/2014/main" id="{DF8C6619-4DD8-1CF7-72FB-1AAC29D5694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786845" y="3612671"/>
            <a:ext cx="1956490" cy="410883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CDCACD00-31B3-0BE7-3346-B895C1002105}"/>
              </a:ext>
            </a:extLst>
          </p:cNvPr>
          <p:cNvSpPr/>
          <p:nvPr/>
        </p:nvSpPr>
        <p:spPr bwMode="auto">
          <a:xfrm flipH="1">
            <a:off x="9604511" y="4131705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Anlieferung Schüttgut im Wendelförderer (Annahme)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4293904" y="45943"/>
            <a:ext cx="44005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3 - Anker auf Anschlag einpressen =&gt; AnkerBG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7986" y="2623089"/>
            <a:ext cx="1591849" cy="2160000"/>
          </a:xfrm>
          <a:prstGeom prst="rect">
            <a:avLst/>
          </a:prstGeom>
        </p:spPr>
      </p:pic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680F815-8B8A-76A5-F820-54F158C951BF}"/>
              </a:ext>
            </a:extLst>
          </p:cNvPr>
          <p:cNvCxnSpPr>
            <a:cxnSpLocks/>
          </p:cNvCxnSpPr>
          <p:nvPr/>
        </p:nvCxnSpPr>
        <p:spPr bwMode="auto">
          <a:xfrm flipH="1">
            <a:off x="6743735" y="3391185"/>
            <a:ext cx="697495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C0881C18-BB49-9278-E935-133BEC32FA9B}"/>
              </a:ext>
            </a:extLst>
          </p:cNvPr>
          <p:cNvCxnSpPr>
            <a:cxnSpLocks/>
          </p:cNvCxnSpPr>
          <p:nvPr/>
        </p:nvCxnSpPr>
        <p:spPr bwMode="auto">
          <a:xfrm>
            <a:off x="6387359" y="3703089"/>
            <a:ext cx="0" cy="143677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53A0098-12F7-F9CD-2D48-C8208952CDB1}"/>
              </a:ext>
            </a:extLst>
          </p:cNvPr>
          <p:cNvCxnSpPr>
            <a:cxnSpLocks/>
          </p:cNvCxnSpPr>
          <p:nvPr/>
        </p:nvCxnSpPr>
        <p:spPr bwMode="auto">
          <a:xfrm flipH="1">
            <a:off x="5099541" y="3931101"/>
            <a:ext cx="668216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673C7186-DFC9-9C28-820E-880D18A39D0E}"/>
              </a:ext>
            </a:extLst>
          </p:cNvPr>
          <p:cNvSpPr/>
          <p:nvPr/>
        </p:nvSpPr>
        <p:spPr bwMode="auto">
          <a:xfrm flipH="1">
            <a:off x="10180048" y="135888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 auf Anschlag einpressen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936FC5C4-1E88-660B-7EE5-AB8CB3C742A5}"/>
              </a:ext>
            </a:extLst>
          </p:cNvPr>
          <p:cNvSpPr/>
          <p:nvPr/>
        </p:nvSpPr>
        <p:spPr>
          <a:xfrm>
            <a:off x="9893807" y="135442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CE5D2BC0-98A9-2D4C-8B11-C8F37281CA9F}"/>
              </a:ext>
            </a:extLst>
          </p:cNvPr>
          <p:cNvCxnSpPr>
            <a:cxnSpLocks/>
          </p:cNvCxnSpPr>
          <p:nvPr/>
        </p:nvCxnSpPr>
        <p:spPr bwMode="auto">
          <a:xfrm flipH="1">
            <a:off x="5999288" y="3936200"/>
            <a:ext cx="388071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Bogen 24">
            <a:extLst>
              <a:ext uri="{FF2B5EF4-FFF2-40B4-BE49-F238E27FC236}">
                <a16:creationId xmlns:a16="http://schemas.microsoft.com/office/drawing/2014/main" id="{CC359ACA-4EEE-637D-C8CF-1035A7D63241}"/>
              </a:ext>
            </a:extLst>
          </p:cNvPr>
          <p:cNvSpPr>
            <a:spLocks noChangeAspect="1"/>
          </p:cNvSpPr>
          <p:nvPr/>
        </p:nvSpPr>
        <p:spPr bwMode="auto">
          <a:xfrm>
            <a:off x="5796883" y="3931101"/>
            <a:ext cx="183868" cy="179606"/>
          </a:xfrm>
          <a:prstGeom prst="arc">
            <a:avLst>
              <a:gd name="adj1" fmla="val 18999331"/>
              <a:gd name="adj2" fmla="val 11144793"/>
            </a:avLst>
          </a:prstGeom>
          <a:noFill/>
          <a:ln w="3175">
            <a:solidFill>
              <a:srgbClr val="4D4D4D"/>
            </a:solidFill>
            <a:prstDash val="lgDashDotDot"/>
            <a:headEnd type="none" w="sm" len="med"/>
            <a:tailEnd type="triangl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31" name="Pfeil: nach rechts 30">
            <a:extLst>
              <a:ext uri="{FF2B5EF4-FFF2-40B4-BE49-F238E27FC236}">
                <a16:creationId xmlns:a16="http://schemas.microsoft.com/office/drawing/2014/main" id="{4B78BA01-4EE6-4815-81C1-5BCBA7C24F48}"/>
              </a:ext>
            </a:extLst>
          </p:cNvPr>
          <p:cNvSpPr/>
          <p:nvPr/>
        </p:nvSpPr>
        <p:spPr>
          <a:xfrm>
            <a:off x="4537807" y="3798487"/>
            <a:ext cx="324000" cy="288000"/>
          </a:xfrm>
          <a:prstGeom prst="rightArrow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35" name="Grafik 34">
            <a:extLst>
              <a:ext uri="{FF2B5EF4-FFF2-40B4-BE49-F238E27FC236}">
                <a16:creationId xmlns:a16="http://schemas.microsoft.com/office/drawing/2014/main" id="{D0E60996-19E4-24CD-8CCC-20C0C766EA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1868" y="2162926"/>
            <a:ext cx="331432" cy="1544900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44872F81-4233-5008-4CC8-D2ECF03BAB2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187748" y="2540214"/>
            <a:ext cx="4194803" cy="2089897"/>
          </a:xfrm>
          <a:prstGeom prst="rect">
            <a:avLst/>
          </a:prstGeom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6A74237-A3CF-722A-4004-300D8010DBF1}"/>
              </a:ext>
            </a:extLst>
          </p:cNvPr>
          <p:cNvCxnSpPr>
            <a:cxnSpLocks/>
            <a:stCxn id="30" idx="1"/>
          </p:cNvCxnSpPr>
          <p:nvPr/>
        </p:nvCxnSpPr>
        <p:spPr bwMode="auto">
          <a:xfrm flipH="1" flipV="1">
            <a:off x="2012676" y="3630575"/>
            <a:ext cx="1775310" cy="7251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hteck 20">
            <a:extLst>
              <a:ext uri="{FF2B5EF4-FFF2-40B4-BE49-F238E27FC236}">
                <a16:creationId xmlns:a16="http://schemas.microsoft.com/office/drawing/2014/main" id="{0C4B6044-E445-9C5D-4C87-99CA10A54F05}"/>
              </a:ext>
            </a:extLst>
          </p:cNvPr>
          <p:cNvSpPr/>
          <p:nvPr/>
        </p:nvSpPr>
        <p:spPr bwMode="auto">
          <a:xfrm flipH="1">
            <a:off x="5025733" y="3433718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N2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0B5BDF5-1871-154A-7350-65A458CF6BCB}"/>
              </a:ext>
            </a:extLst>
          </p:cNvPr>
          <p:cNvSpPr/>
          <p:nvPr/>
        </p:nvSpPr>
        <p:spPr bwMode="auto">
          <a:xfrm flipH="1">
            <a:off x="5023972" y="391356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N1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7A8CD3D5-132F-93F0-5924-8DCE15703E68}"/>
              </a:ext>
            </a:extLst>
          </p:cNvPr>
          <p:cNvSpPr/>
          <p:nvPr/>
        </p:nvSpPr>
        <p:spPr bwMode="auto">
          <a:xfrm flipH="1">
            <a:off x="5023972" y="3669051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N3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C6A86BA8-A9EC-B6F4-48AD-EDF0F38EF8F6}"/>
              </a:ext>
            </a:extLst>
          </p:cNvPr>
          <p:cNvSpPr/>
          <p:nvPr/>
        </p:nvSpPr>
        <p:spPr>
          <a:xfrm>
            <a:off x="1925863" y="427568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1D89E680-7163-FE59-6437-D1C14801B48D}"/>
              </a:ext>
            </a:extLst>
          </p:cNvPr>
          <p:cNvSpPr/>
          <p:nvPr/>
        </p:nvSpPr>
        <p:spPr>
          <a:xfrm>
            <a:off x="1925864" y="374301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C671AFB2-16A1-5FD2-09AC-C5FCF3537868}"/>
              </a:ext>
            </a:extLst>
          </p:cNvPr>
          <p:cNvSpPr/>
          <p:nvPr/>
        </p:nvSpPr>
        <p:spPr>
          <a:xfrm>
            <a:off x="1925862" y="353176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6F151DA4-D8FE-ED2F-0AD7-ADA2F1664FAC}"/>
              </a:ext>
            </a:extLst>
          </p:cNvPr>
          <p:cNvSpPr/>
          <p:nvPr/>
        </p:nvSpPr>
        <p:spPr>
          <a:xfrm>
            <a:off x="4374945" y="3877101"/>
            <a:ext cx="108000" cy="108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602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D00A1C29-1C35-E2A5-30DE-266B6D3E853B}"/>
              </a:ext>
            </a:extLst>
          </p:cNvPr>
          <p:cNvGrpSpPr/>
          <p:nvPr/>
        </p:nvGrpSpPr>
        <p:grpSpPr>
          <a:xfrm>
            <a:off x="6921416" y="1900939"/>
            <a:ext cx="1018038" cy="1733903"/>
            <a:chOff x="7192195" y="2690540"/>
            <a:chExt cx="1018038" cy="1733903"/>
          </a:xfrm>
        </p:grpSpPr>
        <p:grpSp>
          <p:nvGrpSpPr>
            <p:cNvPr id="9" name="Gruppieren 2">
              <a:extLst>
                <a:ext uri="{FF2B5EF4-FFF2-40B4-BE49-F238E27FC236}">
                  <a16:creationId xmlns:a16="http://schemas.microsoft.com/office/drawing/2014/main" id="{4A1B3758-48CD-9ED5-6B97-A3B66130AD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2195" y="2690540"/>
              <a:ext cx="1018038" cy="1042196"/>
              <a:chOff x="7693678" y="4835985"/>
              <a:chExt cx="619771" cy="623830"/>
            </a:xfrm>
            <a:solidFill>
              <a:schemeClr val="bg1">
                <a:lumMod val="95000"/>
              </a:schemeClr>
            </a:solidFill>
          </p:grpSpPr>
          <p:sp>
            <p:nvSpPr>
              <p:cNvPr id="12" name="Bogen 11">
                <a:extLst>
                  <a:ext uri="{FF2B5EF4-FFF2-40B4-BE49-F238E27FC236}">
                    <a16:creationId xmlns:a16="http://schemas.microsoft.com/office/drawing/2014/main" id="{8BD68622-D478-C608-A00E-AF3F862DED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7691649" y="4838014"/>
                <a:ext cx="623830" cy="619771"/>
              </a:xfrm>
              <a:prstGeom prst="arc">
                <a:avLst>
                  <a:gd name="adj1" fmla="val 16377969"/>
                  <a:gd name="adj2" fmla="val 16172947"/>
                </a:avLst>
              </a:prstGeom>
              <a:grpFill/>
              <a:ln w="3175">
                <a:solidFill>
                  <a:srgbClr val="4D4D4D"/>
                </a:solidFill>
                <a:prstDash val="lgDashDotDot"/>
                <a:headEnd type="none" w="sm" len="med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  <p:cxnSp>
            <p:nvCxnSpPr>
              <p:cNvPr id="13" name="Gerader Verbinder 3">
                <a:extLst>
                  <a:ext uri="{FF2B5EF4-FFF2-40B4-BE49-F238E27FC236}">
                    <a16:creationId xmlns:a16="http://schemas.microsoft.com/office/drawing/2014/main" id="{DCE9B4F1-E27F-17BF-62D9-C3CA0967B9C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7842252" y="5141272"/>
                <a:ext cx="320722" cy="0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  <p:cxnSp>
            <p:nvCxnSpPr>
              <p:cNvPr id="14" name="Gerader Verbinder 61">
                <a:extLst>
                  <a:ext uri="{FF2B5EF4-FFF2-40B4-BE49-F238E27FC236}">
                    <a16:creationId xmlns:a16="http://schemas.microsoft.com/office/drawing/2014/main" id="{FB03BF1B-089C-A884-4D76-466D6F037E7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8010364" y="4994429"/>
                <a:ext cx="0" cy="306385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</p:grpSp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1FE79AA3-801B-F8F3-4EED-1B27CBBDAB5C}"/>
                </a:ext>
              </a:extLst>
            </p:cNvPr>
            <p:cNvSpPr/>
            <p:nvPr/>
          </p:nvSpPr>
          <p:spPr bwMode="auto">
            <a:xfrm rot="10800000">
              <a:off x="7197480" y="3199770"/>
              <a:ext cx="144031" cy="1224673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de-DE" sz="600" dirty="0">
                <a:solidFill>
                  <a:srgbClr val="4D4D4D"/>
                </a:solidFill>
              </a:endParaRPr>
            </a:p>
          </p:txBody>
        </p:sp>
      </p:grpSp>
      <p:pic>
        <p:nvPicPr>
          <p:cNvPr id="15" name="Grafik 14">
            <a:extLst>
              <a:ext uri="{FF2B5EF4-FFF2-40B4-BE49-F238E27FC236}">
                <a16:creationId xmlns:a16="http://schemas.microsoft.com/office/drawing/2014/main" id="{59971944-B021-4E48-0E65-B4BE8406E3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6626259" y="2583662"/>
            <a:ext cx="472370" cy="1192884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CDCACD00-31B3-0BE7-3346-B895C1002105}"/>
              </a:ext>
            </a:extLst>
          </p:cNvPr>
          <p:cNvSpPr/>
          <p:nvPr/>
        </p:nvSpPr>
        <p:spPr bwMode="auto">
          <a:xfrm flipH="1">
            <a:off x="9139573" y="2828432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Anlieferung Schüttgut im Wendelförderer (Annahme)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4293904" y="45943"/>
            <a:ext cx="3645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4 - Dichtbuchse positionieren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8253" y="2828432"/>
            <a:ext cx="1591849" cy="2160000"/>
          </a:xfrm>
          <a:prstGeom prst="rect">
            <a:avLst/>
          </a:prstGeom>
        </p:spPr>
      </p:pic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680F815-8B8A-76A5-F820-54F158C951BF}"/>
              </a:ext>
            </a:extLst>
          </p:cNvPr>
          <p:cNvCxnSpPr>
            <a:cxnSpLocks/>
          </p:cNvCxnSpPr>
          <p:nvPr/>
        </p:nvCxnSpPr>
        <p:spPr bwMode="auto">
          <a:xfrm>
            <a:off x="6832144" y="2867651"/>
            <a:ext cx="0" cy="527239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C0881C18-BB49-9278-E935-133BEC32FA9B}"/>
              </a:ext>
            </a:extLst>
          </p:cNvPr>
          <p:cNvCxnSpPr>
            <a:cxnSpLocks/>
          </p:cNvCxnSpPr>
          <p:nvPr/>
        </p:nvCxnSpPr>
        <p:spPr bwMode="auto">
          <a:xfrm flipH="1">
            <a:off x="6742469" y="3846884"/>
            <a:ext cx="223341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53A0098-12F7-F9CD-2D48-C8208952CDB1}"/>
              </a:ext>
            </a:extLst>
          </p:cNvPr>
          <p:cNvCxnSpPr>
            <a:cxnSpLocks/>
          </p:cNvCxnSpPr>
          <p:nvPr/>
        </p:nvCxnSpPr>
        <p:spPr bwMode="auto">
          <a:xfrm flipH="1">
            <a:off x="6212002" y="3697417"/>
            <a:ext cx="335828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B4BC11D0-A8CD-811D-0BC9-B7FA49C34C56}"/>
              </a:ext>
            </a:extLst>
          </p:cNvPr>
          <p:cNvSpPr/>
          <p:nvPr/>
        </p:nvSpPr>
        <p:spPr bwMode="auto">
          <a:xfrm flipH="1">
            <a:off x="9655969" y="123140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Dichtbuchse positionieren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F4E0FD41-14CF-31A8-2A23-16FF5F718286}"/>
              </a:ext>
            </a:extLst>
          </p:cNvPr>
          <p:cNvSpPr/>
          <p:nvPr/>
        </p:nvSpPr>
        <p:spPr>
          <a:xfrm>
            <a:off x="9369728" y="124664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C14839AF-A802-CDCB-25BF-549F962A26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10719902" y="1867880"/>
            <a:ext cx="734659" cy="502354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A5BEF243-72B6-9D19-4C97-70E8BCD129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188041" y="2549739"/>
            <a:ext cx="4194803" cy="2089897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2F5691C2-F526-15A4-DDE0-232193C459D7}"/>
              </a:ext>
            </a:extLst>
          </p:cNvPr>
          <p:cNvSpPr/>
          <p:nvPr/>
        </p:nvSpPr>
        <p:spPr>
          <a:xfrm>
            <a:off x="1925863" y="427568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B69D26B3-8D2F-494C-3C2C-AF517607DC14}"/>
              </a:ext>
            </a:extLst>
          </p:cNvPr>
          <p:cNvSpPr/>
          <p:nvPr/>
        </p:nvSpPr>
        <p:spPr>
          <a:xfrm>
            <a:off x="1925864" y="374301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1FC7E153-BC70-70B3-11C8-863C735B46E0}"/>
              </a:ext>
            </a:extLst>
          </p:cNvPr>
          <p:cNvSpPr/>
          <p:nvPr/>
        </p:nvSpPr>
        <p:spPr>
          <a:xfrm>
            <a:off x="1925862" y="353176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E1B16E6A-F49E-B0A6-EC08-85BA0FA912BF}"/>
              </a:ext>
            </a:extLst>
          </p:cNvPr>
          <p:cNvCxnSpPr>
            <a:cxnSpLocks/>
            <a:stCxn id="30" idx="1"/>
            <a:endCxn id="18" idx="3"/>
          </p:cNvCxnSpPr>
          <p:nvPr/>
        </p:nvCxnSpPr>
        <p:spPr bwMode="auto">
          <a:xfrm flipH="1" flipV="1">
            <a:off x="2070937" y="3392218"/>
            <a:ext cx="2587316" cy="51621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30BA0825-6137-0E7D-8073-67C3514AC087}"/>
              </a:ext>
            </a:extLst>
          </p:cNvPr>
          <p:cNvSpPr/>
          <p:nvPr/>
        </p:nvSpPr>
        <p:spPr>
          <a:xfrm>
            <a:off x="1925862" y="331732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7AF3B89-C1B4-3FC9-23E9-FBBEF793C31C}"/>
              </a:ext>
            </a:extLst>
          </p:cNvPr>
          <p:cNvSpPr/>
          <p:nvPr/>
        </p:nvSpPr>
        <p:spPr bwMode="auto">
          <a:xfrm flipH="1">
            <a:off x="5919475" y="363484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N2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ADA44EAE-3DD4-D97E-F4B1-675B8A61759F}"/>
              </a:ext>
            </a:extLst>
          </p:cNvPr>
          <p:cNvSpPr/>
          <p:nvPr/>
        </p:nvSpPr>
        <p:spPr bwMode="auto">
          <a:xfrm flipH="1">
            <a:off x="5917714" y="4114690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N1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E1F42B7-21E0-9ACD-B604-FCB2C3C43650}"/>
              </a:ext>
            </a:extLst>
          </p:cNvPr>
          <p:cNvSpPr/>
          <p:nvPr/>
        </p:nvSpPr>
        <p:spPr bwMode="auto">
          <a:xfrm flipH="1">
            <a:off x="5917714" y="387017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N3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FA409386-0E3F-5F77-B44F-82C1587CA6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9728" y="1919215"/>
            <a:ext cx="890611" cy="502355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12E13FE2-CA0B-CB2C-0691-2EF96A1245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7354" y="3983850"/>
            <a:ext cx="1963112" cy="196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1205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D00A1C29-1C35-E2A5-30DE-266B6D3E853B}"/>
              </a:ext>
            </a:extLst>
          </p:cNvPr>
          <p:cNvGrpSpPr/>
          <p:nvPr/>
        </p:nvGrpSpPr>
        <p:grpSpPr>
          <a:xfrm rot="10800000">
            <a:off x="7009264" y="3063919"/>
            <a:ext cx="1300842" cy="2153101"/>
            <a:chOff x="7192200" y="2410101"/>
            <a:chExt cx="1300842" cy="2153101"/>
          </a:xfrm>
        </p:grpSpPr>
        <p:grpSp>
          <p:nvGrpSpPr>
            <p:cNvPr id="9" name="Gruppieren 2">
              <a:extLst>
                <a:ext uri="{FF2B5EF4-FFF2-40B4-BE49-F238E27FC236}">
                  <a16:creationId xmlns:a16="http://schemas.microsoft.com/office/drawing/2014/main" id="{4A1B3758-48CD-9ED5-6B97-A3B66130AD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2200" y="2410101"/>
              <a:ext cx="1291977" cy="1322635"/>
              <a:chOff x="7693679" y="4668121"/>
              <a:chExt cx="786542" cy="791693"/>
            </a:xfrm>
            <a:solidFill>
              <a:schemeClr val="bg1">
                <a:lumMod val="95000"/>
              </a:schemeClr>
            </a:solidFill>
          </p:grpSpPr>
          <p:sp>
            <p:nvSpPr>
              <p:cNvPr id="12" name="Bogen 11">
                <a:extLst>
                  <a:ext uri="{FF2B5EF4-FFF2-40B4-BE49-F238E27FC236}">
                    <a16:creationId xmlns:a16="http://schemas.microsoft.com/office/drawing/2014/main" id="{8BD68622-D478-C608-A00E-AF3F862DED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7691103" y="4670697"/>
                <a:ext cx="791693" cy="786542"/>
              </a:xfrm>
              <a:prstGeom prst="arc">
                <a:avLst>
                  <a:gd name="adj1" fmla="val 16377969"/>
                  <a:gd name="adj2" fmla="val 16172947"/>
                </a:avLst>
              </a:prstGeom>
              <a:grpFill/>
              <a:ln w="3175">
                <a:solidFill>
                  <a:srgbClr val="4D4D4D"/>
                </a:solidFill>
                <a:prstDash val="lgDashDotDot"/>
                <a:headEnd type="none" w="sm" len="med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  <p:cxnSp>
            <p:nvCxnSpPr>
              <p:cNvPr id="13" name="Gerader Verbinder 3">
                <a:extLst>
                  <a:ext uri="{FF2B5EF4-FFF2-40B4-BE49-F238E27FC236}">
                    <a16:creationId xmlns:a16="http://schemas.microsoft.com/office/drawing/2014/main" id="{DCE9B4F1-E27F-17BF-62D9-C3CA0967B9CD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7914666" y="5063968"/>
                <a:ext cx="320722" cy="0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  <p:cxnSp>
            <p:nvCxnSpPr>
              <p:cNvPr id="14" name="Gerader Verbinder 61">
                <a:extLst>
                  <a:ext uri="{FF2B5EF4-FFF2-40B4-BE49-F238E27FC236}">
                    <a16:creationId xmlns:a16="http://schemas.microsoft.com/office/drawing/2014/main" id="{FB03BF1B-089C-A884-4D76-466D6F037E7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8082778" y="4917125"/>
                <a:ext cx="0" cy="306385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</p:grpSp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1FE79AA3-801B-F8F3-4EED-1B27CBBDAB5C}"/>
                </a:ext>
              </a:extLst>
            </p:cNvPr>
            <p:cNvSpPr/>
            <p:nvPr/>
          </p:nvSpPr>
          <p:spPr bwMode="auto">
            <a:xfrm rot="10800000">
              <a:off x="8269701" y="3071420"/>
              <a:ext cx="223341" cy="1491782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de-DE" sz="600" dirty="0">
                <a:solidFill>
                  <a:srgbClr val="4D4D4D"/>
                </a:solidFill>
              </a:endParaRPr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1BBF531F-6BAC-7D1C-3592-2560AE32D24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6596363" y="2905656"/>
            <a:ext cx="631944" cy="1048488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CDCACD00-31B3-0BE7-3346-B895C1002105}"/>
              </a:ext>
            </a:extLst>
          </p:cNvPr>
          <p:cNvSpPr/>
          <p:nvPr/>
        </p:nvSpPr>
        <p:spPr bwMode="auto">
          <a:xfrm flipH="1">
            <a:off x="9704081" y="4321948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Anlieferung Schüttgut im Wendelförderer (Annahme)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4293904" y="45943"/>
            <a:ext cx="3645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5 - Hülse in Dichtbuchse einpressen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478" y="2118789"/>
            <a:ext cx="1591849" cy="2160000"/>
          </a:xfrm>
          <a:prstGeom prst="rect">
            <a:avLst/>
          </a:prstGeom>
        </p:spPr>
      </p:pic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680F815-8B8A-76A5-F820-54F158C951BF}"/>
              </a:ext>
            </a:extLst>
          </p:cNvPr>
          <p:cNvCxnSpPr>
            <a:cxnSpLocks/>
          </p:cNvCxnSpPr>
          <p:nvPr/>
        </p:nvCxnSpPr>
        <p:spPr bwMode="auto">
          <a:xfrm flipV="1">
            <a:off x="7305665" y="3143946"/>
            <a:ext cx="0" cy="65707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C0881C18-BB49-9278-E935-133BEC32FA9B}"/>
              </a:ext>
            </a:extLst>
          </p:cNvPr>
          <p:cNvCxnSpPr>
            <a:cxnSpLocks/>
          </p:cNvCxnSpPr>
          <p:nvPr/>
        </p:nvCxnSpPr>
        <p:spPr bwMode="auto">
          <a:xfrm flipH="1">
            <a:off x="6796892" y="2844112"/>
            <a:ext cx="223341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53A0098-12F7-F9CD-2D48-C8208952CDB1}"/>
              </a:ext>
            </a:extLst>
          </p:cNvPr>
          <p:cNvCxnSpPr>
            <a:cxnSpLocks/>
          </p:cNvCxnSpPr>
          <p:nvPr/>
        </p:nvCxnSpPr>
        <p:spPr bwMode="auto">
          <a:xfrm flipH="1">
            <a:off x="6210300" y="2987774"/>
            <a:ext cx="394855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4592869C-A1B0-A918-7146-946BCEDEA35A}"/>
              </a:ext>
            </a:extLst>
          </p:cNvPr>
          <p:cNvSpPr/>
          <p:nvPr/>
        </p:nvSpPr>
        <p:spPr bwMode="auto">
          <a:xfrm flipH="1">
            <a:off x="10151172" y="125134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Hülse in Dichtbuchse einpressen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EF0A1F55-2306-AFB7-21D3-E88089FCAA93}"/>
              </a:ext>
            </a:extLst>
          </p:cNvPr>
          <p:cNvSpPr/>
          <p:nvPr/>
        </p:nvSpPr>
        <p:spPr>
          <a:xfrm>
            <a:off x="9864930" y="12662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19" name="Pfeil: nach rechts 18">
            <a:extLst>
              <a:ext uri="{FF2B5EF4-FFF2-40B4-BE49-F238E27FC236}">
                <a16:creationId xmlns:a16="http://schemas.microsoft.com/office/drawing/2014/main" id="{08078794-663B-E185-CEFD-202686C15FF2}"/>
              </a:ext>
            </a:extLst>
          </p:cNvPr>
          <p:cNvSpPr/>
          <p:nvPr/>
        </p:nvSpPr>
        <p:spPr>
          <a:xfrm>
            <a:off x="5426721" y="2844099"/>
            <a:ext cx="324000" cy="288000"/>
          </a:xfrm>
          <a:prstGeom prst="rightArrow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</a:rPr>
              <a:t>F</a:t>
            </a: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037FFA0F-8912-7965-1663-76FB5A9A77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9129" y="1932364"/>
            <a:ext cx="908029" cy="1446063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505BE4B4-9AAB-CA9D-A2E5-2CE0BF0D34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188041" y="2549739"/>
            <a:ext cx="4194803" cy="2089897"/>
          </a:xfrm>
          <a:prstGeom prst="rect">
            <a:avLst/>
          </a:prstGeom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87802EFE-EF92-2D8F-10F3-6FF0403C1AE9}"/>
              </a:ext>
            </a:extLst>
          </p:cNvPr>
          <p:cNvSpPr/>
          <p:nvPr/>
        </p:nvSpPr>
        <p:spPr>
          <a:xfrm>
            <a:off x="1925863" y="427568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C9179D59-2D55-8170-057A-5EEA1B0E0EAE}"/>
              </a:ext>
            </a:extLst>
          </p:cNvPr>
          <p:cNvSpPr/>
          <p:nvPr/>
        </p:nvSpPr>
        <p:spPr>
          <a:xfrm>
            <a:off x="1925864" y="374301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8DF7B88A-5DBD-8915-3F1C-E7263681DBA5}"/>
              </a:ext>
            </a:extLst>
          </p:cNvPr>
          <p:cNvSpPr/>
          <p:nvPr/>
        </p:nvSpPr>
        <p:spPr>
          <a:xfrm>
            <a:off x="1925862" y="353176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04EADE9D-084F-540C-341D-DAE078A0D500}"/>
              </a:ext>
            </a:extLst>
          </p:cNvPr>
          <p:cNvCxnSpPr>
            <a:cxnSpLocks/>
            <a:stCxn id="30" idx="1"/>
            <a:endCxn id="18" idx="3"/>
          </p:cNvCxnSpPr>
          <p:nvPr/>
        </p:nvCxnSpPr>
        <p:spPr bwMode="auto">
          <a:xfrm flipH="1" flipV="1">
            <a:off x="2070936" y="2730286"/>
            <a:ext cx="2606542" cy="468503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447647D2-090D-186F-94A9-F4292CFF72BE}"/>
              </a:ext>
            </a:extLst>
          </p:cNvPr>
          <p:cNvSpPr/>
          <p:nvPr/>
        </p:nvSpPr>
        <p:spPr>
          <a:xfrm>
            <a:off x="1925862" y="331732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E83300B7-30D5-5569-4AF2-CC704698C922}"/>
              </a:ext>
            </a:extLst>
          </p:cNvPr>
          <p:cNvSpPr/>
          <p:nvPr/>
        </p:nvSpPr>
        <p:spPr>
          <a:xfrm>
            <a:off x="1925861" y="265539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8DD5F321-84C9-AC0C-F165-FB714842A691}"/>
              </a:ext>
            </a:extLst>
          </p:cNvPr>
          <p:cNvSpPr/>
          <p:nvPr/>
        </p:nvSpPr>
        <p:spPr bwMode="auto">
          <a:xfrm flipH="1">
            <a:off x="5974972" y="294154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N2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D9DA6E8-B3E2-19D1-DF61-AAA12EAE7382}"/>
              </a:ext>
            </a:extLst>
          </p:cNvPr>
          <p:cNvSpPr/>
          <p:nvPr/>
        </p:nvSpPr>
        <p:spPr bwMode="auto">
          <a:xfrm flipH="1">
            <a:off x="5973211" y="3421390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N1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B46A4DD-8C87-E56E-E78F-56C42CCFCEE9}"/>
              </a:ext>
            </a:extLst>
          </p:cNvPr>
          <p:cNvSpPr/>
          <p:nvPr/>
        </p:nvSpPr>
        <p:spPr bwMode="auto">
          <a:xfrm flipH="1">
            <a:off x="5973211" y="317687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N3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B214E524-0B24-16BA-E077-4A32689333C6}"/>
              </a:ext>
            </a:extLst>
          </p:cNvPr>
          <p:cNvSpPr/>
          <p:nvPr/>
        </p:nvSpPr>
        <p:spPr>
          <a:xfrm>
            <a:off x="5271344" y="2926837"/>
            <a:ext cx="108000" cy="108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1566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4293904" y="45943"/>
            <a:ext cx="3645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6 - Ankerbaugruppe einlegen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600" y="2378667"/>
            <a:ext cx="1591849" cy="2160000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01A93978-23C8-41DB-C79D-43FF621544DE}"/>
              </a:ext>
            </a:extLst>
          </p:cNvPr>
          <p:cNvSpPr/>
          <p:nvPr/>
        </p:nvSpPr>
        <p:spPr bwMode="auto">
          <a:xfrm flipH="1">
            <a:off x="10311320" y="1227054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Ankerbaugruppe einlegen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CA99A1B4-6D56-0833-8C89-7BC6EE7BC205}"/>
              </a:ext>
            </a:extLst>
          </p:cNvPr>
          <p:cNvSpPr/>
          <p:nvPr/>
        </p:nvSpPr>
        <p:spPr>
          <a:xfrm>
            <a:off x="10025077" y="1228132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6" name="Bogen 5">
            <a:extLst>
              <a:ext uri="{FF2B5EF4-FFF2-40B4-BE49-F238E27FC236}">
                <a16:creationId xmlns:a16="http://schemas.microsoft.com/office/drawing/2014/main" id="{1A17C2C6-F4CD-F1B8-CA45-B393B85BEE68}"/>
              </a:ext>
            </a:extLst>
          </p:cNvPr>
          <p:cNvSpPr>
            <a:spLocks noChangeAspect="1"/>
          </p:cNvSpPr>
          <p:nvPr/>
        </p:nvSpPr>
        <p:spPr bwMode="auto">
          <a:xfrm>
            <a:off x="6916419" y="3214947"/>
            <a:ext cx="395654" cy="487440"/>
          </a:xfrm>
          <a:prstGeom prst="arc">
            <a:avLst>
              <a:gd name="adj1" fmla="val 16071820"/>
              <a:gd name="adj2" fmla="val 5046613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headEnd type="stealth" w="sm" len="med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3C1E42D9-78EA-096F-E5B3-C3B993B99F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9728" y="1744939"/>
            <a:ext cx="455816" cy="1470008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57D8E6-E896-1E5C-16CE-B34DF443266D}"/>
              </a:ext>
            </a:extLst>
          </p:cNvPr>
          <p:cNvGrpSpPr/>
          <p:nvPr/>
        </p:nvGrpSpPr>
        <p:grpSpPr>
          <a:xfrm>
            <a:off x="6615922" y="3214947"/>
            <a:ext cx="47480" cy="525567"/>
            <a:chOff x="5351002" y="3726212"/>
            <a:chExt cx="47480" cy="525567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57FDCEC1-0FC5-B1AE-FF9C-8AD453F91172}"/>
                </a:ext>
              </a:extLst>
            </p:cNvPr>
            <p:cNvSpPr/>
            <p:nvPr/>
          </p:nvSpPr>
          <p:spPr bwMode="auto">
            <a:xfrm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D6490A07-5205-1571-E36B-04D198732B76}"/>
                </a:ext>
              </a:extLst>
            </p:cNvPr>
            <p:cNvSpPr/>
            <p:nvPr/>
          </p:nvSpPr>
          <p:spPr bwMode="auto">
            <a:xfrm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788EFE1F-65EC-9371-5080-2C33A8498B51}"/>
                </a:ext>
              </a:extLst>
            </p:cNvPr>
            <p:cNvSpPr/>
            <p:nvPr/>
          </p:nvSpPr>
          <p:spPr bwMode="auto">
            <a:xfrm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10" name="Grafik 9">
            <a:extLst>
              <a:ext uri="{FF2B5EF4-FFF2-40B4-BE49-F238E27FC236}">
                <a16:creationId xmlns:a16="http://schemas.microsoft.com/office/drawing/2014/main" id="{29E58DEA-8E7B-1959-FF1E-2E5E29120E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188041" y="2549739"/>
            <a:ext cx="4194803" cy="2089897"/>
          </a:xfrm>
          <a:prstGeom prst="rect">
            <a:avLst/>
          </a:prstGeom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123381D4-890B-62B1-DB4A-E57E31A74EE0}"/>
              </a:ext>
            </a:extLst>
          </p:cNvPr>
          <p:cNvSpPr/>
          <p:nvPr/>
        </p:nvSpPr>
        <p:spPr>
          <a:xfrm>
            <a:off x="1925863" y="427568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7BAA7779-19AC-6931-4A11-5204198FBA79}"/>
              </a:ext>
            </a:extLst>
          </p:cNvPr>
          <p:cNvSpPr/>
          <p:nvPr/>
        </p:nvSpPr>
        <p:spPr>
          <a:xfrm>
            <a:off x="1925864" y="374301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0A4D85E-3854-B9A5-826C-4E35F55BFC3C}"/>
              </a:ext>
            </a:extLst>
          </p:cNvPr>
          <p:cNvSpPr/>
          <p:nvPr/>
        </p:nvSpPr>
        <p:spPr>
          <a:xfrm>
            <a:off x="1925862" y="353176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816C8B42-B300-3329-A25D-A99C133A45D0}"/>
              </a:ext>
            </a:extLst>
          </p:cNvPr>
          <p:cNvSpPr/>
          <p:nvPr/>
        </p:nvSpPr>
        <p:spPr>
          <a:xfrm>
            <a:off x="1925862" y="331732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BB6F55FB-F4F1-2B5D-436B-A52A566E4045}"/>
              </a:ext>
            </a:extLst>
          </p:cNvPr>
          <p:cNvSpPr/>
          <p:nvPr/>
        </p:nvSpPr>
        <p:spPr>
          <a:xfrm>
            <a:off x="1925861" y="255760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FCCB263A-DE2A-E085-1574-BAEFF31FC5C9}"/>
              </a:ext>
            </a:extLst>
          </p:cNvPr>
          <p:cNvSpPr/>
          <p:nvPr/>
        </p:nvSpPr>
        <p:spPr>
          <a:xfrm>
            <a:off x="1925861" y="2332416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B3F4464C-943E-4865-1AFF-9F1D51310182}"/>
              </a:ext>
            </a:extLst>
          </p:cNvPr>
          <p:cNvCxnSpPr>
            <a:cxnSpLocks/>
            <a:stCxn id="30" idx="1"/>
            <a:endCxn id="16" idx="3"/>
          </p:cNvCxnSpPr>
          <p:nvPr/>
        </p:nvCxnSpPr>
        <p:spPr bwMode="auto">
          <a:xfrm flipH="1" flipV="1">
            <a:off x="2070936" y="2407307"/>
            <a:ext cx="3262664" cy="105136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9" name="Grafik 18">
            <a:extLst>
              <a:ext uri="{FF2B5EF4-FFF2-40B4-BE49-F238E27FC236}">
                <a16:creationId xmlns:a16="http://schemas.microsoft.com/office/drawing/2014/main" id="{AD8A7D74-B8E9-17B9-1B4B-B1A78115DA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9213" y="3892800"/>
            <a:ext cx="1656846" cy="166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240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794426F-C4D2-D66E-B431-B6A263B3EE80}"/>
              </a:ext>
            </a:extLst>
          </p:cNvPr>
          <p:cNvGrpSpPr/>
          <p:nvPr/>
        </p:nvGrpSpPr>
        <p:grpSpPr>
          <a:xfrm rot="5400000">
            <a:off x="6670283" y="1687504"/>
            <a:ext cx="1021597" cy="1782031"/>
            <a:chOff x="7192195" y="2690540"/>
            <a:chExt cx="1021597" cy="1782031"/>
          </a:xfrm>
        </p:grpSpPr>
        <p:grpSp>
          <p:nvGrpSpPr>
            <p:cNvPr id="22" name="Gruppieren 2">
              <a:extLst>
                <a:ext uri="{FF2B5EF4-FFF2-40B4-BE49-F238E27FC236}">
                  <a16:creationId xmlns:a16="http://schemas.microsoft.com/office/drawing/2014/main" id="{FB39C0E2-173E-3467-46BA-39101FF452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2195" y="2690540"/>
              <a:ext cx="1018038" cy="1042196"/>
              <a:chOff x="7693678" y="4835985"/>
              <a:chExt cx="619771" cy="623830"/>
            </a:xfrm>
            <a:solidFill>
              <a:schemeClr val="bg1">
                <a:lumMod val="95000"/>
              </a:schemeClr>
            </a:solidFill>
          </p:grpSpPr>
          <p:sp>
            <p:nvSpPr>
              <p:cNvPr id="24" name="Bogen 23">
                <a:extLst>
                  <a:ext uri="{FF2B5EF4-FFF2-40B4-BE49-F238E27FC236}">
                    <a16:creationId xmlns:a16="http://schemas.microsoft.com/office/drawing/2014/main" id="{4A857E6B-31A1-9174-1FA3-BD087E19D1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7691649" y="4838014"/>
                <a:ext cx="623830" cy="619771"/>
              </a:xfrm>
              <a:prstGeom prst="arc">
                <a:avLst>
                  <a:gd name="adj1" fmla="val 16377969"/>
                  <a:gd name="adj2" fmla="val 16172947"/>
                </a:avLst>
              </a:prstGeom>
              <a:grpFill/>
              <a:ln w="3175">
                <a:solidFill>
                  <a:srgbClr val="4D4D4D"/>
                </a:solidFill>
                <a:prstDash val="lgDashDotDot"/>
                <a:headEnd type="none" w="sm" len="med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  <p:cxnSp>
            <p:nvCxnSpPr>
              <p:cNvPr id="26" name="Gerader Verbinder 3">
                <a:extLst>
                  <a:ext uri="{FF2B5EF4-FFF2-40B4-BE49-F238E27FC236}">
                    <a16:creationId xmlns:a16="http://schemas.microsoft.com/office/drawing/2014/main" id="{D9EE4370-C1A3-6CFA-F9D5-10B5225CA0C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7842252" y="5141272"/>
                <a:ext cx="320722" cy="0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  <p:cxnSp>
            <p:nvCxnSpPr>
              <p:cNvPr id="27" name="Gerader Verbinder 61">
                <a:extLst>
                  <a:ext uri="{FF2B5EF4-FFF2-40B4-BE49-F238E27FC236}">
                    <a16:creationId xmlns:a16="http://schemas.microsoft.com/office/drawing/2014/main" id="{C16E27CD-F03B-396A-9AD2-C90FAA229FD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8010364" y="4994429"/>
                <a:ext cx="0" cy="306385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</p:grpSp>
        <p:sp>
          <p:nvSpPr>
            <p:cNvPr id="23" name="Rechteck: abgerundete Ecken 22">
              <a:extLst>
                <a:ext uri="{FF2B5EF4-FFF2-40B4-BE49-F238E27FC236}">
                  <a16:creationId xmlns:a16="http://schemas.microsoft.com/office/drawing/2014/main" id="{7F8A5365-1F63-27D6-8E67-9DBF324585D4}"/>
                </a:ext>
              </a:extLst>
            </p:cNvPr>
            <p:cNvSpPr/>
            <p:nvPr/>
          </p:nvSpPr>
          <p:spPr bwMode="auto">
            <a:xfrm rot="10768814">
              <a:off x="8069761" y="3247898"/>
              <a:ext cx="144031" cy="1224673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de-DE" sz="600" dirty="0">
                <a:solidFill>
                  <a:srgbClr val="4D4D4D"/>
                </a:solidFill>
              </a:endParaRPr>
            </a:p>
          </p:txBody>
        </p:sp>
      </p:grpSp>
      <p:pic>
        <p:nvPicPr>
          <p:cNvPr id="34" name="Grafik 33">
            <a:extLst>
              <a:ext uri="{FF2B5EF4-FFF2-40B4-BE49-F238E27FC236}">
                <a16:creationId xmlns:a16="http://schemas.microsoft.com/office/drawing/2014/main" id="{F59F6385-0F6A-646E-5A38-F4737474B77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683461" y="2830753"/>
            <a:ext cx="1633878" cy="617288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CDCACD00-31B3-0BE7-3346-B895C1002105}"/>
              </a:ext>
            </a:extLst>
          </p:cNvPr>
          <p:cNvSpPr/>
          <p:nvPr/>
        </p:nvSpPr>
        <p:spPr bwMode="auto">
          <a:xfrm flipH="1">
            <a:off x="9441468" y="3839973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Anlieferung Schüttgut im Wendelförderer (Annahme)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4293904" y="45943"/>
            <a:ext cx="36455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7 - Abschlussscheibe einpressen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872" y="2369869"/>
            <a:ext cx="1591849" cy="2160000"/>
          </a:xfrm>
          <a:prstGeom prst="rect">
            <a:avLst/>
          </a:prstGeom>
        </p:spPr>
      </p:pic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680F815-8B8A-76A5-F820-54F158C951BF}"/>
              </a:ext>
            </a:extLst>
          </p:cNvPr>
          <p:cNvCxnSpPr>
            <a:cxnSpLocks/>
          </p:cNvCxnSpPr>
          <p:nvPr/>
        </p:nvCxnSpPr>
        <p:spPr bwMode="auto">
          <a:xfrm flipH="1">
            <a:off x="6309912" y="2853598"/>
            <a:ext cx="697495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C0881C18-BB49-9278-E935-133BEC32FA9B}"/>
              </a:ext>
            </a:extLst>
          </p:cNvPr>
          <p:cNvCxnSpPr>
            <a:cxnSpLocks/>
          </p:cNvCxnSpPr>
          <p:nvPr/>
        </p:nvCxnSpPr>
        <p:spPr bwMode="auto">
          <a:xfrm>
            <a:off x="6138177" y="3059997"/>
            <a:ext cx="0" cy="143677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53A0098-12F7-F9CD-2D48-C8208952CDB1}"/>
              </a:ext>
            </a:extLst>
          </p:cNvPr>
          <p:cNvCxnSpPr>
            <a:cxnSpLocks/>
          </p:cNvCxnSpPr>
          <p:nvPr/>
        </p:nvCxnSpPr>
        <p:spPr bwMode="auto">
          <a:xfrm flipH="1">
            <a:off x="5106613" y="3247587"/>
            <a:ext cx="511675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Pfeil: nach rechts 30">
            <a:extLst>
              <a:ext uri="{FF2B5EF4-FFF2-40B4-BE49-F238E27FC236}">
                <a16:creationId xmlns:a16="http://schemas.microsoft.com/office/drawing/2014/main" id="{4B78BA01-4EE6-4815-81C1-5BCBA7C24F48}"/>
              </a:ext>
            </a:extLst>
          </p:cNvPr>
          <p:cNvSpPr/>
          <p:nvPr/>
        </p:nvSpPr>
        <p:spPr>
          <a:xfrm>
            <a:off x="4587700" y="3088827"/>
            <a:ext cx="324000" cy="288000"/>
          </a:xfrm>
          <a:prstGeom prst="rightArrow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971B3869-5E89-AE17-7410-CF9B90E0057D}"/>
              </a:ext>
            </a:extLst>
          </p:cNvPr>
          <p:cNvSpPr/>
          <p:nvPr/>
        </p:nvSpPr>
        <p:spPr bwMode="auto">
          <a:xfrm flipH="1">
            <a:off x="10210528" y="1251224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Abschlussscheibe einpressen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0F5040B-5EFC-EF7C-4E36-52E55892D164}"/>
              </a:ext>
            </a:extLst>
          </p:cNvPr>
          <p:cNvSpPr/>
          <p:nvPr/>
        </p:nvSpPr>
        <p:spPr>
          <a:xfrm>
            <a:off x="9925072" y="12545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17B1B76-6C55-4070-1EAF-8236E9142148}"/>
              </a:ext>
            </a:extLst>
          </p:cNvPr>
          <p:cNvCxnSpPr>
            <a:cxnSpLocks/>
          </p:cNvCxnSpPr>
          <p:nvPr/>
        </p:nvCxnSpPr>
        <p:spPr bwMode="auto">
          <a:xfrm flipH="1">
            <a:off x="5907667" y="3243894"/>
            <a:ext cx="177758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Bogen 28">
            <a:extLst>
              <a:ext uri="{FF2B5EF4-FFF2-40B4-BE49-F238E27FC236}">
                <a16:creationId xmlns:a16="http://schemas.microsoft.com/office/drawing/2014/main" id="{50C71232-E8F2-6AC8-DE3B-D27435268AE7}"/>
              </a:ext>
            </a:extLst>
          </p:cNvPr>
          <p:cNvSpPr>
            <a:spLocks noChangeAspect="1"/>
          </p:cNvSpPr>
          <p:nvPr/>
        </p:nvSpPr>
        <p:spPr bwMode="auto">
          <a:xfrm>
            <a:off x="5672833" y="3247587"/>
            <a:ext cx="183868" cy="179606"/>
          </a:xfrm>
          <a:prstGeom prst="arc">
            <a:avLst>
              <a:gd name="adj1" fmla="val 21215618"/>
              <a:gd name="adj2" fmla="val 11144793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pic>
        <p:nvPicPr>
          <p:cNvPr id="39" name="Grafik 38">
            <a:extLst>
              <a:ext uri="{FF2B5EF4-FFF2-40B4-BE49-F238E27FC236}">
                <a16:creationId xmlns:a16="http://schemas.microsoft.com/office/drawing/2014/main" id="{CB0290E1-C40A-6141-4EEE-F38C53CE43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70147" y="1767101"/>
            <a:ext cx="534459" cy="1695175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ED25447-6BB5-3787-7A42-89D7C9F62DA1}"/>
              </a:ext>
            </a:extLst>
          </p:cNvPr>
          <p:cNvGrpSpPr/>
          <p:nvPr/>
        </p:nvGrpSpPr>
        <p:grpSpPr>
          <a:xfrm>
            <a:off x="5122402" y="3214947"/>
            <a:ext cx="47480" cy="525567"/>
            <a:chOff x="5351002" y="3726212"/>
            <a:chExt cx="47480" cy="525567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4F120AB7-9841-0F3A-453F-27EDE2312D2B}"/>
                </a:ext>
              </a:extLst>
            </p:cNvPr>
            <p:cNvSpPr/>
            <p:nvPr/>
          </p:nvSpPr>
          <p:spPr bwMode="auto">
            <a:xfrm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9FFA70C8-37F7-2B89-51C0-383E8E9DF475}"/>
                </a:ext>
              </a:extLst>
            </p:cNvPr>
            <p:cNvSpPr/>
            <p:nvPr/>
          </p:nvSpPr>
          <p:spPr bwMode="auto">
            <a:xfrm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C760461-5EAE-522D-93EE-ABE396DA350F}"/>
                </a:ext>
              </a:extLst>
            </p:cNvPr>
            <p:cNvSpPr/>
            <p:nvPr/>
          </p:nvSpPr>
          <p:spPr bwMode="auto">
            <a:xfrm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10" name="Grafik 9">
            <a:extLst>
              <a:ext uri="{FF2B5EF4-FFF2-40B4-BE49-F238E27FC236}">
                <a16:creationId xmlns:a16="http://schemas.microsoft.com/office/drawing/2014/main" id="{696B4B9C-3260-5669-ECA4-9D1298EF34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-188041" y="2549739"/>
            <a:ext cx="4194803" cy="2089897"/>
          </a:xfrm>
          <a:prstGeom prst="rect">
            <a:avLst/>
          </a:prstGeom>
        </p:spPr>
      </p:pic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0905F879-B24E-E7FB-AD84-C6BF39630C7D}"/>
              </a:ext>
            </a:extLst>
          </p:cNvPr>
          <p:cNvSpPr/>
          <p:nvPr/>
        </p:nvSpPr>
        <p:spPr>
          <a:xfrm>
            <a:off x="1925863" y="427568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9DD77476-76EF-6F2D-D489-925CCAA74CAB}"/>
              </a:ext>
            </a:extLst>
          </p:cNvPr>
          <p:cNvSpPr/>
          <p:nvPr/>
        </p:nvSpPr>
        <p:spPr>
          <a:xfrm>
            <a:off x="1925864" y="374301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5694A744-059E-2D95-0056-0CB2BE942871}"/>
              </a:ext>
            </a:extLst>
          </p:cNvPr>
          <p:cNvSpPr/>
          <p:nvPr/>
        </p:nvSpPr>
        <p:spPr>
          <a:xfrm>
            <a:off x="1925862" y="353176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223F0D7E-D2C3-9E36-C5BE-3F4279363BAE}"/>
              </a:ext>
            </a:extLst>
          </p:cNvPr>
          <p:cNvSpPr/>
          <p:nvPr/>
        </p:nvSpPr>
        <p:spPr>
          <a:xfrm>
            <a:off x="1925862" y="331732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6408A816-EA29-2D67-909A-CDC7421B4834}"/>
              </a:ext>
            </a:extLst>
          </p:cNvPr>
          <p:cNvSpPr/>
          <p:nvPr/>
        </p:nvSpPr>
        <p:spPr>
          <a:xfrm>
            <a:off x="1925861" y="255760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ED12F46-BBED-F395-8D2B-5261B10E4D91}"/>
              </a:ext>
            </a:extLst>
          </p:cNvPr>
          <p:cNvSpPr/>
          <p:nvPr/>
        </p:nvSpPr>
        <p:spPr>
          <a:xfrm>
            <a:off x="1925861" y="2332416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EAA47D48-5D9B-5410-392B-F26721ED3D3F}"/>
              </a:ext>
            </a:extLst>
          </p:cNvPr>
          <p:cNvSpPr/>
          <p:nvPr/>
        </p:nvSpPr>
        <p:spPr>
          <a:xfrm>
            <a:off x="1925860" y="207700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E457DC4D-2571-3AA0-BDF1-AB0AF38B7854}"/>
              </a:ext>
            </a:extLst>
          </p:cNvPr>
          <p:cNvCxnSpPr>
            <a:cxnSpLocks/>
            <a:stCxn id="30" idx="1"/>
            <a:endCxn id="17" idx="3"/>
          </p:cNvCxnSpPr>
          <p:nvPr/>
        </p:nvCxnSpPr>
        <p:spPr bwMode="auto">
          <a:xfrm flipH="1" flipV="1">
            <a:off x="2070935" y="2151896"/>
            <a:ext cx="1777937" cy="1297973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Ellipse 24">
            <a:extLst>
              <a:ext uri="{FF2B5EF4-FFF2-40B4-BE49-F238E27FC236}">
                <a16:creationId xmlns:a16="http://schemas.microsoft.com/office/drawing/2014/main" id="{9F65A37E-7680-76EA-1BE7-534C2F73B878}"/>
              </a:ext>
            </a:extLst>
          </p:cNvPr>
          <p:cNvSpPr/>
          <p:nvPr/>
        </p:nvSpPr>
        <p:spPr>
          <a:xfrm>
            <a:off x="4405975" y="3180405"/>
            <a:ext cx="108000" cy="108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3097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2794426F-C4D2-D66E-B431-B6A263B3EE80}"/>
              </a:ext>
            </a:extLst>
          </p:cNvPr>
          <p:cNvGrpSpPr/>
          <p:nvPr/>
        </p:nvGrpSpPr>
        <p:grpSpPr>
          <a:xfrm>
            <a:off x="3484053" y="1512470"/>
            <a:ext cx="1021597" cy="1782031"/>
            <a:chOff x="7192195" y="2690540"/>
            <a:chExt cx="1021597" cy="1782031"/>
          </a:xfrm>
        </p:grpSpPr>
        <p:grpSp>
          <p:nvGrpSpPr>
            <p:cNvPr id="22" name="Gruppieren 2">
              <a:extLst>
                <a:ext uri="{FF2B5EF4-FFF2-40B4-BE49-F238E27FC236}">
                  <a16:creationId xmlns:a16="http://schemas.microsoft.com/office/drawing/2014/main" id="{FB39C0E2-173E-3467-46BA-39101FF452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2195" y="2690540"/>
              <a:ext cx="1018038" cy="1042196"/>
              <a:chOff x="7693678" y="4835985"/>
              <a:chExt cx="619771" cy="623830"/>
            </a:xfrm>
            <a:solidFill>
              <a:schemeClr val="bg1">
                <a:lumMod val="95000"/>
              </a:schemeClr>
            </a:solidFill>
          </p:grpSpPr>
          <p:sp>
            <p:nvSpPr>
              <p:cNvPr id="24" name="Bogen 23">
                <a:extLst>
                  <a:ext uri="{FF2B5EF4-FFF2-40B4-BE49-F238E27FC236}">
                    <a16:creationId xmlns:a16="http://schemas.microsoft.com/office/drawing/2014/main" id="{4A857E6B-31A1-9174-1FA3-BD087E19D1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7691649" y="4838014"/>
                <a:ext cx="623830" cy="619771"/>
              </a:xfrm>
              <a:prstGeom prst="arc">
                <a:avLst>
                  <a:gd name="adj1" fmla="val 16377969"/>
                  <a:gd name="adj2" fmla="val 16172947"/>
                </a:avLst>
              </a:prstGeom>
              <a:grpFill/>
              <a:ln w="3175">
                <a:solidFill>
                  <a:srgbClr val="4D4D4D"/>
                </a:solidFill>
                <a:prstDash val="lgDashDotDot"/>
                <a:headEnd type="none" w="sm" len="med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  <p:cxnSp>
            <p:nvCxnSpPr>
              <p:cNvPr id="26" name="Gerader Verbinder 3">
                <a:extLst>
                  <a:ext uri="{FF2B5EF4-FFF2-40B4-BE49-F238E27FC236}">
                    <a16:creationId xmlns:a16="http://schemas.microsoft.com/office/drawing/2014/main" id="{D9EE4370-C1A3-6CFA-F9D5-10B5225CA0C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7842252" y="5141272"/>
                <a:ext cx="320722" cy="0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  <p:cxnSp>
            <p:nvCxnSpPr>
              <p:cNvPr id="27" name="Gerader Verbinder 61">
                <a:extLst>
                  <a:ext uri="{FF2B5EF4-FFF2-40B4-BE49-F238E27FC236}">
                    <a16:creationId xmlns:a16="http://schemas.microsoft.com/office/drawing/2014/main" id="{C16E27CD-F03B-396A-9AD2-C90FAA229FD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8010364" y="4994429"/>
                <a:ext cx="0" cy="306385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</p:grpSp>
        <p:sp>
          <p:nvSpPr>
            <p:cNvPr id="23" name="Rechteck: abgerundete Ecken 22">
              <a:extLst>
                <a:ext uri="{FF2B5EF4-FFF2-40B4-BE49-F238E27FC236}">
                  <a16:creationId xmlns:a16="http://schemas.microsoft.com/office/drawing/2014/main" id="{7F8A5365-1F63-27D6-8E67-9DBF324585D4}"/>
                </a:ext>
              </a:extLst>
            </p:cNvPr>
            <p:cNvSpPr/>
            <p:nvPr/>
          </p:nvSpPr>
          <p:spPr bwMode="auto">
            <a:xfrm rot="10800000">
              <a:off x="8069761" y="3247898"/>
              <a:ext cx="144031" cy="1224673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de-DE" sz="600" dirty="0">
                <a:solidFill>
                  <a:srgbClr val="4D4D4D"/>
                </a:solidFill>
              </a:endParaRPr>
            </a:p>
          </p:txBody>
        </p:sp>
      </p:grpSp>
      <p:sp>
        <p:nvSpPr>
          <p:cNvPr id="41" name="Rechteck 40">
            <a:extLst>
              <a:ext uri="{FF2B5EF4-FFF2-40B4-BE49-F238E27FC236}">
                <a16:creationId xmlns:a16="http://schemas.microsoft.com/office/drawing/2014/main" id="{CDCACD00-31B3-0BE7-3346-B895C1002105}"/>
              </a:ext>
            </a:extLst>
          </p:cNvPr>
          <p:cNvSpPr/>
          <p:nvPr/>
        </p:nvSpPr>
        <p:spPr bwMode="auto">
          <a:xfrm flipH="1">
            <a:off x="213648" y="3383281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Anlieferung Schüttgut im Wendelförderer (Annahme)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4135642" y="45943"/>
            <a:ext cx="3944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8 - Baugruppe drehen und Feder einlegen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300075" y="2607906"/>
            <a:ext cx="1591849" cy="2160000"/>
          </a:xfrm>
          <a:prstGeom prst="rect">
            <a:avLst/>
          </a:prstGeom>
        </p:spPr>
      </p:pic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680F815-8B8A-76A5-F820-54F158C951BF}"/>
              </a:ext>
            </a:extLst>
          </p:cNvPr>
          <p:cNvCxnSpPr>
            <a:cxnSpLocks/>
          </p:cNvCxnSpPr>
          <p:nvPr/>
        </p:nvCxnSpPr>
        <p:spPr bwMode="auto">
          <a:xfrm>
            <a:off x="4222652" y="2665469"/>
            <a:ext cx="0" cy="708625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53A0098-12F7-F9CD-2D48-C8208952CDB1}"/>
              </a:ext>
            </a:extLst>
          </p:cNvPr>
          <p:cNvCxnSpPr>
            <a:cxnSpLocks/>
          </p:cNvCxnSpPr>
          <p:nvPr/>
        </p:nvCxnSpPr>
        <p:spPr bwMode="auto">
          <a:xfrm>
            <a:off x="4835558" y="3465383"/>
            <a:ext cx="24032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17B1B76-6C55-4070-1EAF-8236E9142148}"/>
              </a:ext>
            </a:extLst>
          </p:cNvPr>
          <p:cNvCxnSpPr>
            <a:cxnSpLocks/>
          </p:cNvCxnSpPr>
          <p:nvPr/>
        </p:nvCxnSpPr>
        <p:spPr bwMode="auto">
          <a:xfrm>
            <a:off x="4471872" y="3463986"/>
            <a:ext cx="227454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4A07E5D8-4DBA-9FB3-23B0-37A83741A6BA}"/>
              </a:ext>
            </a:extLst>
          </p:cNvPr>
          <p:cNvSpPr/>
          <p:nvPr/>
        </p:nvSpPr>
        <p:spPr bwMode="auto">
          <a:xfrm flipH="1">
            <a:off x="761728" y="999649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Baugruppe drehen und Feder einlegen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52F348E-8C5D-1CEA-8AF6-D1683BF8DCD7}"/>
              </a:ext>
            </a:extLst>
          </p:cNvPr>
          <p:cNvSpPr/>
          <p:nvPr/>
        </p:nvSpPr>
        <p:spPr>
          <a:xfrm>
            <a:off x="475484" y="99171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A2209C80-4977-8F66-61BE-DE5FF2221DD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4385189" y="2229263"/>
            <a:ext cx="417259" cy="1225931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7EC9B1F-9085-86D2-1068-9C1ECB2C90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66" y="1512470"/>
            <a:ext cx="466217" cy="1451701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7137EE7-B698-0E23-6C93-D0D5C09C677F}"/>
              </a:ext>
            </a:extLst>
          </p:cNvPr>
          <p:cNvGrpSpPr/>
          <p:nvPr/>
        </p:nvGrpSpPr>
        <p:grpSpPr>
          <a:xfrm rot="10800000">
            <a:off x="5526071" y="3393187"/>
            <a:ext cx="47480" cy="525567"/>
            <a:chOff x="5351002" y="3726212"/>
            <a:chExt cx="47480" cy="525567"/>
          </a:xfrm>
        </p:grpSpPr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66746D60-E42C-F373-8401-A90EBE33E172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39564047-3B58-D8BA-8A03-E5FF6CA450D6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17EDDAC3-8CC8-194F-C3C0-0D9BB2D8BC69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C058A3CD-14EA-EF19-CCCC-3D3356F26B13}"/>
              </a:ext>
            </a:extLst>
          </p:cNvPr>
          <p:cNvCxnSpPr>
            <a:cxnSpLocks/>
            <a:stCxn id="30" idx="1"/>
            <a:endCxn id="42" idx="1"/>
          </p:cNvCxnSpPr>
          <p:nvPr/>
        </p:nvCxnSpPr>
        <p:spPr bwMode="auto">
          <a:xfrm flipV="1">
            <a:off x="6891924" y="1994937"/>
            <a:ext cx="1952316" cy="1692969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Grafik 32">
            <a:extLst>
              <a:ext uri="{FF2B5EF4-FFF2-40B4-BE49-F238E27FC236}">
                <a16:creationId xmlns:a16="http://schemas.microsoft.com/office/drawing/2014/main" id="{4687A8D0-C65D-7113-5D8B-3CE677DBF2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572E6294-2C5B-6FD7-82B9-D86A203086A4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60C85792-8D1B-E6E4-DE37-879ABD256AFB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80CAB83A-9E39-0D80-F935-86CFE713895E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3D0BA823-28DE-BA92-0AE9-5547DDAD1F83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DE861768-868D-E3D8-FAA0-1E7C42805CBC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F1B76E70-2BD4-DB94-B31C-532DAE8E7169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46FD0EA5-36C9-9133-0255-C8526BA1A1C6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3B0AC5F5-DD02-82E6-25FB-CFAFD9352F38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11" name="Bogen 10">
            <a:extLst>
              <a:ext uri="{FF2B5EF4-FFF2-40B4-BE49-F238E27FC236}">
                <a16:creationId xmlns:a16="http://schemas.microsoft.com/office/drawing/2014/main" id="{84AF0F5F-78C9-FBFD-B9C4-B5ED3DA9B07A}"/>
              </a:ext>
            </a:extLst>
          </p:cNvPr>
          <p:cNvSpPr>
            <a:spLocks noChangeAspect="1"/>
          </p:cNvSpPr>
          <p:nvPr/>
        </p:nvSpPr>
        <p:spPr bwMode="auto">
          <a:xfrm flipH="1">
            <a:off x="5154808" y="3440002"/>
            <a:ext cx="432000" cy="432794"/>
          </a:xfrm>
          <a:prstGeom prst="arc">
            <a:avLst>
              <a:gd name="adj1" fmla="val 16499384"/>
              <a:gd name="adj2" fmla="val 4715097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headEnd type="stealth" w="sm" len="sm"/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95D0CE7-FD56-2670-4BA6-381CC872FCDF}"/>
              </a:ext>
            </a:extLst>
          </p:cNvPr>
          <p:cNvGrpSpPr/>
          <p:nvPr/>
        </p:nvGrpSpPr>
        <p:grpSpPr>
          <a:xfrm>
            <a:off x="9342819" y="1272168"/>
            <a:ext cx="576000" cy="576000"/>
            <a:chOff x="5462969" y="1064925"/>
            <a:chExt cx="257980" cy="252000"/>
          </a:xfrm>
        </p:grpSpPr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E4B5D994-BED4-5A47-9996-CAD64E82C395}"/>
                </a:ext>
              </a:extLst>
            </p:cNvPr>
            <p:cNvGrpSpPr/>
            <p:nvPr/>
          </p:nvGrpSpPr>
          <p:grpSpPr>
            <a:xfrm>
              <a:off x="5524027" y="1125613"/>
              <a:ext cx="144000" cy="144000"/>
              <a:chOff x="1106196" y="3231756"/>
              <a:chExt cx="108000" cy="360000"/>
            </a:xfrm>
          </p:grpSpPr>
          <p:cxnSp>
            <p:nvCxnSpPr>
              <p:cNvPr id="16" name="Gerader Verbinder 3">
                <a:extLst>
                  <a:ext uri="{FF2B5EF4-FFF2-40B4-BE49-F238E27FC236}">
                    <a16:creationId xmlns:a16="http://schemas.microsoft.com/office/drawing/2014/main" id="{9ED7F4BF-5E10-C403-6AF0-DB19612C9EA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974107" y="3411756"/>
                <a:ext cx="360000" cy="0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  <a:prstDash val="lgDashDot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61">
                <a:extLst>
                  <a:ext uri="{FF2B5EF4-FFF2-40B4-BE49-F238E27FC236}">
                    <a16:creationId xmlns:a16="http://schemas.microsoft.com/office/drawing/2014/main" id="{322F53D5-10C6-883C-A1AD-5A177B64E06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1160196" y="3346238"/>
                <a:ext cx="0" cy="10800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</p:grpSp>
        <p:sp>
          <p:nvSpPr>
            <p:cNvPr id="14" name="Bogen 13">
              <a:extLst>
                <a:ext uri="{FF2B5EF4-FFF2-40B4-BE49-F238E27FC236}">
                  <a16:creationId xmlns:a16="http://schemas.microsoft.com/office/drawing/2014/main" id="{9A0192F4-6248-2D85-2A51-0EF7C4935C1E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5462969" y="1064925"/>
              <a:ext cx="257980" cy="252000"/>
            </a:xfrm>
            <a:prstGeom prst="arc">
              <a:avLst>
                <a:gd name="adj1" fmla="val 21567204"/>
                <a:gd name="adj2" fmla="val 11144793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type="stealth" w="sm" len="sm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b"/>
            <a:lstStyle/>
            <a:p>
              <a:pPr algn="ctr">
                <a:defRPr/>
              </a:pPr>
              <a:endParaRPr lang="de-DE" sz="800" dirty="0">
                <a:solidFill>
                  <a:srgbClr val="4D4D4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594252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2AF533FF-6007-0FFA-705B-45BCAA3C5B85}"/>
              </a:ext>
            </a:extLst>
          </p:cNvPr>
          <p:cNvGrpSpPr/>
          <p:nvPr/>
        </p:nvGrpSpPr>
        <p:grpSpPr>
          <a:xfrm rot="16200000">
            <a:off x="3273254" y="2246988"/>
            <a:ext cx="1018038" cy="1733903"/>
            <a:chOff x="7192195" y="2690540"/>
            <a:chExt cx="1018038" cy="1733903"/>
          </a:xfrm>
        </p:grpSpPr>
        <p:grpSp>
          <p:nvGrpSpPr>
            <p:cNvPr id="10" name="Gruppieren 2">
              <a:extLst>
                <a:ext uri="{FF2B5EF4-FFF2-40B4-BE49-F238E27FC236}">
                  <a16:creationId xmlns:a16="http://schemas.microsoft.com/office/drawing/2014/main" id="{8BF47A9F-3A02-8355-AF5F-2ADF5BF73F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2195" y="2690540"/>
              <a:ext cx="1018038" cy="1042196"/>
              <a:chOff x="7693678" y="4835985"/>
              <a:chExt cx="619771" cy="623830"/>
            </a:xfrm>
            <a:solidFill>
              <a:schemeClr val="bg1">
                <a:lumMod val="95000"/>
              </a:schemeClr>
            </a:solidFill>
          </p:grpSpPr>
          <p:sp>
            <p:nvSpPr>
              <p:cNvPr id="12" name="Bogen 11">
                <a:extLst>
                  <a:ext uri="{FF2B5EF4-FFF2-40B4-BE49-F238E27FC236}">
                    <a16:creationId xmlns:a16="http://schemas.microsoft.com/office/drawing/2014/main" id="{B3CE9CE7-63B4-9695-2E0E-0286E8E49C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7691649" y="4838014"/>
                <a:ext cx="623830" cy="619771"/>
              </a:xfrm>
              <a:prstGeom prst="arc">
                <a:avLst>
                  <a:gd name="adj1" fmla="val 16377969"/>
                  <a:gd name="adj2" fmla="val 16172947"/>
                </a:avLst>
              </a:prstGeom>
              <a:grpFill/>
              <a:ln w="3175">
                <a:solidFill>
                  <a:srgbClr val="4D4D4D"/>
                </a:solidFill>
                <a:prstDash val="lgDashDotDot"/>
                <a:headEnd type="none" w="sm" len="med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  <p:cxnSp>
            <p:nvCxnSpPr>
              <p:cNvPr id="13" name="Gerader Verbinder 3">
                <a:extLst>
                  <a:ext uri="{FF2B5EF4-FFF2-40B4-BE49-F238E27FC236}">
                    <a16:creationId xmlns:a16="http://schemas.microsoft.com/office/drawing/2014/main" id="{C8C767E9-63C1-61B6-20A3-087C7069DBD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7842252" y="5141272"/>
                <a:ext cx="320722" cy="0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  <p:cxnSp>
            <p:nvCxnSpPr>
              <p:cNvPr id="14" name="Gerader Verbinder 61">
                <a:extLst>
                  <a:ext uri="{FF2B5EF4-FFF2-40B4-BE49-F238E27FC236}">
                    <a16:creationId xmlns:a16="http://schemas.microsoft.com/office/drawing/2014/main" id="{1DA1A6DA-1280-00CA-66B0-A27426D9292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8010364" y="4994429"/>
                <a:ext cx="0" cy="306385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</p:grp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516D845A-1E14-9170-7408-086DA9B29443}"/>
                </a:ext>
              </a:extLst>
            </p:cNvPr>
            <p:cNvSpPr/>
            <p:nvPr/>
          </p:nvSpPr>
          <p:spPr bwMode="auto">
            <a:xfrm rot="10800000">
              <a:off x="7197480" y="3199770"/>
              <a:ext cx="144031" cy="1224673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de-DE" sz="600" dirty="0">
                <a:solidFill>
                  <a:srgbClr val="4D4D4D"/>
                </a:solidFill>
              </a:endParaRPr>
            </a:p>
          </p:txBody>
        </p:sp>
      </p:grpSp>
      <p:pic>
        <p:nvPicPr>
          <p:cNvPr id="18" name="Grafik 17">
            <a:extLst>
              <a:ext uri="{FF2B5EF4-FFF2-40B4-BE49-F238E27FC236}">
                <a16:creationId xmlns:a16="http://schemas.microsoft.com/office/drawing/2014/main" id="{FDEC9263-4D4A-8164-5924-99B99993890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517179" y="3144543"/>
            <a:ext cx="1793635" cy="466956"/>
          </a:xfrm>
          <a:prstGeom prst="rect">
            <a:avLst/>
          </a:prstGeom>
        </p:spPr>
      </p:pic>
      <p:sp>
        <p:nvSpPr>
          <p:cNvPr id="41" name="Rechteck 40">
            <a:extLst>
              <a:ext uri="{FF2B5EF4-FFF2-40B4-BE49-F238E27FC236}">
                <a16:creationId xmlns:a16="http://schemas.microsoft.com/office/drawing/2014/main" id="{CDCACD00-31B3-0BE7-3346-B895C1002105}"/>
              </a:ext>
            </a:extLst>
          </p:cNvPr>
          <p:cNvSpPr/>
          <p:nvPr/>
        </p:nvSpPr>
        <p:spPr bwMode="auto">
          <a:xfrm flipH="1">
            <a:off x="295563" y="3990468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Anlieferung Schüttgut im Wendelförderer (Annahme)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4135642" y="45943"/>
            <a:ext cx="48536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9 - Polkern auf Vormaß einpressen =&gt; Aktorbaugruppe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781648" y="2354565"/>
            <a:ext cx="1591849" cy="2160000"/>
          </a:xfrm>
          <a:prstGeom prst="rect">
            <a:avLst/>
          </a:prstGeom>
        </p:spPr>
      </p:pic>
      <p:cxnSp>
        <p:nvCxnSpPr>
          <p:cNvPr id="47" name="Gerader Verbinder 46">
            <a:extLst>
              <a:ext uri="{FF2B5EF4-FFF2-40B4-BE49-F238E27FC236}">
                <a16:creationId xmlns:a16="http://schemas.microsoft.com/office/drawing/2014/main" id="{8680F815-8B8A-76A5-F820-54F158C951BF}"/>
              </a:ext>
            </a:extLst>
          </p:cNvPr>
          <p:cNvCxnSpPr>
            <a:cxnSpLocks/>
          </p:cNvCxnSpPr>
          <p:nvPr/>
        </p:nvCxnSpPr>
        <p:spPr bwMode="auto">
          <a:xfrm>
            <a:off x="3865683" y="3709848"/>
            <a:ext cx="680279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50">
            <a:extLst>
              <a:ext uri="{FF2B5EF4-FFF2-40B4-BE49-F238E27FC236}">
                <a16:creationId xmlns:a16="http://schemas.microsoft.com/office/drawing/2014/main" id="{353A0098-12F7-F9CD-2D48-C8208952CDB1}"/>
              </a:ext>
            </a:extLst>
          </p:cNvPr>
          <p:cNvCxnSpPr>
            <a:cxnSpLocks/>
          </p:cNvCxnSpPr>
          <p:nvPr/>
        </p:nvCxnSpPr>
        <p:spPr bwMode="auto">
          <a:xfrm>
            <a:off x="5360377" y="3199423"/>
            <a:ext cx="618391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017B1B76-6C55-4070-1EAF-8236E9142148}"/>
              </a:ext>
            </a:extLst>
          </p:cNvPr>
          <p:cNvCxnSpPr>
            <a:cxnSpLocks/>
          </p:cNvCxnSpPr>
          <p:nvPr/>
        </p:nvCxnSpPr>
        <p:spPr bwMode="auto">
          <a:xfrm flipV="1">
            <a:off x="4915240" y="3259146"/>
            <a:ext cx="0" cy="200766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hteck 1">
            <a:extLst>
              <a:ext uri="{FF2B5EF4-FFF2-40B4-BE49-F238E27FC236}">
                <a16:creationId xmlns:a16="http://schemas.microsoft.com/office/drawing/2014/main" id="{5F8306CC-ECE5-94C4-4436-1FD7AFBB904D}"/>
              </a:ext>
            </a:extLst>
          </p:cNvPr>
          <p:cNvSpPr/>
          <p:nvPr/>
        </p:nvSpPr>
        <p:spPr bwMode="auto">
          <a:xfrm flipH="1">
            <a:off x="732700" y="98547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Polkern auf Vormaß einpressen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D707B3CF-6727-96BC-0851-2FA5070E4B6A}"/>
              </a:ext>
            </a:extLst>
          </p:cNvPr>
          <p:cNvSpPr/>
          <p:nvPr/>
        </p:nvSpPr>
        <p:spPr>
          <a:xfrm>
            <a:off x="446456" y="96590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20" name="Pfeil: nach links 19">
            <a:extLst>
              <a:ext uri="{FF2B5EF4-FFF2-40B4-BE49-F238E27FC236}">
                <a16:creationId xmlns:a16="http://schemas.microsoft.com/office/drawing/2014/main" id="{1FB2B877-AC97-200C-9AE6-9AB338E0FD37}"/>
              </a:ext>
            </a:extLst>
          </p:cNvPr>
          <p:cNvSpPr/>
          <p:nvPr/>
        </p:nvSpPr>
        <p:spPr>
          <a:xfrm>
            <a:off x="6305601" y="3073838"/>
            <a:ext cx="324000" cy="252000"/>
          </a:xfrm>
          <a:prstGeom prst="leftArrow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25" name="Bogen 24">
            <a:extLst>
              <a:ext uri="{FF2B5EF4-FFF2-40B4-BE49-F238E27FC236}">
                <a16:creationId xmlns:a16="http://schemas.microsoft.com/office/drawing/2014/main" id="{D185D1E3-4343-B204-3D0D-C2932CEA72DB}"/>
              </a:ext>
            </a:extLst>
          </p:cNvPr>
          <p:cNvSpPr>
            <a:spLocks noChangeAspect="1"/>
          </p:cNvSpPr>
          <p:nvPr/>
        </p:nvSpPr>
        <p:spPr bwMode="auto">
          <a:xfrm rot="10800000">
            <a:off x="4895011" y="2969259"/>
            <a:ext cx="256651" cy="252000"/>
          </a:xfrm>
          <a:prstGeom prst="arc">
            <a:avLst>
              <a:gd name="adj1" fmla="val 21170437"/>
              <a:gd name="adj2" fmla="val 11654017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 algn="ctr"/>
            <a:endParaRPr lang="de-DE" sz="800" dirty="0">
              <a:solidFill>
                <a:srgbClr val="4D4D4D"/>
              </a:solidFill>
            </a:endParaRPr>
          </a:p>
        </p:txBody>
      </p:sp>
      <p:pic>
        <p:nvPicPr>
          <p:cNvPr id="34" name="Grafik 33">
            <a:extLst>
              <a:ext uri="{FF2B5EF4-FFF2-40B4-BE49-F238E27FC236}">
                <a16:creationId xmlns:a16="http://schemas.microsoft.com/office/drawing/2014/main" id="{9BF718AF-4BF0-FF4B-0A4A-BA971D0F4D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419" y="1630371"/>
            <a:ext cx="537848" cy="189601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CE6E9DD4-F521-59EA-60D1-3235E24EBF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91338505-E5B9-45B2-79A6-EC2E76B4BDC0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778BD25-C77E-AB5E-0CE9-F92AFF9491E7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CD9692CB-46A4-81A6-2FEF-972E94D119A6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EC5596F0-8480-E025-964F-E660F0BC8983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74A3B9EC-625B-0E6D-A898-7FAC6DE3870C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323BEC84-1EF9-929C-7A2A-C1CEAD3D101C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C14E7EDC-D4E7-89C1-F2F5-C7A9D5553CAC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707AD7A5-DCA7-2662-B9B0-5F605A8DBAA1}"/>
              </a:ext>
            </a:extLst>
          </p:cNvPr>
          <p:cNvCxnSpPr>
            <a:cxnSpLocks/>
            <a:stCxn id="30" idx="1"/>
            <a:endCxn id="24" idx="1"/>
          </p:cNvCxnSpPr>
          <p:nvPr/>
        </p:nvCxnSpPr>
        <p:spPr bwMode="auto">
          <a:xfrm flipV="1">
            <a:off x="7373497" y="2219610"/>
            <a:ext cx="1470742" cy="1214955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637F48FC-483F-3304-CB66-BB09554D5BB8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FFE14ECF-DBEF-4B52-0127-1496CF023F13}"/>
              </a:ext>
            </a:extLst>
          </p:cNvPr>
          <p:cNvSpPr/>
          <p:nvPr/>
        </p:nvSpPr>
        <p:spPr>
          <a:xfrm>
            <a:off x="8844239" y="214471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3A608ED6-F217-AA5E-660E-E0AEE6B3C301}"/>
              </a:ext>
            </a:extLst>
          </p:cNvPr>
          <p:cNvGrpSpPr/>
          <p:nvPr/>
        </p:nvGrpSpPr>
        <p:grpSpPr>
          <a:xfrm rot="10800000">
            <a:off x="6011495" y="3150974"/>
            <a:ext cx="47480" cy="525567"/>
            <a:chOff x="5351002" y="3726212"/>
            <a:chExt cx="47480" cy="525567"/>
          </a:xfrm>
        </p:grpSpPr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7275513F-2CDF-437C-53CD-5D15F1EA2D0B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1484A29E-AD76-DADB-C858-3AFB8DD006A9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2CB9B7B4-9AA0-1682-AFAD-1F9668202436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sp>
        <p:nvSpPr>
          <p:cNvPr id="33" name="Ellipse 32">
            <a:extLst>
              <a:ext uri="{FF2B5EF4-FFF2-40B4-BE49-F238E27FC236}">
                <a16:creationId xmlns:a16="http://schemas.microsoft.com/office/drawing/2014/main" id="{320C5C4F-82A7-DB78-F16B-7FEA17BF363F}"/>
              </a:ext>
            </a:extLst>
          </p:cNvPr>
          <p:cNvSpPr/>
          <p:nvPr/>
        </p:nvSpPr>
        <p:spPr>
          <a:xfrm>
            <a:off x="6695967" y="3151146"/>
            <a:ext cx="108000" cy="108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00" dirty="0">
              <a:solidFill>
                <a:schemeClr val="tx1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9A567F82-7824-FEEA-4E81-51A2B22AD1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363" y="4894841"/>
            <a:ext cx="1510870" cy="151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439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3924626" y="45943"/>
            <a:ext cx="432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10 - Aktorbaugruppe einlegen und verstemmen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373223" y="2428024"/>
            <a:ext cx="1591849" cy="2160000"/>
          </a:xfrm>
          <a:prstGeom prst="rect">
            <a:avLst/>
          </a:prstGeom>
        </p:spPr>
      </p:pic>
      <p:sp>
        <p:nvSpPr>
          <p:cNvPr id="20" name="Pfeil: nach links 19">
            <a:extLst>
              <a:ext uri="{FF2B5EF4-FFF2-40B4-BE49-F238E27FC236}">
                <a16:creationId xmlns:a16="http://schemas.microsoft.com/office/drawing/2014/main" id="{1FB2B877-AC97-200C-9AE6-9AB338E0FD37}"/>
              </a:ext>
            </a:extLst>
          </p:cNvPr>
          <p:cNvSpPr/>
          <p:nvPr/>
        </p:nvSpPr>
        <p:spPr>
          <a:xfrm>
            <a:off x="4897176" y="3326047"/>
            <a:ext cx="443959" cy="363954"/>
          </a:xfrm>
          <a:prstGeom prst="leftArrow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</a:rPr>
              <a:t>F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1658E20-8763-1CB1-66C2-A30B55E7592B}"/>
              </a:ext>
            </a:extLst>
          </p:cNvPr>
          <p:cNvSpPr/>
          <p:nvPr/>
        </p:nvSpPr>
        <p:spPr bwMode="auto">
          <a:xfrm flipH="1">
            <a:off x="731364" y="975118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Aktorbaugruppe einlegen und verstemmen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37130A3E-16DD-0B68-5E55-E078E1FC40C9}"/>
              </a:ext>
            </a:extLst>
          </p:cNvPr>
          <p:cNvSpPr/>
          <p:nvPr/>
        </p:nvSpPr>
        <p:spPr>
          <a:xfrm>
            <a:off x="446193" y="924714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F52C3817-C913-CAA4-0553-F4F24EC51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263" y="1535176"/>
            <a:ext cx="551270" cy="1271524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655C71F1-CF75-4382-F883-387179FEF5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6DD50858-CDFA-5B64-EA24-B82001493A57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6F1F0C63-983E-6CBB-F19C-615EC656D6DA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9AD83947-41DA-1EFC-5676-9599485A00DB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F37578B6-0FEB-F164-0B6E-26B478ED7E8B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560F3BEF-6C7F-D4D1-C6A1-1B6E0DFA1F7E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CC0EDBB-AF27-7C7C-AD08-CBA9D97934B7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9506BA08-85B1-4FF1-F727-9BE475CDA186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A65B806D-7367-AC21-267B-A6C0C84740B2}"/>
              </a:ext>
            </a:extLst>
          </p:cNvPr>
          <p:cNvCxnSpPr>
            <a:cxnSpLocks/>
            <a:stCxn id="30" idx="1"/>
            <a:endCxn id="18" idx="1"/>
          </p:cNvCxnSpPr>
          <p:nvPr/>
        </p:nvCxnSpPr>
        <p:spPr bwMode="auto">
          <a:xfrm flipV="1">
            <a:off x="5965072" y="2651576"/>
            <a:ext cx="2879167" cy="85644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ABA04CBE-6F99-B6AE-22CE-986572072EC0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51CC5A61-C7F0-164D-36CB-100FACEE7F31}"/>
              </a:ext>
            </a:extLst>
          </p:cNvPr>
          <p:cNvSpPr/>
          <p:nvPr/>
        </p:nvSpPr>
        <p:spPr>
          <a:xfrm>
            <a:off x="8844239" y="214471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66FF2C0D-678A-1728-3E95-DD9650DAC669}"/>
              </a:ext>
            </a:extLst>
          </p:cNvPr>
          <p:cNvSpPr/>
          <p:nvPr/>
        </p:nvSpPr>
        <p:spPr>
          <a:xfrm>
            <a:off x="8844239" y="2576685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59271E3-EA5C-29D0-1AC7-CA6E3F189DF7}"/>
              </a:ext>
            </a:extLst>
          </p:cNvPr>
          <p:cNvGrpSpPr/>
          <p:nvPr/>
        </p:nvGrpSpPr>
        <p:grpSpPr>
          <a:xfrm rot="10800000">
            <a:off x="4563979" y="3186625"/>
            <a:ext cx="47480" cy="525567"/>
            <a:chOff x="5351002" y="3726212"/>
            <a:chExt cx="47480" cy="525567"/>
          </a:xfrm>
        </p:grpSpPr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BF19A824-F021-FBC8-57F6-7A55C0AFAD5D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26DD0FA7-074A-C2B2-6031-45D9A94C1ED9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0EBDC7B5-9936-6F2F-F197-ECB8F22CC0A2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sp>
        <p:nvSpPr>
          <p:cNvPr id="27" name="Ellipse 26">
            <a:extLst>
              <a:ext uri="{FF2B5EF4-FFF2-40B4-BE49-F238E27FC236}">
                <a16:creationId xmlns:a16="http://schemas.microsoft.com/office/drawing/2014/main" id="{3C853956-1B0D-6485-11DF-BA8E34B83255}"/>
              </a:ext>
            </a:extLst>
          </p:cNvPr>
          <p:cNvSpPr/>
          <p:nvPr/>
        </p:nvSpPr>
        <p:spPr>
          <a:xfrm>
            <a:off x="5412425" y="3442840"/>
            <a:ext cx="108000" cy="108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00" dirty="0">
              <a:solidFill>
                <a:schemeClr val="tx1"/>
              </a:solidFill>
            </a:endParaRPr>
          </a:p>
        </p:txBody>
      </p:sp>
      <p:sp>
        <p:nvSpPr>
          <p:cNvPr id="28" name="Bogen 27">
            <a:extLst>
              <a:ext uri="{FF2B5EF4-FFF2-40B4-BE49-F238E27FC236}">
                <a16:creationId xmlns:a16="http://schemas.microsoft.com/office/drawing/2014/main" id="{ADAB235C-E9F2-5180-99AA-6DF2000275C0}"/>
              </a:ext>
            </a:extLst>
          </p:cNvPr>
          <p:cNvSpPr>
            <a:spLocks noChangeAspect="1"/>
          </p:cNvSpPr>
          <p:nvPr/>
        </p:nvSpPr>
        <p:spPr bwMode="auto">
          <a:xfrm flipH="1">
            <a:off x="4257153" y="3206812"/>
            <a:ext cx="306826" cy="307390"/>
          </a:xfrm>
          <a:prstGeom prst="arc">
            <a:avLst>
              <a:gd name="adj1" fmla="val 16499384"/>
              <a:gd name="adj2" fmla="val 4715097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924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3924626" y="45943"/>
            <a:ext cx="432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de-DE"/>
            </a:defPPr>
            <a:lvl1pPr algn="ctr">
              <a:defRPr sz="1600" i="1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defRPr>
            </a:lvl1pPr>
          </a:lstStyle>
          <a:p>
            <a:r>
              <a:rPr lang="de-DE" dirty="0"/>
              <a:t>S 11 - Ein- und Ausgabe in RT </a:t>
            </a:r>
            <a:r>
              <a:rPr lang="de-DE" sz="1200" dirty="0"/>
              <a:t>(Pos.1 und Pos.7)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E9AAB18-F522-5C19-A80F-99B0CBCC7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9206AFE-13E2-6C5F-4F31-B80B35CBAE63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4ACDD657-2D59-0952-7B9A-4DC21E1B3FD0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B7716FC-A1C4-DFB1-6D48-89FBF8319999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2F115221-49EE-32D6-89A2-B9A1E7BD4E7E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9C2FD633-CFBC-DC68-B6AB-8326A7159120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839938FE-AD12-0421-E38F-9031A824DAD5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F10F8AF-F5E6-F32E-7217-48916ADAA9C1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C50897F1-352D-12DD-BD94-6CD8F620BF37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56CE69BF-A2B1-353A-2695-D479FC637693}"/>
              </a:ext>
            </a:extLst>
          </p:cNvPr>
          <p:cNvSpPr/>
          <p:nvPr/>
        </p:nvSpPr>
        <p:spPr>
          <a:xfrm>
            <a:off x="8844239" y="214471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B3A9D7C6-8D70-43CC-82DB-C630FCF8F5F8}"/>
              </a:ext>
            </a:extLst>
          </p:cNvPr>
          <p:cNvSpPr/>
          <p:nvPr/>
        </p:nvSpPr>
        <p:spPr>
          <a:xfrm>
            <a:off x="8844239" y="2576685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723291C7-ADFF-BBB6-BB66-18D79E2AEEB4}"/>
              </a:ext>
            </a:extLst>
          </p:cNvPr>
          <p:cNvSpPr/>
          <p:nvPr/>
        </p:nvSpPr>
        <p:spPr>
          <a:xfrm>
            <a:off x="446193" y="924714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5B66028C-D06B-EDBB-8589-217950EECBC0}"/>
              </a:ext>
            </a:extLst>
          </p:cNvPr>
          <p:cNvSpPr/>
          <p:nvPr/>
        </p:nvSpPr>
        <p:spPr>
          <a:xfrm>
            <a:off x="8844239" y="2876249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5A469846-C890-78B4-5754-8E9E53475116}"/>
              </a:ext>
            </a:extLst>
          </p:cNvPr>
          <p:cNvGrpSpPr/>
          <p:nvPr/>
        </p:nvGrpSpPr>
        <p:grpSpPr>
          <a:xfrm>
            <a:off x="2847408" y="2320446"/>
            <a:ext cx="3192557" cy="2628364"/>
            <a:chOff x="2847408" y="2320446"/>
            <a:chExt cx="3192557" cy="2628364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F278A115-CC51-A099-855D-EF64A37024B6}"/>
                </a:ext>
              </a:extLst>
            </p:cNvPr>
            <p:cNvGrpSpPr/>
            <p:nvPr/>
          </p:nvGrpSpPr>
          <p:grpSpPr>
            <a:xfrm rot="7980000">
              <a:off x="4434676" y="2986277"/>
              <a:ext cx="1421755" cy="1284479"/>
              <a:chOff x="8181651" y="5316405"/>
              <a:chExt cx="1128345" cy="1006597"/>
            </a:xfrm>
          </p:grpSpPr>
          <p:cxnSp>
            <p:nvCxnSpPr>
              <p:cNvPr id="34" name="Gerader Verbinder 33">
                <a:extLst>
                  <a:ext uri="{FF2B5EF4-FFF2-40B4-BE49-F238E27FC236}">
                    <a16:creationId xmlns:a16="http://schemas.microsoft.com/office/drawing/2014/main" id="{1DA48AEA-E872-8DCB-E7DA-1F0BEB71706F}"/>
                  </a:ext>
                </a:extLst>
              </p:cNvPr>
              <p:cNvCxnSpPr>
                <a:cxnSpLocks/>
                <a:stCxn id="26" idx="3"/>
                <a:endCxn id="27" idx="7"/>
              </p:cNvCxnSpPr>
              <p:nvPr/>
            </p:nvCxnSpPr>
            <p:spPr>
              <a:xfrm rot="13620000" flipV="1">
                <a:off x="8246187" y="5259192"/>
                <a:ext cx="1003690" cy="1123929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  <a:prstDash val="lgDashDot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r Verbinder 34">
                <a:extLst>
                  <a:ext uri="{FF2B5EF4-FFF2-40B4-BE49-F238E27FC236}">
                    <a16:creationId xmlns:a16="http://schemas.microsoft.com/office/drawing/2014/main" id="{6D33D77E-1D7A-476A-EF8B-B2EC1DC650AB}"/>
                  </a:ext>
                </a:extLst>
              </p:cNvPr>
              <p:cNvCxnSpPr>
                <a:cxnSpLocks/>
                <a:stCxn id="24" idx="5"/>
                <a:endCxn id="29" idx="1"/>
              </p:cNvCxnSpPr>
              <p:nvPr/>
            </p:nvCxnSpPr>
            <p:spPr>
              <a:xfrm rot="13620000" flipH="1" flipV="1">
                <a:off x="8244330" y="5253726"/>
                <a:ext cx="1000784" cy="1126141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  <a:prstDash val="lgDashDot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AB5F8E2D-3375-FF79-451C-E33E6B5F6095}"/>
                </a:ext>
              </a:extLst>
            </p:cNvPr>
            <p:cNvGrpSpPr/>
            <p:nvPr/>
          </p:nvGrpSpPr>
          <p:grpSpPr>
            <a:xfrm>
              <a:off x="4230476" y="2621886"/>
              <a:ext cx="1809489" cy="1998483"/>
              <a:chOff x="7993556" y="5056016"/>
              <a:chExt cx="1436060" cy="1566129"/>
            </a:xfrm>
          </p:grpSpPr>
          <p:grpSp>
            <p:nvGrpSpPr>
              <p:cNvPr id="22" name="Gruppieren 21">
                <a:extLst>
                  <a:ext uri="{FF2B5EF4-FFF2-40B4-BE49-F238E27FC236}">
                    <a16:creationId xmlns:a16="http://schemas.microsoft.com/office/drawing/2014/main" id="{744CE687-C40E-11F5-7AF6-BA62153E3CC7}"/>
                  </a:ext>
                </a:extLst>
              </p:cNvPr>
              <p:cNvGrpSpPr/>
              <p:nvPr/>
            </p:nvGrpSpPr>
            <p:grpSpPr>
              <a:xfrm>
                <a:off x="7993556" y="5056016"/>
                <a:ext cx="1436060" cy="1550823"/>
                <a:chOff x="7983491" y="5051704"/>
                <a:chExt cx="1436060" cy="1550823"/>
              </a:xfrm>
            </p:grpSpPr>
            <p:cxnSp>
              <p:nvCxnSpPr>
                <p:cNvPr id="31" name="Gerader Verbinder 30">
                  <a:extLst>
                    <a:ext uri="{FF2B5EF4-FFF2-40B4-BE49-F238E27FC236}">
                      <a16:creationId xmlns:a16="http://schemas.microsoft.com/office/drawing/2014/main" id="{DD036DA2-C9BA-B908-E258-F4FAFC977968}"/>
                    </a:ext>
                  </a:extLst>
                </p:cNvPr>
                <p:cNvCxnSpPr>
                  <a:cxnSpLocks/>
                  <a:stCxn id="23" idx="6"/>
                  <a:endCxn id="30" idx="2"/>
                </p:cNvCxnSpPr>
                <p:nvPr/>
              </p:nvCxnSpPr>
              <p:spPr>
                <a:xfrm flipH="1">
                  <a:off x="7983491" y="5840579"/>
                  <a:ext cx="1436060" cy="1172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Gerader Verbinder 32">
                  <a:extLst>
                    <a:ext uri="{FF2B5EF4-FFF2-40B4-BE49-F238E27FC236}">
                      <a16:creationId xmlns:a16="http://schemas.microsoft.com/office/drawing/2014/main" id="{DFEE8ACB-105F-41EF-F0B4-5C4B2BE56E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1180" y="5051704"/>
                  <a:ext cx="16484" cy="1550823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Ellipse 22">
                <a:extLst>
                  <a:ext uri="{FF2B5EF4-FFF2-40B4-BE49-F238E27FC236}">
                    <a16:creationId xmlns:a16="http://schemas.microsoft.com/office/drawing/2014/main" id="{1872392A-5E20-9164-87B7-8ACE12812647}"/>
                  </a:ext>
                </a:extLst>
              </p:cNvPr>
              <p:cNvSpPr/>
              <p:nvPr/>
            </p:nvSpPr>
            <p:spPr>
              <a:xfrm>
                <a:off x="9321616" y="579089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24" name="Ellipse 23">
                <a:extLst>
                  <a:ext uri="{FF2B5EF4-FFF2-40B4-BE49-F238E27FC236}">
                    <a16:creationId xmlns:a16="http://schemas.microsoft.com/office/drawing/2014/main" id="{FA74397E-2158-1325-F0FC-361A3934F1A8}"/>
                  </a:ext>
                </a:extLst>
              </p:cNvPr>
              <p:cNvSpPr/>
              <p:nvPr/>
            </p:nvSpPr>
            <p:spPr>
              <a:xfrm>
                <a:off x="9137262" y="630987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4A526B44-A823-91FE-6153-5F45E995DC20}"/>
                  </a:ext>
                </a:extLst>
              </p:cNvPr>
              <p:cNvSpPr/>
              <p:nvPr/>
            </p:nvSpPr>
            <p:spPr>
              <a:xfrm>
                <a:off x="8673730" y="6514145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26" name="Ellipse 25">
                <a:extLst>
                  <a:ext uri="{FF2B5EF4-FFF2-40B4-BE49-F238E27FC236}">
                    <a16:creationId xmlns:a16="http://schemas.microsoft.com/office/drawing/2014/main" id="{1DE98D81-1F07-CCDA-84CB-8D8890151698}"/>
                  </a:ext>
                </a:extLst>
              </p:cNvPr>
              <p:cNvSpPr/>
              <p:nvPr/>
            </p:nvSpPr>
            <p:spPr>
              <a:xfrm>
                <a:off x="8193162" y="630819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791988E4-2A01-FB1C-EFA3-939B634A957D}"/>
                  </a:ext>
                </a:extLst>
              </p:cNvPr>
              <p:cNvSpPr/>
              <p:nvPr/>
            </p:nvSpPr>
            <p:spPr>
              <a:xfrm>
                <a:off x="9133248" y="5274755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28" name="Ellipse 27">
                <a:extLst>
                  <a:ext uri="{FF2B5EF4-FFF2-40B4-BE49-F238E27FC236}">
                    <a16:creationId xmlns:a16="http://schemas.microsoft.com/office/drawing/2014/main" id="{5E1DE122-BA68-978C-2F77-E28B5A40B8B4}"/>
                  </a:ext>
                </a:extLst>
              </p:cNvPr>
              <p:cNvSpPr/>
              <p:nvPr/>
            </p:nvSpPr>
            <p:spPr>
              <a:xfrm>
                <a:off x="8657245" y="505601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9" name="Ellipse 28">
                <a:extLst>
                  <a:ext uri="{FF2B5EF4-FFF2-40B4-BE49-F238E27FC236}">
                    <a16:creationId xmlns:a16="http://schemas.microsoft.com/office/drawing/2014/main" id="{55410CE5-45E1-5C72-0C31-380D7A4BBCD3}"/>
                  </a:ext>
                </a:extLst>
              </p:cNvPr>
              <p:cNvSpPr/>
              <p:nvPr/>
            </p:nvSpPr>
            <p:spPr>
              <a:xfrm>
                <a:off x="8200119" y="5274248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0" name="Ellipse 29">
                <a:extLst>
                  <a:ext uri="{FF2B5EF4-FFF2-40B4-BE49-F238E27FC236}">
                    <a16:creationId xmlns:a16="http://schemas.microsoft.com/office/drawing/2014/main" id="{E84D201D-D5AC-D576-55F2-815793B52D6E}"/>
                  </a:ext>
                </a:extLst>
              </p:cNvPr>
              <p:cNvSpPr/>
              <p:nvPr/>
            </p:nvSpPr>
            <p:spPr>
              <a:xfrm>
                <a:off x="7993556" y="5792062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pic>
          <p:nvPicPr>
            <p:cNvPr id="37" name="Grafik 36">
              <a:extLst>
                <a:ext uri="{FF2B5EF4-FFF2-40B4-BE49-F238E27FC236}">
                  <a16:creationId xmlns:a16="http://schemas.microsoft.com/office/drawing/2014/main" id="{FF84A6F6-A1EC-8D42-738F-5A910053EB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6630" r="68820" b="16165"/>
            <a:stretch/>
          </p:blipFill>
          <p:spPr>
            <a:xfrm>
              <a:off x="2847408" y="3640711"/>
              <a:ext cx="971039" cy="1308099"/>
            </a:xfrm>
            <a:prstGeom prst="rect">
              <a:avLst/>
            </a:prstGeom>
          </p:spPr>
        </p:pic>
        <p:pic>
          <p:nvPicPr>
            <p:cNvPr id="54" name="Grafik 53">
              <a:extLst>
                <a:ext uri="{FF2B5EF4-FFF2-40B4-BE49-F238E27FC236}">
                  <a16:creationId xmlns:a16="http://schemas.microsoft.com/office/drawing/2014/main" id="{40AFC37D-26C2-65C4-0DA4-614D26D5CC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6630" r="68820" b="16165"/>
            <a:stretch/>
          </p:blipFill>
          <p:spPr>
            <a:xfrm>
              <a:off x="2847408" y="2320446"/>
              <a:ext cx="971039" cy="1308099"/>
            </a:xfrm>
            <a:prstGeom prst="rect">
              <a:avLst/>
            </a:prstGeom>
          </p:spPr>
        </p:pic>
        <p:cxnSp>
          <p:nvCxnSpPr>
            <p:cNvPr id="56" name="Gerader Verbinder 55">
              <a:extLst>
                <a:ext uri="{FF2B5EF4-FFF2-40B4-BE49-F238E27FC236}">
                  <a16:creationId xmlns:a16="http://schemas.microsoft.com/office/drawing/2014/main" id="{AD29288B-57AC-15DF-B688-7D344C5E7AE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161968" y="4294761"/>
              <a:ext cx="126000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type="stealth" w="sm" len="sm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56">
              <a:extLst>
                <a:ext uri="{FF2B5EF4-FFF2-40B4-BE49-F238E27FC236}">
                  <a16:creationId xmlns:a16="http://schemas.microsoft.com/office/drawing/2014/main" id="{1AFA6CFC-F7EB-6EA2-356B-C54DDDB196D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187134" y="2969272"/>
              <a:ext cx="126000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type="none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Bogen 69">
              <a:extLst>
                <a:ext uri="{FF2B5EF4-FFF2-40B4-BE49-F238E27FC236}">
                  <a16:creationId xmlns:a16="http://schemas.microsoft.com/office/drawing/2014/main" id="{86F33440-B6F7-847B-02F4-D577E71EF12A}"/>
                </a:ext>
              </a:extLst>
            </p:cNvPr>
            <p:cNvSpPr/>
            <p:nvPr/>
          </p:nvSpPr>
          <p:spPr bwMode="auto">
            <a:xfrm rot="5400000">
              <a:off x="4475377" y="2962946"/>
              <a:ext cx="1332000" cy="1332000"/>
            </a:xfrm>
            <a:prstGeom prst="arc">
              <a:avLst>
                <a:gd name="adj1" fmla="val 8354808"/>
                <a:gd name="adj2" fmla="val 8292106"/>
              </a:avLst>
            </a:prstGeom>
            <a:solidFill>
              <a:schemeClr val="bg1">
                <a:lumMod val="95000"/>
                <a:alpha val="22000"/>
              </a:schemeClr>
            </a:solidFill>
            <a:ln w="3175">
              <a:solidFill>
                <a:srgbClr val="4D4D4D"/>
              </a:solidFill>
              <a:prstDash val="lgDashDotDot"/>
              <a:headEnd type="none" w="sm" len="sm"/>
              <a:tailEnd type="stealth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/>
            <a:lstStyle/>
            <a:p>
              <a:pPr algn="ctr">
                <a:defRPr/>
              </a:pPr>
              <a:endParaRPr lang="de-DE" sz="800" dirty="0">
                <a:solidFill>
                  <a:srgbClr val="4D4D4D"/>
                </a:solidFill>
              </a:endParaRPr>
            </a:p>
          </p:txBody>
        </p:sp>
      </p:grpSp>
      <p:sp>
        <p:nvSpPr>
          <p:cNvPr id="81" name="Rechteck 80">
            <a:extLst>
              <a:ext uri="{FF2B5EF4-FFF2-40B4-BE49-F238E27FC236}">
                <a16:creationId xmlns:a16="http://schemas.microsoft.com/office/drawing/2014/main" id="{24B57EB4-DD86-C3D3-E5D5-2F4176000B24}"/>
              </a:ext>
            </a:extLst>
          </p:cNvPr>
          <p:cNvSpPr/>
          <p:nvPr/>
        </p:nvSpPr>
        <p:spPr bwMode="auto">
          <a:xfrm flipH="1">
            <a:off x="793179" y="91845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Eingabe in Rundtisch (Pos.1)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8F94F054-8543-E3D1-BBD5-7F38251BA0EB}"/>
              </a:ext>
            </a:extLst>
          </p:cNvPr>
          <p:cNvSpPr/>
          <p:nvPr/>
        </p:nvSpPr>
        <p:spPr bwMode="auto">
          <a:xfrm flipH="1">
            <a:off x="787871" y="1101443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Ausgabe aus (Pos.7) in LS 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F9A3951B-DA3E-CB48-F666-BAF56C247024}"/>
              </a:ext>
            </a:extLst>
          </p:cNvPr>
          <p:cNvCxnSpPr>
            <a:cxnSpLocks/>
            <a:stCxn id="29" idx="6"/>
            <a:endCxn id="21" idx="1"/>
          </p:cNvCxnSpPr>
          <p:nvPr/>
        </p:nvCxnSpPr>
        <p:spPr bwMode="auto">
          <a:xfrm flipV="1">
            <a:off x="4626837" y="2951140"/>
            <a:ext cx="4217402" cy="1813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2495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3924626" y="45943"/>
            <a:ext cx="432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12 - Achse einpressen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(Pos.2) 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CA7027B-C97D-8A28-BA53-1382B3424032}"/>
              </a:ext>
            </a:extLst>
          </p:cNvPr>
          <p:cNvSpPr/>
          <p:nvPr/>
        </p:nvSpPr>
        <p:spPr bwMode="auto">
          <a:xfrm flipH="1">
            <a:off x="802309" y="94746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Achse einpressen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10EA1D84-46B5-B2E6-12CB-B35EA3E1CBA8}"/>
              </a:ext>
            </a:extLst>
          </p:cNvPr>
          <p:cNvSpPr/>
          <p:nvPr/>
        </p:nvSpPr>
        <p:spPr>
          <a:xfrm>
            <a:off x="516064" y="88731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DDD01797-9A4E-EA7C-916D-6355A5146265}"/>
              </a:ext>
            </a:extLst>
          </p:cNvPr>
          <p:cNvGrpSpPr/>
          <p:nvPr/>
        </p:nvGrpSpPr>
        <p:grpSpPr>
          <a:xfrm rot="5400000">
            <a:off x="4097324" y="1363193"/>
            <a:ext cx="3112441" cy="1862616"/>
            <a:chOff x="1854379" y="2112556"/>
            <a:chExt cx="3112441" cy="1862616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D270D328-442B-4F9C-ECF0-149C61508171}"/>
                </a:ext>
              </a:extLst>
            </p:cNvPr>
            <p:cNvGrpSpPr/>
            <p:nvPr/>
          </p:nvGrpSpPr>
          <p:grpSpPr>
            <a:xfrm rot="16200000">
              <a:off x="2212312" y="1754623"/>
              <a:ext cx="1018038" cy="1733903"/>
              <a:chOff x="7192195" y="2690540"/>
              <a:chExt cx="1018038" cy="1733903"/>
            </a:xfrm>
          </p:grpSpPr>
          <p:grpSp>
            <p:nvGrpSpPr>
              <p:cNvPr id="6" name="Gruppieren 2">
                <a:extLst>
                  <a:ext uri="{FF2B5EF4-FFF2-40B4-BE49-F238E27FC236}">
                    <a16:creationId xmlns:a16="http://schemas.microsoft.com/office/drawing/2014/main" id="{EEF1D90F-E23D-12F5-99E2-FB49598D12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92195" y="2690540"/>
                <a:ext cx="1018038" cy="1042196"/>
                <a:chOff x="7693678" y="4835985"/>
                <a:chExt cx="619771" cy="623830"/>
              </a:xfrm>
              <a:solidFill>
                <a:schemeClr val="bg1">
                  <a:lumMod val="95000"/>
                </a:schemeClr>
              </a:solidFill>
            </p:grpSpPr>
            <p:sp>
              <p:nvSpPr>
                <p:cNvPr id="11" name="Bogen 10">
                  <a:extLst>
                    <a:ext uri="{FF2B5EF4-FFF2-40B4-BE49-F238E27FC236}">
                      <a16:creationId xmlns:a16="http://schemas.microsoft.com/office/drawing/2014/main" id="{9728EF68-D1D3-AE11-C1B0-490CC020D92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rot="16200000">
                  <a:off x="7691649" y="4838014"/>
                  <a:ext cx="623830" cy="619771"/>
                </a:xfrm>
                <a:prstGeom prst="arc">
                  <a:avLst>
                    <a:gd name="adj1" fmla="val 16377969"/>
                    <a:gd name="adj2" fmla="val 16172947"/>
                  </a:avLst>
                </a:prstGeom>
                <a:grpFill/>
                <a:ln w="3175">
                  <a:solidFill>
                    <a:srgbClr val="4D4D4D"/>
                  </a:solidFill>
                  <a:prstDash val="lgDashDotDot"/>
                  <a:headEnd type="none" w="sm" len="med"/>
                  <a:tailEnd type="none" w="sm" len="sm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b"/>
                <a:lstStyle/>
                <a:p>
                  <a:pPr algn="ctr">
                    <a:defRPr/>
                  </a:pPr>
                  <a:endParaRPr lang="de-DE" sz="800" dirty="0">
                    <a:solidFill>
                      <a:srgbClr val="4D4D4D"/>
                    </a:solidFill>
                  </a:endParaRPr>
                </a:p>
              </p:txBody>
            </p:sp>
            <p:cxnSp>
              <p:nvCxnSpPr>
                <p:cNvPr id="12" name="Gerader Verbinder 3">
                  <a:extLst>
                    <a:ext uri="{FF2B5EF4-FFF2-40B4-BE49-F238E27FC236}">
                      <a16:creationId xmlns:a16="http://schemas.microsoft.com/office/drawing/2014/main" id="{99C09528-FA70-0E4B-86DC-8D2BF37DD8BD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6200000">
                  <a:off x="7842252" y="5141272"/>
                  <a:ext cx="320722" cy="0"/>
                </a:xfrm>
                <a:prstGeom prst="line">
                  <a:avLst/>
                </a:prstGeom>
                <a:grpFill/>
                <a:ln w="3175" algn="ctr">
                  <a:solidFill>
                    <a:schemeClr val="tx1"/>
                  </a:solidFill>
                  <a:prstDash val="lgDashDot"/>
                  <a:round/>
                  <a:headEnd type="none"/>
                  <a:tailEnd type="none" w="sm" len="sm"/>
                </a:ln>
              </p:spPr>
            </p:cxnSp>
            <p:cxnSp>
              <p:nvCxnSpPr>
                <p:cNvPr id="13" name="Gerader Verbinder 61">
                  <a:extLst>
                    <a:ext uri="{FF2B5EF4-FFF2-40B4-BE49-F238E27FC236}">
                      <a16:creationId xmlns:a16="http://schemas.microsoft.com/office/drawing/2014/main" id="{FA0160BF-190A-119C-229F-8749E8625945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rot="16200000">
                  <a:off x="8010364" y="4994429"/>
                  <a:ext cx="0" cy="306385"/>
                </a:xfrm>
                <a:prstGeom prst="line">
                  <a:avLst/>
                </a:prstGeom>
                <a:grpFill/>
                <a:ln w="3175" algn="ctr">
                  <a:solidFill>
                    <a:schemeClr val="tx1"/>
                  </a:solidFill>
                  <a:prstDash val="lgDashDot"/>
                  <a:round/>
                  <a:headEnd type="none"/>
                  <a:tailEnd type="none" w="sm" len="sm"/>
                </a:ln>
              </p:spPr>
            </p:cxnSp>
          </p:grpSp>
          <p:sp>
            <p:nvSpPr>
              <p:cNvPr id="8" name="Rechteck: abgerundete Ecken 7">
                <a:extLst>
                  <a:ext uri="{FF2B5EF4-FFF2-40B4-BE49-F238E27FC236}">
                    <a16:creationId xmlns:a16="http://schemas.microsoft.com/office/drawing/2014/main" id="{40DC666E-87D2-4379-AEE3-26BAEEB80343}"/>
                  </a:ext>
                </a:extLst>
              </p:cNvPr>
              <p:cNvSpPr/>
              <p:nvPr/>
            </p:nvSpPr>
            <p:spPr bwMode="auto">
              <a:xfrm rot="10800000">
                <a:off x="7197480" y="3199770"/>
                <a:ext cx="144031" cy="1224673"/>
              </a:xfrm>
              <a:prstGeom prst="roundRect">
                <a:avLst>
                  <a:gd name="adj" fmla="val 14082"/>
                </a:avLst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rgbClr val="4D4D4D"/>
                </a:solidFill>
                <a:prstDash val="lgDashDot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 lang="de-DE" sz="600" dirty="0">
                  <a:solidFill>
                    <a:srgbClr val="4D4D4D"/>
                  </a:solidFill>
                </a:endParaRPr>
              </a:p>
            </p:txBody>
          </p:sp>
        </p:grpSp>
        <p:sp>
          <p:nvSpPr>
            <p:cNvPr id="14" name="Pfeil: nach links 13">
              <a:extLst>
                <a:ext uri="{FF2B5EF4-FFF2-40B4-BE49-F238E27FC236}">
                  <a16:creationId xmlns:a16="http://schemas.microsoft.com/office/drawing/2014/main" id="{82271357-AC62-E668-F118-E7398E2CDFB1}"/>
                </a:ext>
              </a:extLst>
            </p:cNvPr>
            <p:cNvSpPr/>
            <p:nvPr/>
          </p:nvSpPr>
          <p:spPr>
            <a:xfrm rot="7200000">
              <a:off x="4544808" y="3553161"/>
              <a:ext cx="472035" cy="371988"/>
            </a:xfrm>
            <a:prstGeom prst="leftArrow">
              <a:avLst/>
            </a:prstGeom>
            <a:no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" rtlCol="0" anchor="ctr"/>
            <a:lstStyle/>
            <a:p>
              <a:pPr algn="ctr"/>
              <a:r>
                <a:rPr lang="de-DE" sz="700" dirty="0">
                  <a:solidFill>
                    <a:schemeClr val="tx1"/>
                  </a:solidFill>
                </a:rPr>
                <a:t>F</a:t>
              </a:r>
            </a:p>
          </p:txBody>
        </p:sp>
        <p:pic>
          <p:nvPicPr>
            <p:cNvPr id="16" name="Grafik 15">
              <a:extLst>
                <a:ext uri="{FF2B5EF4-FFF2-40B4-BE49-F238E27FC236}">
                  <a16:creationId xmlns:a16="http://schemas.microsoft.com/office/drawing/2014/main" id="{9077BA8B-486C-F878-0195-1230092AC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 amt="60000"/>
            </a:blip>
            <a:stretch>
              <a:fillRect/>
            </a:stretch>
          </p:blipFill>
          <p:spPr>
            <a:xfrm>
              <a:off x="2667478" y="3007653"/>
              <a:ext cx="1465204" cy="429259"/>
            </a:xfrm>
            <a:prstGeom prst="rect">
              <a:avLst/>
            </a:prstGeom>
          </p:spPr>
        </p:pic>
        <p:cxnSp>
          <p:nvCxnSpPr>
            <p:cNvPr id="17" name="Gerader Verbinder 16">
              <a:extLst>
                <a:ext uri="{FF2B5EF4-FFF2-40B4-BE49-F238E27FC236}">
                  <a16:creationId xmlns:a16="http://schemas.microsoft.com/office/drawing/2014/main" id="{C7AA43E2-A24D-0D3E-B1E9-A5DA97F2757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25713" y="2862039"/>
              <a:ext cx="680279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4CB117B0-47A6-68BB-691E-6EDB9E137B4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203018" y="3382965"/>
              <a:ext cx="536838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A89D17B2-F72D-B445-1E69-D7F3BA9416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02707" y="3094891"/>
              <a:ext cx="0" cy="199161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Bogen 19">
              <a:extLst>
                <a:ext uri="{FF2B5EF4-FFF2-40B4-BE49-F238E27FC236}">
                  <a16:creationId xmlns:a16="http://schemas.microsoft.com/office/drawing/2014/main" id="{16A0D7A6-6C12-F2E5-58BA-D0F1EAD52EAA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3802256" y="3141260"/>
              <a:ext cx="233558" cy="287740"/>
            </a:xfrm>
            <a:prstGeom prst="arc">
              <a:avLst>
                <a:gd name="adj1" fmla="val 20661529"/>
                <a:gd name="adj2" fmla="val 11819222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b"/>
            <a:lstStyle/>
            <a:p>
              <a:pPr algn="ctr"/>
              <a:endParaRPr lang="de-DE" sz="800" dirty="0">
                <a:solidFill>
                  <a:srgbClr val="4D4D4D"/>
                </a:solidFill>
              </a:endParaRPr>
            </a:p>
          </p:txBody>
        </p:sp>
      </p:grpSp>
      <p:sp>
        <p:nvSpPr>
          <p:cNvPr id="25" name="Rechteck 24">
            <a:extLst>
              <a:ext uri="{FF2B5EF4-FFF2-40B4-BE49-F238E27FC236}">
                <a16:creationId xmlns:a16="http://schemas.microsoft.com/office/drawing/2014/main" id="{8686090F-6C4B-DFF7-D5A5-7F0FBE7C3F45}"/>
              </a:ext>
            </a:extLst>
          </p:cNvPr>
          <p:cNvSpPr/>
          <p:nvPr/>
        </p:nvSpPr>
        <p:spPr bwMode="auto">
          <a:xfrm flipH="1">
            <a:off x="309270" y="3314282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Anlieferung Schüttgut im Wendelförderer (Annahme)</a:t>
            </a:r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7813511C-FD0D-AD53-D6A0-6FD56EBD82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720" y="1304250"/>
            <a:ext cx="686285" cy="176447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1751679D-BCF9-886D-BD24-3F1C8FB431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454CBAEA-A513-5D08-17B7-BD99C902C9D8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4ACD8DB9-2D67-A782-2673-2666B981A544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6E1FB057-7AAF-E5CF-C454-C5E13CF5CA58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D5E054B-B761-4A8B-2C08-7DD73D5275EE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6875D5A-D7B0-8844-F3E0-810E4C26030E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9BFDB064-018F-906D-D22D-43D342C0BC38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DDA9E085-840E-EC97-8E85-F8A9022AE472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56EB5AEA-4FD8-CC25-B190-FB313BB4A692}"/>
              </a:ext>
            </a:extLst>
          </p:cNvPr>
          <p:cNvCxnSpPr>
            <a:cxnSpLocks/>
            <a:stCxn id="16" idx="3"/>
            <a:endCxn id="35" idx="1"/>
          </p:cNvCxnSpPr>
          <p:nvPr/>
        </p:nvCxnSpPr>
        <p:spPr bwMode="auto">
          <a:xfrm flipV="1">
            <a:off x="5475126" y="2814422"/>
            <a:ext cx="4094089" cy="20216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7FB9998-8763-1F40-5044-D8A6F6E0886F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EE28675-C15D-32CE-BAEF-6B710409D89E}"/>
              </a:ext>
            </a:extLst>
          </p:cNvPr>
          <p:cNvSpPr/>
          <p:nvPr/>
        </p:nvSpPr>
        <p:spPr>
          <a:xfrm>
            <a:off x="8844239" y="214471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24976AE0-8EAD-6A37-88A9-CAE26B808672}"/>
              </a:ext>
            </a:extLst>
          </p:cNvPr>
          <p:cNvSpPr/>
          <p:nvPr/>
        </p:nvSpPr>
        <p:spPr>
          <a:xfrm>
            <a:off x="8844239" y="2576685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8F022E5E-4AB5-C887-04A8-4CEFB533A009}"/>
              </a:ext>
            </a:extLst>
          </p:cNvPr>
          <p:cNvSpPr/>
          <p:nvPr/>
        </p:nvSpPr>
        <p:spPr>
          <a:xfrm>
            <a:off x="8844239" y="2876249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93DF8AEF-C42E-46B0-570B-C9F05417AB8F}"/>
              </a:ext>
            </a:extLst>
          </p:cNvPr>
          <p:cNvSpPr/>
          <p:nvPr/>
        </p:nvSpPr>
        <p:spPr>
          <a:xfrm>
            <a:off x="9569215" y="273953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DFC454D6-6ACF-1891-EDD4-531525299F80}"/>
              </a:ext>
            </a:extLst>
          </p:cNvPr>
          <p:cNvSpPr/>
          <p:nvPr/>
        </p:nvSpPr>
        <p:spPr>
          <a:xfrm>
            <a:off x="4585538" y="3372954"/>
            <a:ext cx="108000" cy="108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00" dirty="0">
              <a:solidFill>
                <a:schemeClr val="tx1"/>
              </a:solidFill>
            </a:endParaRPr>
          </a:p>
        </p:txBody>
      </p:sp>
      <p:cxnSp>
        <p:nvCxnSpPr>
          <p:cNvPr id="44" name="Gerader Verbinder 3">
            <a:extLst>
              <a:ext uri="{FF2B5EF4-FFF2-40B4-BE49-F238E27FC236}">
                <a16:creationId xmlns:a16="http://schemas.microsoft.com/office/drawing/2014/main" id="{C728C6F4-8E0F-56C7-6FA3-E08E6FB6D828}"/>
              </a:ext>
            </a:extLst>
          </p:cNvPr>
          <p:cNvCxnSpPr>
            <a:cxnSpLocks/>
          </p:cNvCxnSpPr>
          <p:nvPr/>
        </p:nvCxnSpPr>
        <p:spPr bwMode="auto">
          <a:xfrm rot="16200000">
            <a:off x="5147230" y="3881136"/>
            <a:ext cx="360000" cy="0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Gerader Verbinder 61">
            <a:extLst>
              <a:ext uri="{FF2B5EF4-FFF2-40B4-BE49-F238E27FC236}">
                <a16:creationId xmlns:a16="http://schemas.microsoft.com/office/drawing/2014/main" id="{70A42659-02FA-1E3E-B30A-6D0BA42FF17E}"/>
              </a:ext>
            </a:extLst>
          </p:cNvPr>
          <p:cNvCxnSpPr>
            <a:cxnSpLocks/>
          </p:cNvCxnSpPr>
          <p:nvPr/>
        </p:nvCxnSpPr>
        <p:spPr bwMode="auto">
          <a:xfrm rot="16200000">
            <a:off x="5327759" y="3689618"/>
            <a:ext cx="0" cy="360000"/>
          </a:xfrm>
          <a:prstGeom prst="line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tx1"/>
            </a:solidFill>
            <a:prstDash val="lgDashDot"/>
            <a:round/>
            <a:headEnd type="none"/>
            <a:tailEnd type="none" w="sm" len="sm"/>
          </a:ln>
        </p:spPr>
      </p:cxn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1E9F597D-0E22-678A-C4E0-DB7DD0FB55C1}"/>
              </a:ext>
            </a:extLst>
          </p:cNvPr>
          <p:cNvGrpSpPr/>
          <p:nvPr/>
        </p:nvGrpSpPr>
        <p:grpSpPr>
          <a:xfrm>
            <a:off x="3037584" y="3496851"/>
            <a:ext cx="3192557" cy="2628364"/>
            <a:chOff x="2847408" y="2320446"/>
            <a:chExt cx="3192557" cy="2628364"/>
          </a:xfrm>
        </p:grpSpPr>
        <p:grpSp>
          <p:nvGrpSpPr>
            <p:cNvPr id="36" name="Gruppieren 35">
              <a:extLst>
                <a:ext uri="{FF2B5EF4-FFF2-40B4-BE49-F238E27FC236}">
                  <a16:creationId xmlns:a16="http://schemas.microsoft.com/office/drawing/2014/main" id="{712D354B-87B9-0EC3-078A-501A4B24DD21}"/>
                </a:ext>
              </a:extLst>
            </p:cNvPr>
            <p:cNvGrpSpPr/>
            <p:nvPr/>
          </p:nvGrpSpPr>
          <p:grpSpPr>
            <a:xfrm rot="7980000">
              <a:off x="4434676" y="2986277"/>
              <a:ext cx="1421755" cy="1284479"/>
              <a:chOff x="8181651" y="5316405"/>
              <a:chExt cx="1128345" cy="1006597"/>
            </a:xfrm>
          </p:grpSpPr>
          <p:cxnSp>
            <p:nvCxnSpPr>
              <p:cNvPr id="61" name="Gerader Verbinder 60">
                <a:extLst>
                  <a:ext uri="{FF2B5EF4-FFF2-40B4-BE49-F238E27FC236}">
                    <a16:creationId xmlns:a16="http://schemas.microsoft.com/office/drawing/2014/main" id="{9C2866F3-073A-2B1E-CE22-AD2A13F85E20}"/>
                  </a:ext>
                </a:extLst>
              </p:cNvPr>
              <p:cNvCxnSpPr>
                <a:cxnSpLocks/>
                <a:stCxn id="54" idx="3"/>
                <a:endCxn id="55" idx="7"/>
              </p:cNvCxnSpPr>
              <p:nvPr/>
            </p:nvCxnSpPr>
            <p:spPr>
              <a:xfrm rot="13620000" flipV="1">
                <a:off x="8246187" y="5259192"/>
                <a:ext cx="1003690" cy="1123929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  <a:prstDash val="lgDashDot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Gerader Verbinder 61">
                <a:extLst>
                  <a:ext uri="{FF2B5EF4-FFF2-40B4-BE49-F238E27FC236}">
                    <a16:creationId xmlns:a16="http://schemas.microsoft.com/office/drawing/2014/main" id="{A6B82E9E-A0F3-444F-57F5-434B9361F5CC}"/>
                  </a:ext>
                </a:extLst>
              </p:cNvPr>
              <p:cNvCxnSpPr>
                <a:cxnSpLocks/>
                <a:stCxn id="52" idx="5"/>
                <a:endCxn id="57" idx="1"/>
              </p:cNvCxnSpPr>
              <p:nvPr/>
            </p:nvCxnSpPr>
            <p:spPr>
              <a:xfrm rot="13620000" flipH="1" flipV="1">
                <a:off x="8244330" y="5253726"/>
                <a:ext cx="1000784" cy="1126141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  <a:prstDash val="lgDashDot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uppieren 36">
              <a:extLst>
                <a:ext uri="{FF2B5EF4-FFF2-40B4-BE49-F238E27FC236}">
                  <a16:creationId xmlns:a16="http://schemas.microsoft.com/office/drawing/2014/main" id="{0BE73B30-432A-2758-EF7F-83BC381FD656}"/>
                </a:ext>
              </a:extLst>
            </p:cNvPr>
            <p:cNvGrpSpPr/>
            <p:nvPr/>
          </p:nvGrpSpPr>
          <p:grpSpPr>
            <a:xfrm>
              <a:off x="4230476" y="2621886"/>
              <a:ext cx="1809489" cy="1998483"/>
              <a:chOff x="7993556" y="5056016"/>
              <a:chExt cx="1436060" cy="1566129"/>
            </a:xfrm>
          </p:grpSpPr>
          <p:grpSp>
            <p:nvGrpSpPr>
              <p:cNvPr id="50" name="Gruppieren 49">
                <a:extLst>
                  <a:ext uri="{FF2B5EF4-FFF2-40B4-BE49-F238E27FC236}">
                    <a16:creationId xmlns:a16="http://schemas.microsoft.com/office/drawing/2014/main" id="{F3B7A90B-BACE-DF08-78EA-7D532C7A99D1}"/>
                  </a:ext>
                </a:extLst>
              </p:cNvPr>
              <p:cNvGrpSpPr/>
              <p:nvPr/>
            </p:nvGrpSpPr>
            <p:grpSpPr>
              <a:xfrm>
                <a:off x="7993556" y="5056016"/>
                <a:ext cx="1436060" cy="1550823"/>
                <a:chOff x="7983491" y="5051704"/>
                <a:chExt cx="1436060" cy="1550823"/>
              </a:xfrm>
            </p:grpSpPr>
            <p:cxnSp>
              <p:nvCxnSpPr>
                <p:cNvPr id="59" name="Gerader Verbinder 58">
                  <a:extLst>
                    <a:ext uri="{FF2B5EF4-FFF2-40B4-BE49-F238E27FC236}">
                      <a16:creationId xmlns:a16="http://schemas.microsoft.com/office/drawing/2014/main" id="{88B1DAF2-D3D2-4B70-BC6C-DBD31FD3B60E}"/>
                    </a:ext>
                  </a:extLst>
                </p:cNvPr>
                <p:cNvCxnSpPr>
                  <a:cxnSpLocks/>
                  <a:stCxn id="51" idx="6"/>
                  <a:endCxn id="58" idx="2"/>
                </p:cNvCxnSpPr>
                <p:nvPr/>
              </p:nvCxnSpPr>
              <p:spPr>
                <a:xfrm flipH="1">
                  <a:off x="7983491" y="5840579"/>
                  <a:ext cx="1436060" cy="1172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Gerader Verbinder 59">
                  <a:extLst>
                    <a:ext uri="{FF2B5EF4-FFF2-40B4-BE49-F238E27FC236}">
                      <a16:creationId xmlns:a16="http://schemas.microsoft.com/office/drawing/2014/main" id="{42AD6984-3F51-8E6B-A8CC-8895F70FAD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1180" y="5051704"/>
                  <a:ext cx="16484" cy="1550823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1" name="Ellipse 50">
                <a:extLst>
                  <a:ext uri="{FF2B5EF4-FFF2-40B4-BE49-F238E27FC236}">
                    <a16:creationId xmlns:a16="http://schemas.microsoft.com/office/drawing/2014/main" id="{7C308967-C087-E8AE-374A-82154A16698A}"/>
                  </a:ext>
                </a:extLst>
              </p:cNvPr>
              <p:cNvSpPr/>
              <p:nvPr/>
            </p:nvSpPr>
            <p:spPr>
              <a:xfrm>
                <a:off x="9321616" y="579089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17D08495-1E14-3C60-16D3-081293A6EA58}"/>
                  </a:ext>
                </a:extLst>
              </p:cNvPr>
              <p:cNvSpPr/>
              <p:nvPr/>
            </p:nvSpPr>
            <p:spPr>
              <a:xfrm>
                <a:off x="9137262" y="630987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D4133546-80A6-14E5-0CF7-9713366469C9}"/>
                  </a:ext>
                </a:extLst>
              </p:cNvPr>
              <p:cNvSpPr/>
              <p:nvPr/>
            </p:nvSpPr>
            <p:spPr>
              <a:xfrm>
                <a:off x="8673730" y="6514145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791F72E7-5060-B079-2D21-DF8F7129EE89}"/>
                  </a:ext>
                </a:extLst>
              </p:cNvPr>
              <p:cNvSpPr/>
              <p:nvPr/>
            </p:nvSpPr>
            <p:spPr>
              <a:xfrm>
                <a:off x="8193162" y="630819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55" name="Ellipse 54">
                <a:extLst>
                  <a:ext uri="{FF2B5EF4-FFF2-40B4-BE49-F238E27FC236}">
                    <a16:creationId xmlns:a16="http://schemas.microsoft.com/office/drawing/2014/main" id="{D4353F65-AB9F-E033-0DF8-63D3C3BF6EE9}"/>
                  </a:ext>
                </a:extLst>
              </p:cNvPr>
              <p:cNvSpPr/>
              <p:nvPr/>
            </p:nvSpPr>
            <p:spPr>
              <a:xfrm>
                <a:off x="9133248" y="5274755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E94CDE68-CAAB-4698-2ADA-1B6A419E2C56}"/>
                  </a:ext>
                </a:extLst>
              </p:cNvPr>
              <p:cNvSpPr/>
              <p:nvPr/>
            </p:nvSpPr>
            <p:spPr>
              <a:xfrm>
                <a:off x="8657245" y="505601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99A10DD6-398E-B49F-0FDB-7E2181EEA305}"/>
                  </a:ext>
                </a:extLst>
              </p:cNvPr>
              <p:cNvSpPr/>
              <p:nvPr/>
            </p:nvSpPr>
            <p:spPr>
              <a:xfrm>
                <a:off x="8200119" y="5274248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1087C6EB-0B11-3E0B-87CA-D737202C31CC}"/>
                  </a:ext>
                </a:extLst>
              </p:cNvPr>
              <p:cNvSpPr/>
              <p:nvPr/>
            </p:nvSpPr>
            <p:spPr>
              <a:xfrm>
                <a:off x="7993556" y="5792062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pic>
          <p:nvPicPr>
            <p:cNvPr id="38" name="Grafik 37">
              <a:extLst>
                <a:ext uri="{FF2B5EF4-FFF2-40B4-BE49-F238E27FC236}">
                  <a16:creationId xmlns:a16="http://schemas.microsoft.com/office/drawing/2014/main" id="{99F6AAC1-7604-0D21-92A5-8A6DD434DD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6630" r="68820" b="16165"/>
            <a:stretch/>
          </p:blipFill>
          <p:spPr>
            <a:xfrm>
              <a:off x="2847408" y="3640711"/>
              <a:ext cx="971039" cy="1308099"/>
            </a:xfrm>
            <a:prstGeom prst="rect">
              <a:avLst/>
            </a:prstGeom>
          </p:spPr>
        </p:pic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29E007BA-4836-BF7C-3B53-B9D0AB51C42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t="16630" r="68820" b="16165"/>
            <a:stretch/>
          </p:blipFill>
          <p:spPr>
            <a:xfrm>
              <a:off x="2847408" y="2320446"/>
              <a:ext cx="971039" cy="1308099"/>
            </a:xfrm>
            <a:prstGeom prst="rect">
              <a:avLst/>
            </a:prstGeom>
          </p:spPr>
        </p:pic>
        <p:cxnSp>
          <p:nvCxnSpPr>
            <p:cNvPr id="47" name="Gerader Verbinder 46">
              <a:extLst>
                <a:ext uri="{FF2B5EF4-FFF2-40B4-BE49-F238E27FC236}">
                  <a16:creationId xmlns:a16="http://schemas.microsoft.com/office/drawing/2014/main" id="{C897FA42-58BA-151B-4357-96CB1A5A28A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149612" y="4294761"/>
              <a:ext cx="133200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Gerader Verbinder 47">
              <a:extLst>
                <a:ext uri="{FF2B5EF4-FFF2-40B4-BE49-F238E27FC236}">
                  <a16:creationId xmlns:a16="http://schemas.microsoft.com/office/drawing/2014/main" id="{35F611FC-1500-0713-824D-1086355647AF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150066" y="2969272"/>
              <a:ext cx="133200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Bogen 48">
              <a:extLst>
                <a:ext uri="{FF2B5EF4-FFF2-40B4-BE49-F238E27FC236}">
                  <a16:creationId xmlns:a16="http://schemas.microsoft.com/office/drawing/2014/main" id="{CD302FEB-3216-1C48-DB15-9F37AE219D0E}"/>
                </a:ext>
              </a:extLst>
            </p:cNvPr>
            <p:cNvSpPr/>
            <p:nvPr/>
          </p:nvSpPr>
          <p:spPr bwMode="auto">
            <a:xfrm rot="5400000">
              <a:off x="4475377" y="2962946"/>
              <a:ext cx="1332000" cy="1332000"/>
            </a:xfrm>
            <a:prstGeom prst="arc">
              <a:avLst>
                <a:gd name="adj1" fmla="val 8354808"/>
                <a:gd name="adj2" fmla="val 8292106"/>
              </a:avLst>
            </a:prstGeom>
            <a:solidFill>
              <a:schemeClr val="bg1">
                <a:lumMod val="95000"/>
                <a:alpha val="22000"/>
              </a:schemeClr>
            </a:solidFill>
            <a:ln w="3175">
              <a:solidFill>
                <a:srgbClr val="4D4D4D"/>
              </a:solidFill>
              <a:prstDash val="lgDashDotDot"/>
              <a:headEnd type="none" w="sm" len="sm"/>
              <a:tailEnd type="stealth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/>
            <a:lstStyle/>
            <a:p>
              <a:pPr algn="ctr">
                <a:defRPr/>
              </a:pPr>
              <a:endParaRPr lang="de-DE" sz="800" dirty="0">
                <a:solidFill>
                  <a:srgbClr val="4D4D4D"/>
                </a:solidFill>
              </a:endParaRPr>
            </a:p>
          </p:txBody>
        </p:sp>
      </p:grp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6EF14F6C-F0BD-5920-637A-4FA0699F71E7}"/>
              </a:ext>
            </a:extLst>
          </p:cNvPr>
          <p:cNvGrpSpPr/>
          <p:nvPr/>
        </p:nvGrpSpPr>
        <p:grpSpPr>
          <a:xfrm rot="10800000">
            <a:off x="3087486" y="3859011"/>
            <a:ext cx="47480" cy="525567"/>
            <a:chOff x="5351002" y="3726212"/>
            <a:chExt cx="47480" cy="525567"/>
          </a:xfrm>
        </p:grpSpPr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2D91A3D9-08C0-0F76-CE9C-F1B59B8988AC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D801A73F-4FDE-FF83-7BC4-E36453475901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32842216-E494-3CBC-4DE8-FE7664ADADE0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93397C0D-65F3-35E7-9B21-1DAED1BD8763}"/>
              </a:ext>
            </a:extLst>
          </p:cNvPr>
          <p:cNvGrpSpPr/>
          <p:nvPr/>
        </p:nvGrpSpPr>
        <p:grpSpPr>
          <a:xfrm rot="10800000">
            <a:off x="3068464" y="5158792"/>
            <a:ext cx="47480" cy="525567"/>
            <a:chOff x="5351002" y="3726212"/>
            <a:chExt cx="47480" cy="525567"/>
          </a:xfrm>
        </p:grpSpPr>
        <p:sp>
          <p:nvSpPr>
            <p:cNvPr id="64" name="Rechteck 63">
              <a:extLst>
                <a:ext uri="{FF2B5EF4-FFF2-40B4-BE49-F238E27FC236}">
                  <a16:creationId xmlns:a16="http://schemas.microsoft.com/office/drawing/2014/main" id="{822BDDCF-5A45-6E29-CC86-D98B9F0B0C58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65" name="Rechteck 64">
              <a:extLst>
                <a:ext uri="{FF2B5EF4-FFF2-40B4-BE49-F238E27FC236}">
                  <a16:creationId xmlns:a16="http://schemas.microsoft.com/office/drawing/2014/main" id="{4D2D1AD3-E9E1-2554-54B3-1DBD0214FF5D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66" name="Rechteck 65">
              <a:extLst>
                <a:ext uri="{FF2B5EF4-FFF2-40B4-BE49-F238E27FC236}">
                  <a16:creationId xmlns:a16="http://schemas.microsoft.com/office/drawing/2014/main" id="{4F2B26FF-EDA4-0EE9-49C8-118B7BAD63F6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3349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B378956D-77B0-ED58-CA5A-2417E3BF7EDA}"/>
              </a:ext>
            </a:extLst>
          </p:cNvPr>
          <p:cNvSpPr/>
          <p:nvPr/>
        </p:nvSpPr>
        <p:spPr bwMode="auto">
          <a:xfrm rot="16200000">
            <a:off x="7053845" y="4011412"/>
            <a:ext cx="180000" cy="1584000"/>
          </a:xfrm>
          <a:prstGeom prst="roundRect">
            <a:avLst>
              <a:gd name="adj" fmla="val 14082"/>
            </a:avLst>
          </a:prstGeom>
          <a:solidFill>
            <a:schemeClr val="bg1">
              <a:lumMod val="95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de-DE" sz="600" dirty="0">
              <a:solidFill>
                <a:srgbClr val="4D4D4D"/>
              </a:solidFill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751679D-BCF9-886D-BD24-3F1C8FB43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454CBAEA-A513-5D08-17B7-BD99C902C9D8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4ACD8DB9-2D67-A782-2673-2666B981A544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6E1FB057-7AAF-E5CF-C454-C5E13CF5CA58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D5E054B-B761-4A8B-2C08-7DD73D5275EE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6875D5A-D7B0-8844-F3E0-810E4C26030E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9BFDB064-018F-906D-D22D-43D342C0BC38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DDA9E085-840E-EC97-8E85-F8A9022AE472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56EB5AEA-4FD8-CC25-B190-FB313BB4A692}"/>
              </a:ext>
            </a:extLst>
          </p:cNvPr>
          <p:cNvCxnSpPr>
            <a:cxnSpLocks/>
            <a:stCxn id="13" idx="7"/>
            <a:endCxn id="49" idx="1"/>
          </p:cNvCxnSpPr>
          <p:nvPr/>
        </p:nvCxnSpPr>
        <p:spPr bwMode="auto">
          <a:xfrm flipV="1">
            <a:off x="6210212" y="2961298"/>
            <a:ext cx="3523502" cy="1794925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7FB9998-8763-1F40-5044-D8A6F6E0886F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EE28675-C15D-32CE-BAEF-6B710409D89E}"/>
              </a:ext>
            </a:extLst>
          </p:cNvPr>
          <p:cNvSpPr/>
          <p:nvPr/>
        </p:nvSpPr>
        <p:spPr>
          <a:xfrm>
            <a:off x="8844239" y="214471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24976AE0-8EAD-6A37-88A9-CAE26B808672}"/>
              </a:ext>
            </a:extLst>
          </p:cNvPr>
          <p:cNvSpPr/>
          <p:nvPr/>
        </p:nvSpPr>
        <p:spPr>
          <a:xfrm>
            <a:off x="8844239" y="2576685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8F022E5E-4AB5-C887-04A8-4CEFB533A009}"/>
              </a:ext>
            </a:extLst>
          </p:cNvPr>
          <p:cNvSpPr/>
          <p:nvPr/>
        </p:nvSpPr>
        <p:spPr>
          <a:xfrm>
            <a:off x="8844239" y="2876249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93DF8AEF-C42E-46B0-570B-C9F05417AB8F}"/>
              </a:ext>
            </a:extLst>
          </p:cNvPr>
          <p:cNvSpPr/>
          <p:nvPr/>
        </p:nvSpPr>
        <p:spPr>
          <a:xfrm>
            <a:off x="9569215" y="273953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sp>
        <p:nvSpPr>
          <p:cNvPr id="34" name="Rechteck 33">
            <a:extLst>
              <a:ext uri="{FF2B5EF4-FFF2-40B4-BE49-F238E27FC236}">
                <a16:creationId xmlns:a16="http://schemas.microsoft.com/office/drawing/2014/main" id="{2EB740D4-AEC0-D60E-547D-AA2941D5B632}"/>
              </a:ext>
            </a:extLst>
          </p:cNvPr>
          <p:cNvSpPr/>
          <p:nvPr/>
        </p:nvSpPr>
        <p:spPr bwMode="auto">
          <a:xfrm flipH="1">
            <a:off x="1014875" y="78103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Klinke einlegen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627DB33B-BE0B-519E-9F2E-8F31B7C75641}"/>
              </a:ext>
            </a:extLst>
          </p:cNvPr>
          <p:cNvSpPr/>
          <p:nvPr/>
        </p:nvSpPr>
        <p:spPr>
          <a:xfrm>
            <a:off x="728629" y="72737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pic>
        <p:nvPicPr>
          <p:cNvPr id="37" name="Grafik 36">
            <a:extLst>
              <a:ext uri="{FF2B5EF4-FFF2-40B4-BE49-F238E27FC236}">
                <a16:creationId xmlns:a16="http://schemas.microsoft.com/office/drawing/2014/main" id="{7F2CD721-F6BE-8063-848A-D93DED8775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166" y="1210795"/>
            <a:ext cx="545128" cy="1505514"/>
          </a:xfrm>
          <a:prstGeom prst="rect">
            <a:avLst/>
          </a:prstGeom>
        </p:spPr>
      </p:pic>
      <p:sp>
        <p:nvSpPr>
          <p:cNvPr id="38" name="Textfeld 37">
            <a:extLst>
              <a:ext uri="{FF2B5EF4-FFF2-40B4-BE49-F238E27FC236}">
                <a16:creationId xmlns:a16="http://schemas.microsoft.com/office/drawing/2014/main" id="{325C0BA2-C04B-E06A-4628-D3BD8550B447}"/>
              </a:ext>
            </a:extLst>
          </p:cNvPr>
          <p:cNvSpPr txBox="1"/>
          <p:nvPr/>
        </p:nvSpPr>
        <p:spPr>
          <a:xfrm>
            <a:off x="3924626" y="45943"/>
            <a:ext cx="432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13 - Klinke einlegen </a:t>
            </a:r>
            <a:r>
              <a:rPr lang="de-DE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(Pos.4)</a:t>
            </a:r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19E68065-E42C-A705-0D90-C85F22B9F624}"/>
              </a:ext>
            </a:extLst>
          </p:cNvPr>
          <p:cNvSpPr/>
          <p:nvPr/>
        </p:nvSpPr>
        <p:spPr>
          <a:xfrm>
            <a:off x="9733714" y="288640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03D793A7-8C40-8F0C-DA4B-68D630526BAD}"/>
              </a:ext>
            </a:extLst>
          </p:cNvPr>
          <p:cNvSpPr/>
          <p:nvPr/>
        </p:nvSpPr>
        <p:spPr bwMode="auto">
          <a:xfrm flipH="1">
            <a:off x="327241" y="2876249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800" i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Anlieferung Schüttgut im Wendelförderer (Annahme)</a:t>
            </a:r>
          </a:p>
        </p:txBody>
      </p:sp>
      <p:pic>
        <p:nvPicPr>
          <p:cNvPr id="53" name="Grafik 52">
            <a:extLst>
              <a:ext uri="{FF2B5EF4-FFF2-40B4-BE49-F238E27FC236}">
                <a16:creationId xmlns:a16="http://schemas.microsoft.com/office/drawing/2014/main" id="{23F4A408-CDD6-8209-3CFF-65C2028D53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0781" y="1249212"/>
            <a:ext cx="651590" cy="895695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09DB33A8-DA03-AB0B-1694-8109C3D7AE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9147" y="1290595"/>
            <a:ext cx="515804" cy="832130"/>
          </a:xfrm>
          <a:prstGeom prst="rect">
            <a:avLst/>
          </a:prstGeom>
        </p:spPr>
      </p:pic>
      <p:sp>
        <p:nvSpPr>
          <p:cNvPr id="59" name="Bogen 58">
            <a:extLst>
              <a:ext uri="{FF2B5EF4-FFF2-40B4-BE49-F238E27FC236}">
                <a16:creationId xmlns:a16="http://schemas.microsoft.com/office/drawing/2014/main" id="{6E8A34E4-3D00-942F-5AF4-0382E1B643EF}"/>
              </a:ext>
            </a:extLst>
          </p:cNvPr>
          <p:cNvSpPr>
            <a:spLocks noChangeAspect="1"/>
          </p:cNvSpPr>
          <p:nvPr/>
        </p:nvSpPr>
        <p:spPr bwMode="auto">
          <a:xfrm>
            <a:off x="7359341" y="4682779"/>
            <a:ext cx="1042196" cy="1018038"/>
          </a:xfrm>
          <a:prstGeom prst="arc">
            <a:avLst>
              <a:gd name="adj1" fmla="val 16377969"/>
              <a:gd name="adj2" fmla="val 16172947"/>
            </a:avLst>
          </a:prstGeom>
          <a:solidFill>
            <a:schemeClr val="bg1">
              <a:lumMod val="95000"/>
            </a:schemeClr>
          </a:solidFill>
          <a:ln w="3175">
            <a:solidFill>
              <a:srgbClr val="4D4D4D"/>
            </a:solidFill>
            <a:prstDash val="lgDashDotDot"/>
            <a:headEnd type="none" w="sm" len="med"/>
            <a:tailEnd type="none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F479F2CC-D0F2-C38A-4599-0C65019FA5AA}"/>
              </a:ext>
            </a:extLst>
          </p:cNvPr>
          <p:cNvCxnSpPr>
            <a:cxnSpLocks/>
          </p:cNvCxnSpPr>
          <p:nvPr/>
        </p:nvCxnSpPr>
        <p:spPr bwMode="auto">
          <a:xfrm rot="10800000">
            <a:off x="6531511" y="4801742"/>
            <a:ext cx="680279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Gerader Verbinder 3">
            <a:extLst>
              <a:ext uri="{FF2B5EF4-FFF2-40B4-BE49-F238E27FC236}">
                <a16:creationId xmlns:a16="http://schemas.microsoft.com/office/drawing/2014/main" id="{39C5B25F-865C-CD40-FE2D-D7F50E2E8405}"/>
              </a:ext>
            </a:extLst>
          </p:cNvPr>
          <p:cNvCxnSpPr>
            <a:cxnSpLocks/>
          </p:cNvCxnSpPr>
          <p:nvPr/>
        </p:nvCxnSpPr>
        <p:spPr bwMode="auto">
          <a:xfrm>
            <a:off x="7624981" y="5183311"/>
            <a:ext cx="535811" cy="0"/>
          </a:xfrm>
          <a:prstGeom prst="line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tx1"/>
            </a:solidFill>
            <a:prstDash val="lgDashDot"/>
            <a:round/>
            <a:headEnd type="none"/>
            <a:tailEnd type="none" w="sm" len="sm"/>
          </a:ln>
        </p:spPr>
      </p:cxnSp>
      <p:cxnSp>
        <p:nvCxnSpPr>
          <p:cNvPr id="67" name="Gerader Verbinder 61">
            <a:extLst>
              <a:ext uri="{FF2B5EF4-FFF2-40B4-BE49-F238E27FC236}">
                <a16:creationId xmlns:a16="http://schemas.microsoft.com/office/drawing/2014/main" id="{79C7B22E-CEE7-7FFC-CEF1-623905D0549B}"/>
              </a:ext>
            </a:extLst>
          </p:cNvPr>
          <p:cNvCxnSpPr>
            <a:cxnSpLocks/>
          </p:cNvCxnSpPr>
          <p:nvPr/>
        </p:nvCxnSpPr>
        <p:spPr bwMode="auto">
          <a:xfrm>
            <a:off x="7882280" y="4944408"/>
            <a:ext cx="0" cy="503269"/>
          </a:xfrm>
          <a:prstGeom prst="line">
            <a:avLst/>
          </a:prstGeom>
          <a:solidFill>
            <a:schemeClr val="bg1">
              <a:lumMod val="95000"/>
            </a:schemeClr>
          </a:solidFill>
          <a:ln w="3175" algn="ctr">
            <a:solidFill>
              <a:schemeClr val="tx1"/>
            </a:solidFill>
            <a:prstDash val="lgDashDot"/>
            <a:round/>
            <a:headEnd type="none"/>
            <a:tailEnd type="none" w="sm" len="sm"/>
          </a:ln>
        </p:spPr>
      </p:cxnSp>
      <p:sp>
        <p:nvSpPr>
          <p:cNvPr id="68" name="Rechteck 67">
            <a:extLst>
              <a:ext uri="{FF2B5EF4-FFF2-40B4-BE49-F238E27FC236}">
                <a16:creationId xmlns:a16="http://schemas.microsoft.com/office/drawing/2014/main" id="{6437D7D0-5C58-6BAB-711F-B655A66A32F7}"/>
              </a:ext>
            </a:extLst>
          </p:cNvPr>
          <p:cNvSpPr/>
          <p:nvPr/>
        </p:nvSpPr>
        <p:spPr bwMode="auto">
          <a:xfrm flipH="1">
            <a:off x="3924626" y="862180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1200" i="1" dirty="0">
                <a:solidFill>
                  <a:schemeClr val="accent2"/>
                </a:solidFill>
              </a:rPr>
              <a:t>Förderlage unklar?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E9E8C739-CBBA-FE56-DBFD-15DBAF416F5C}"/>
              </a:ext>
            </a:extLst>
          </p:cNvPr>
          <p:cNvGrpSpPr/>
          <p:nvPr/>
        </p:nvGrpSpPr>
        <p:grpSpPr>
          <a:xfrm>
            <a:off x="3037584" y="3496851"/>
            <a:ext cx="3192557" cy="2628364"/>
            <a:chOff x="2847408" y="2320446"/>
            <a:chExt cx="3192557" cy="2628364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4A1BA273-6E73-C146-0574-0F60E0923014}"/>
                </a:ext>
              </a:extLst>
            </p:cNvPr>
            <p:cNvGrpSpPr/>
            <p:nvPr/>
          </p:nvGrpSpPr>
          <p:grpSpPr>
            <a:xfrm rot="7980000">
              <a:off x="4434676" y="2986277"/>
              <a:ext cx="1421755" cy="1284479"/>
              <a:chOff x="8181651" y="5316405"/>
              <a:chExt cx="1128345" cy="1006597"/>
            </a:xfrm>
          </p:grpSpPr>
          <p:cxnSp>
            <p:nvCxnSpPr>
              <p:cNvPr id="41" name="Gerader Verbinder 40">
                <a:extLst>
                  <a:ext uri="{FF2B5EF4-FFF2-40B4-BE49-F238E27FC236}">
                    <a16:creationId xmlns:a16="http://schemas.microsoft.com/office/drawing/2014/main" id="{FDB34454-BD7F-7B95-0C53-2B417A807582}"/>
                  </a:ext>
                </a:extLst>
              </p:cNvPr>
              <p:cNvCxnSpPr>
                <a:cxnSpLocks/>
                <a:stCxn id="17" idx="3"/>
                <a:endCxn id="18" idx="7"/>
              </p:cNvCxnSpPr>
              <p:nvPr/>
            </p:nvCxnSpPr>
            <p:spPr>
              <a:xfrm rot="13620000" flipV="1">
                <a:off x="8246187" y="5259192"/>
                <a:ext cx="1003690" cy="1123929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  <a:prstDash val="lgDashDot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Gerader Verbinder 41">
                <a:extLst>
                  <a:ext uri="{FF2B5EF4-FFF2-40B4-BE49-F238E27FC236}">
                    <a16:creationId xmlns:a16="http://schemas.microsoft.com/office/drawing/2014/main" id="{066A347E-E717-66F2-46D7-731F408C7601}"/>
                  </a:ext>
                </a:extLst>
              </p:cNvPr>
              <p:cNvCxnSpPr>
                <a:cxnSpLocks/>
                <a:stCxn id="14" idx="5"/>
                <a:endCxn id="20" idx="1"/>
              </p:cNvCxnSpPr>
              <p:nvPr/>
            </p:nvCxnSpPr>
            <p:spPr>
              <a:xfrm rot="13620000" flipH="1" flipV="1">
                <a:off x="8244330" y="5253726"/>
                <a:ext cx="1000784" cy="1126141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  <a:prstDash val="lgDashDot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uppieren 3">
              <a:extLst>
                <a:ext uri="{FF2B5EF4-FFF2-40B4-BE49-F238E27FC236}">
                  <a16:creationId xmlns:a16="http://schemas.microsoft.com/office/drawing/2014/main" id="{E45A6185-9A11-559A-6FF5-DADBF3038560}"/>
                </a:ext>
              </a:extLst>
            </p:cNvPr>
            <p:cNvGrpSpPr/>
            <p:nvPr/>
          </p:nvGrpSpPr>
          <p:grpSpPr>
            <a:xfrm>
              <a:off x="4230476" y="2621886"/>
              <a:ext cx="1809489" cy="1998483"/>
              <a:chOff x="7993556" y="5056016"/>
              <a:chExt cx="1436060" cy="1566129"/>
            </a:xfrm>
          </p:grpSpPr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86649CFD-8696-547F-D632-B04719CD6D98}"/>
                  </a:ext>
                </a:extLst>
              </p:cNvPr>
              <p:cNvGrpSpPr/>
              <p:nvPr/>
            </p:nvGrpSpPr>
            <p:grpSpPr>
              <a:xfrm>
                <a:off x="7993556" y="5056016"/>
                <a:ext cx="1436060" cy="1550823"/>
                <a:chOff x="7983491" y="5051704"/>
                <a:chExt cx="1436060" cy="1550823"/>
              </a:xfrm>
            </p:grpSpPr>
            <p:cxnSp>
              <p:nvCxnSpPr>
                <p:cNvPr id="26" name="Gerader Verbinder 25">
                  <a:extLst>
                    <a:ext uri="{FF2B5EF4-FFF2-40B4-BE49-F238E27FC236}">
                      <a16:creationId xmlns:a16="http://schemas.microsoft.com/office/drawing/2014/main" id="{121A1BD5-0591-4094-670F-FBCDC7CC75D3}"/>
                    </a:ext>
                  </a:extLst>
                </p:cNvPr>
                <p:cNvCxnSpPr>
                  <a:cxnSpLocks/>
                  <a:stCxn id="13" idx="6"/>
                  <a:endCxn id="25" idx="2"/>
                </p:cNvCxnSpPr>
                <p:nvPr/>
              </p:nvCxnSpPr>
              <p:spPr>
                <a:xfrm flipH="1">
                  <a:off x="7983491" y="5840579"/>
                  <a:ext cx="1436060" cy="1172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Gerader Verbinder 31">
                  <a:extLst>
                    <a:ext uri="{FF2B5EF4-FFF2-40B4-BE49-F238E27FC236}">
                      <a16:creationId xmlns:a16="http://schemas.microsoft.com/office/drawing/2014/main" id="{EC4A69B8-BACF-7D11-F29B-EFCB1705B8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1180" y="5051704"/>
                  <a:ext cx="16484" cy="1550823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3" name="Ellipse 12">
                <a:extLst>
                  <a:ext uri="{FF2B5EF4-FFF2-40B4-BE49-F238E27FC236}">
                    <a16:creationId xmlns:a16="http://schemas.microsoft.com/office/drawing/2014/main" id="{FDB520EB-CF2D-350A-257C-32777B2531A5}"/>
                  </a:ext>
                </a:extLst>
              </p:cNvPr>
              <p:cNvSpPr/>
              <p:nvPr/>
            </p:nvSpPr>
            <p:spPr>
              <a:xfrm>
                <a:off x="9321616" y="579089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14" name="Ellipse 13">
                <a:extLst>
                  <a:ext uri="{FF2B5EF4-FFF2-40B4-BE49-F238E27FC236}">
                    <a16:creationId xmlns:a16="http://schemas.microsoft.com/office/drawing/2014/main" id="{B2A26CF0-CEE6-ECEA-7C25-59CC1997C0A8}"/>
                  </a:ext>
                </a:extLst>
              </p:cNvPr>
              <p:cNvSpPr/>
              <p:nvPr/>
            </p:nvSpPr>
            <p:spPr>
              <a:xfrm>
                <a:off x="9137262" y="630987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16" name="Ellipse 15">
                <a:extLst>
                  <a:ext uri="{FF2B5EF4-FFF2-40B4-BE49-F238E27FC236}">
                    <a16:creationId xmlns:a16="http://schemas.microsoft.com/office/drawing/2014/main" id="{AC9B5A7C-0D9E-EF31-DFCD-F432FC296EC4}"/>
                  </a:ext>
                </a:extLst>
              </p:cNvPr>
              <p:cNvSpPr/>
              <p:nvPr/>
            </p:nvSpPr>
            <p:spPr>
              <a:xfrm>
                <a:off x="8673730" y="6514145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17" name="Ellipse 16">
                <a:extLst>
                  <a:ext uri="{FF2B5EF4-FFF2-40B4-BE49-F238E27FC236}">
                    <a16:creationId xmlns:a16="http://schemas.microsoft.com/office/drawing/2014/main" id="{1CF9D478-8176-6CC0-E42B-91C2F91D32B4}"/>
                  </a:ext>
                </a:extLst>
              </p:cNvPr>
              <p:cNvSpPr/>
              <p:nvPr/>
            </p:nvSpPr>
            <p:spPr>
              <a:xfrm>
                <a:off x="8193162" y="630819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18" name="Ellipse 17">
                <a:extLst>
                  <a:ext uri="{FF2B5EF4-FFF2-40B4-BE49-F238E27FC236}">
                    <a16:creationId xmlns:a16="http://schemas.microsoft.com/office/drawing/2014/main" id="{0D858A61-50CC-2751-9079-863BDABA2B32}"/>
                  </a:ext>
                </a:extLst>
              </p:cNvPr>
              <p:cNvSpPr/>
              <p:nvPr/>
            </p:nvSpPr>
            <p:spPr>
              <a:xfrm>
                <a:off x="9133248" y="5274755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DFC9BD11-BC34-3E05-883F-222124CC2C0E}"/>
                  </a:ext>
                </a:extLst>
              </p:cNvPr>
              <p:cNvSpPr/>
              <p:nvPr/>
            </p:nvSpPr>
            <p:spPr>
              <a:xfrm>
                <a:off x="8657245" y="505601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29B7A6A5-E5E9-5859-A29C-DE1245A86CA0}"/>
                  </a:ext>
                </a:extLst>
              </p:cNvPr>
              <p:cNvSpPr/>
              <p:nvPr/>
            </p:nvSpPr>
            <p:spPr>
              <a:xfrm>
                <a:off x="8200119" y="5274248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25" name="Ellipse 24">
                <a:extLst>
                  <a:ext uri="{FF2B5EF4-FFF2-40B4-BE49-F238E27FC236}">
                    <a16:creationId xmlns:a16="http://schemas.microsoft.com/office/drawing/2014/main" id="{0D43C8FC-E75D-B671-0E3F-074FCE67EE5A}"/>
                  </a:ext>
                </a:extLst>
              </p:cNvPr>
              <p:cNvSpPr/>
              <p:nvPr/>
            </p:nvSpPr>
            <p:spPr>
              <a:xfrm>
                <a:off x="7993556" y="5792062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3">
                      <a:lumMod val="5000"/>
                      <a:lumOff val="95000"/>
                    </a:schemeClr>
                  </a:gs>
                  <a:gs pos="74000">
                    <a:schemeClr val="accent3">
                      <a:lumMod val="45000"/>
                      <a:lumOff val="55000"/>
                    </a:schemeClr>
                  </a:gs>
                  <a:gs pos="83000">
                    <a:schemeClr val="accent3">
                      <a:lumMod val="45000"/>
                      <a:lumOff val="55000"/>
                    </a:schemeClr>
                  </a:gs>
                  <a:gs pos="100000">
                    <a:schemeClr val="accent3">
                      <a:lumMod val="30000"/>
                      <a:lumOff val="70000"/>
                    </a:schemeClr>
                  </a:gs>
                </a:gsLst>
                <a:lin ang="5400000" scaled="1"/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de-DE" sz="300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</p:grpSp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0249A25E-1803-DA54-F6A8-ABCC35BA270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6630" r="68820" b="16165"/>
            <a:stretch/>
          </p:blipFill>
          <p:spPr>
            <a:xfrm>
              <a:off x="2847408" y="3640711"/>
              <a:ext cx="971039" cy="1308099"/>
            </a:xfrm>
            <a:prstGeom prst="rect">
              <a:avLst/>
            </a:prstGeom>
          </p:spPr>
        </p:pic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57E3FD5D-BC39-2E26-0891-130FDAAA6C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6630" r="68820" b="16165"/>
            <a:stretch/>
          </p:blipFill>
          <p:spPr>
            <a:xfrm>
              <a:off x="2847408" y="2320446"/>
              <a:ext cx="971039" cy="1308099"/>
            </a:xfrm>
            <a:prstGeom prst="rect">
              <a:avLst/>
            </a:prstGeom>
          </p:spPr>
        </p:pic>
        <p:cxnSp>
          <p:nvCxnSpPr>
            <p:cNvPr id="7" name="Gerader Verbinder 6">
              <a:extLst>
                <a:ext uri="{FF2B5EF4-FFF2-40B4-BE49-F238E27FC236}">
                  <a16:creationId xmlns:a16="http://schemas.microsoft.com/office/drawing/2014/main" id="{0B54C4F5-16F2-3AEE-D289-6F6E25B17D7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149612" y="4294761"/>
              <a:ext cx="133200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Gerader Verbinder 7">
              <a:extLst>
                <a:ext uri="{FF2B5EF4-FFF2-40B4-BE49-F238E27FC236}">
                  <a16:creationId xmlns:a16="http://schemas.microsoft.com/office/drawing/2014/main" id="{06E2AD29-1621-1AEA-3D7E-AFBFB7A0966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150066" y="2969272"/>
              <a:ext cx="1332000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Bogen 10">
              <a:extLst>
                <a:ext uri="{FF2B5EF4-FFF2-40B4-BE49-F238E27FC236}">
                  <a16:creationId xmlns:a16="http://schemas.microsoft.com/office/drawing/2014/main" id="{A4FCF419-5062-8DA5-558D-7D278B65416C}"/>
                </a:ext>
              </a:extLst>
            </p:cNvPr>
            <p:cNvSpPr/>
            <p:nvPr/>
          </p:nvSpPr>
          <p:spPr bwMode="auto">
            <a:xfrm rot="5400000">
              <a:off x="4475377" y="2962946"/>
              <a:ext cx="1332000" cy="1332000"/>
            </a:xfrm>
            <a:prstGeom prst="arc">
              <a:avLst>
                <a:gd name="adj1" fmla="val 8354808"/>
                <a:gd name="adj2" fmla="val 8292106"/>
              </a:avLst>
            </a:prstGeom>
            <a:solidFill>
              <a:schemeClr val="bg1">
                <a:lumMod val="95000"/>
                <a:alpha val="22000"/>
              </a:schemeClr>
            </a:solidFill>
            <a:ln w="3175">
              <a:solidFill>
                <a:srgbClr val="4D4D4D"/>
              </a:solidFill>
              <a:prstDash val="lgDashDotDot"/>
              <a:headEnd type="none" w="sm" len="sm"/>
              <a:tailEnd type="stealth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/>
            <a:lstStyle/>
            <a:p>
              <a:pPr algn="ctr">
                <a:defRPr/>
              </a:pPr>
              <a:endParaRPr lang="de-DE" sz="800" dirty="0">
                <a:solidFill>
                  <a:srgbClr val="4D4D4D"/>
                </a:solidFill>
              </a:endParaRPr>
            </a:p>
          </p:txBody>
        </p:sp>
      </p:grpSp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729FF2A1-DA3D-3651-2A46-478EE5106F47}"/>
              </a:ext>
            </a:extLst>
          </p:cNvPr>
          <p:cNvGrpSpPr/>
          <p:nvPr/>
        </p:nvGrpSpPr>
        <p:grpSpPr>
          <a:xfrm rot="10800000">
            <a:off x="3061742" y="3858760"/>
            <a:ext cx="47480" cy="525567"/>
            <a:chOff x="5351002" y="3726212"/>
            <a:chExt cx="47480" cy="525567"/>
          </a:xfrm>
        </p:grpSpPr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54C9CF76-34E9-756D-AF1D-57E3975D3EF0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69D6776A-E562-6581-4F53-EB35E50917C7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73" name="Rechteck 72">
              <a:extLst>
                <a:ext uri="{FF2B5EF4-FFF2-40B4-BE49-F238E27FC236}">
                  <a16:creationId xmlns:a16="http://schemas.microsoft.com/office/drawing/2014/main" id="{FA3E5ABC-6946-A91C-78C6-C3BB29EA0A21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6174B189-ADF3-3B5D-7945-A23BB4FD0626}"/>
              </a:ext>
            </a:extLst>
          </p:cNvPr>
          <p:cNvGrpSpPr/>
          <p:nvPr/>
        </p:nvGrpSpPr>
        <p:grpSpPr>
          <a:xfrm rot="10800000">
            <a:off x="3087589" y="5157960"/>
            <a:ext cx="47480" cy="525567"/>
            <a:chOff x="5351002" y="3726212"/>
            <a:chExt cx="47480" cy="525567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2F61C9E3-602C-EC92-DA83-A8E29F00F4DE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A1DA6AA8-FC64-C7F8-80CD-F1CB7EA32019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B500960A-B8AF-60BD-C21B-B6BDC21AC02B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52361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1751679D-BCF9-886D-BD24-3F1C8FB43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454CBAEA-A513-5D08-17B7-BD99C902C9D8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4ACD8DB9-2D67-A782-2673-2666B981A544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6E1FB057-7AAF-E5CF-C454-C5E13CF5CA58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DD5E054B-B761-4A8B-2C08-7DD73D5275EE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6875D5A-D7B0-8844-F3E0-810E4C26030E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9BFDB064-018F-906D-D22D-43D342C0BC38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DDA9E085-840E-EC97-8E85-F8A9022AE472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56EB5AEA-4FD8-CC25-B190-FB313BB4A692}"/>
              </a:ext>
            </a:extLst>
          </p:cNvPr>
          <p:cNvCxnSpPr>
            <a:cxnSpLocks/>
            <a:stCxn id="45" idx="6"/>
            <a:endCxn id="42" idx="1"/>
          </p:cNvCxnSpPr>
          <p:nvPr/>
        </p:nvCxnSpPr>
        <p:spPr bwMode="auto">
          <a:xfrm flipV="1">
            <a:off x="5880845" y="3136046"/>
            <a:ext cx="3654805" cy="690659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7FB9998-8763-1F40-5044-D8A6F6E0886F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8EE28675-C15D-32CE-BAEF-6B710409D89E}"/>
              </a:ext>
            </a:extLst>
          </p:cNvPr>
          <p:cNvSpPr/>
          <p:nvPr/>
        </p:nvSpPr>
        <p:spPr>
          <a:xfrm>
            <a:off x="8844239" y="214471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24976AE0-8EAD-6A37-88A9-CAE26B808672}"/>
              </a:ext>
            </a:extLst>
          </p:cNvPr>
          <p:cNvSpPr/>
          <p:nvPr/>
        </p:nvSpPr>
        <p:spPr>
          <a:xfrm>
            <a:off x="8844239" y="2576685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8F022E5E-4AB5-C887-04A8-4CEFB533A009}"/>
              </a:ext>
            </a:extLst>
          </p:cNvPr>
          <p:cNvSpPr/>
          <p:nvPr/>
        </p:nvSpPr>
        <p:spPr>
          <a:xfrm>
            <a:off x="8844239" y="2876249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93DF8AEF-C42E-46B0-570B-C9F05417AB8F}"/>
              </a:ext>
            </a:extLst>
          </p:cNvPr>
          <p:cNvSpPr/>
          <p:nvPr/>
        </p:nvSpPr>
        <p:spPr>
          <a:xfrm>
            <a:off x="9569215" y="273953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19E68065-E42C-A705-0D90-C85F22B9F624}"/>
              </a:ext>
            </a:extLst>
          </p:cNvPr>
          <p:cNvSpPr/>
          <p:nvPr/>
        </p:nvSpPr>
        <p:spPr>
          <a:xfrm>
            <a:off x="9733714" y="288640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4D867D7-3F8E-3EB0-BF3D-C1D66C6C84EA}"/>
              </a:ext>
            </a:extLst>
          </p:cNvPr>
          <p:cNvSpPr/>
          <p:nvPr/>
        </p:nvSpPr>
        <p:spPr bwMode="auto">
          <a:xfrm flipH="1">
            <a:off x="931273" y="916890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Buchse aufpressen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B3D0AC8-C1FA-C55B-0640-E8FA6E0C1F50}"/>
              </a:ext>
            </a:extLst>
          </p:cNvPr>
          <p:cNvSpPr/>
          <p:nvPr/>
        </p:nvSpPr>
        <p:spPr>
          <a:xfrm>
            <a:off x="645026" y="855792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6BEE266-CD5F-EB14-5E48-3BEC83C9DA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52" y="1378064"/>
            <a:ext cx="608063" cy="1683091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89602F9-91EB-3D3A-0C12-039535BCD6CF}"/>
              </a:ext>
            </a:extLst>
          </p:cNvPr>
          <p:cNvGrpSpPr/>
          <p:nvPr/>
        </p:nvGrpSpPr>
        <p:grpSpPr>
          <a:xfrm rot="10800000">
            <a:off x="5972702" y="4678844"/>
            <a:ext cx="1019752" cy="1733904"/>
            <a:chOff x="7192195" y="2690540"/>
            <a:chExt cx="1019752" cy="1733904"/>
          </a:xfrm>
        </p:grpSpPr>
        <p:grpSp>
          <p:nvGrpSpPr>
            <p:cNvPr id="16" name="Gruppieren 2">
              <a:extLst>
                <a:ext uri="{FF2B5EF4-FFF2-40B4-BE49-F238E27FC236}">
                  <a16:creationId xmlns:a16="http://schemas.microsoft.com/office/drawing/2014/main" id="{417DB845-91D6-1802-2B24-288F8AF230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92195" y="2690540"/>
              <a:ext cx="1018038" cy="1042196"/>
              <a:chOff x="7693678" y="4835985"/>
              <a:chExt cx="619771" cy="623830"/>
            </a:xfrm>
            <a:solidFill>
              <a:schemeClr val="bg1">
                <a:lumMod val="95000"/>
              </a:schemeClr>
            </a:solidFill>
          </p:grpSpPr>
          <p:sp>
            <p:nvSpPr>
              <p:cNvPr id="18" name="Bogen 17">
                <a:extLst>
                  <a:ext uri="{FF2B5EF4-FFF2-40B4-BE49-F238E27FC236}">
                    <a16:creationId xmlns:a16="http://schemas.microsoft.com/office/drawing/2014/main" id="{30CC1718-E474-92B8-6AF1-6D32A922D9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16200000">
                <a:off x="7691649" y="4838014"/>
                <a:ext cx="623830" cy="619771"/>
              </a:xfrm>
              <a:prstGeom prst="arc">
                <a:avLst>
                  <a:gd name="adj1" fmla="val 16377969"/>
                  <a:gd name="adj2" fmla="val 16172947"/>
                </a:avLst>
              </a:prstGeom>
              <a:grpFill/>
              <a:ln w="3175">
                <a:solidFill>
                  <a:srgbClr val="4D4D4D"/>
                </a:solidFill>
                <a:prstDash val="lgDashDotDot"/>
                <a:headEnd type="none" w="sm" len="med"/>
                <a:tailEnd type="none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  <p:cxnSp>
            <p:nvCxnSpPr>
              <p:cNvPr id="19" name="Gerader Verbinder 3">
                <a:extLst>
                  <a:ext uri="{FF2B5EF4-FFF2-40B4-BE49-F238E27FC236}">
                    <a16:creationId xmlns:a16="http://schemas.microsoft.com/office/drawing/2014/main" id="{C0262271-7B1A-C33C-02CB-A0DCF4BED1C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7842252" y="5141272"/>
                <a:ext cx="320722" cy="0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  <p:cxnSp>
            <p:nvCxnSpPr>
              <p:cNvPr id="20" name="Gerader Verbinder 61">
                <a:extLst>
                  <a:ext uri="{FF2B5EF4-FFF2-40B4-BE49-F238E27FC236}">
                    <a16:creationId xmlns:a16="http://schemas.microsoft.com/office/drawing/2014/main" id="{F06F2408-FB1C-F84C-737F-DEFF3BFD991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8010364" y="4994429"/>
                <a:ext cx="0" cy="306385"/>
              </a:xfrm>
              <a:prstGeom prst="line">
                <a:avLst/>
              </a:prstGeom>
              <a:grpFill/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</p:grpSp>
        <p:sp>
          <p:nvSpPr>
            <p:cNvPr id="17" name="Rechteck: abgerundete Ecken 16">
              <a:extLst>
                <a:ext uri="{FF2B5EF4-FFF2-40B4-BE49-F238E27FC236}">
                  <a16:creationId xmlns:a16="http://schemas.microsoft.com/office/drawing/2014/main" id="{0D15EF10-01F1-EE96-B686-F9DC1C0A29F5}"/>
                </a:ext>
              </a:extLst>
            </p:cNvPr>
            <p:cNvSpPr/>
            <p:nvPr/>
          </p:nvSpPr>
          <p:spPr bwMode="auto">
            <a:xfrm rot="10800000">
              <a:off x="8067916" y="3199771"/>
              <a:ext cx="144031" cy="1224673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95000"/>
              </a:schemeClr>
            </a:solidFill>
            <a:ln w="3175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de-DE" sz="600" dirty="0">
                <a:solidFill>
                  <a:srgbClr val="4D4D4D"/>
                </a:solidFill>
              </a:endParaRPr>
            </a:p>
          </p:txBody>
        </p:sp>
      </p:grpSp>
      <p:pic>
        <p:nvPicPr>
          <p:cNvPr id="8" name="Grafik 7">
            <a:extLst>
              <a:ext uri="{FF2B5EF4-FFF2-40B4-BE49-F238E27FC236}">
                <a16:creationId xmlns:a16="http://schemas.microsoft.com/office/drawing/2014/main" id="{7714469A-0D07-09B7-A985-04F64D6510E9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 rot="5400000">
            <a:off x="5477558" y="4805882"/>
            <a:ext cx="866953" cy="385477"/>
          </a:xfrm>
          <a:prstGeom prst="rect">
            <a:avLst/>
          </a:prstGeom>
        </p:spPr>
      </p:pic>
      <p:sp>
        <p:nvSpPr>
          <p:cNvPr id="11" name="Pfeil: nach links 10">
            <a:extLst>
              <a:ext uri="{FF2B5EF4-FFF2-40B4-BE49-F238E27FC236}">
                <a16:creationId xmlns:a16="http://schemas.microsoft.com/office/drawing/2014/main" id="{C69EEFB8-2F0E-07AC-8F29-1F674F557B17}"/>
              </a:ext>
            </a:extLst>
          </p:cNvPr>
          <p:cNvSpPr/>
          <p:nvPr/>
        </p:nvSpPr>
        <p:spPr>
          <a:xfrm rot="16200000">
            <a:off x="5611002" y="3339937"/>
            <a:ext cx="403601" cy="279591"/>
          </a:xfrm>
          <a:prstGeom prst="leftArrow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3ACEA61B-7772-DBA8-005B-DAEB65152D2B}"/>
              </a:ext>
            </a:extLst>
          </p:cNvPr>
          <p:cNvCxnSpPr>
            <a:cxnSpLocks/>
          </p:cNvCxnSpPr>
          <p:nvPr/>
        </p:nvCxnSpPr>
        <p:spPr bwMode="auto">
          <a:xfrm rot="5400000" flipH="1">
            <a:off x="5922117" y="4977357"/>
            <a:ext cx="597026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7AC83A0-EDFC-5922-C43B-5AB56765F952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5937335" y="4439188"/>
            <a:ext cx="0" cy="199161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F288E0B1-5DCD-445A-1CB0-4199B3CE2930}"/>
              </a:ext>
            </a:extLst>
          </p:cNvPr>
          <p:cNvCxnSpPr>
            <a:cxnSpLocks/>
          </p:cNvCxnSpPr>
          <p:nvPr/>
        </p:nvCxnSpPr>
        <p:spPr bwMode="auto">
          <a:xfrm rot="5400000" flipH="1">
            <a:off x="5548342" y="4231760"/>
            <a:ext cx="508488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8AEFB728-C1F0-BCA8-885D-ED374D4D26A1}"/>
              </a:ext>
            </a:extLst>
          </p:cNvPr>
          <p:cNvSpPr txBox="1"/>
          <p:nvPr/>
        </p:nvSpPr>
        <p:spPr>
          <a:xfrm>
            <a:off x="3924626" y="45943"/>
            <a:ext cx="432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14 - Buchse aufpressen </a:t>
            </a:r>
            <a:r>
              <a:rPr lang="de-DE" sz="10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(Pos.6)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EDDFEBD2-FF8E-559E-BAB4-CB70D2207B93}"/>
              </a:ext>
            </a:extLst>
          </p:cNvPr>
          <p:cNvSpPr/>
          <p:nvPr/>
        </p:nvSpPr>
        <p:spPr>
          <a:xfrm>
            <a:off x="9535650" y="306115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</a:p>
        </p:txBody>
      </p:sp>
      <p:sp>
        <p:nvSpPr>
          <p:cNvPr id="47" name="Ellipse 46">
            <a:extLst>
              <a:ext uri="{FF2B5EF4-FFF2-40B4-BE49-F238E27FC236}">
                <a16:creationId xmlns:a16="http://schemas.microsoft.com/office/drawing/2014/main" id="{6E42F895-BFB6-009C-8FBF-6FD3E02BDAC5}"/>
              </a:ext>
            </a:extLst>
          </p:cNvPr>
          <p:cNvSpPr/>
          <p:nvPr/>
        </p:nvSpPr>
        <p:spPr>
          <a:xfrm>
            <a:off x="5752452" y="3114771"/>
            <a:ext cx="108000" cy="108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</a:schemeClr>
              </a:gs>
              <a:gs pos="46000">
                <a:schemeClr val="accent5">
                  <a:lumMod val="95000"/>
                  <a:lumOff val="5000"/>
                </a:schemeClr>
              </a:gs>
              <a:gs pos="100000">
                <a:schemeClr val="accent5">
                  <a:lumMod val="60000"/>
                </a:schemeClr>
              </a:gs>
            </a:gsLst>
            <a:path path="circle">
              <a:fillToRect l="50000" t="130000" r="50000" b="-3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00" dirty="0">
              <a:solidFill>
                <a:schemeClr val="tx1"/>
              </a:solidFill>
            </a:endParaRPr>
          </a:p>
        </p:txBody>
      </p:sp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FD2DD564-5F06-CE54-CC13-224449598534}"/>
              </a:ext>
            </a:extLst>
          </p:cNvPr>
          <p:cNvGrpSpPr/>
          <p:nvPr/>
        </p:nvGrpSpPr>
        <p:grpSpPr>
          <a:xfrm>
            <a:off x="3504648" y="1595689"/>
            <a:ext cx="3192557" cy="2628364"/>
            <a:chOff x="3037584" y="3496851"/>
            <a:chExt cx="3192557" cy="2628364"/>
          </a:xfrm>
        </p:grpSpPr>
        <p:grpSp>
          <p:nvGrpSpPr>
            <p:cNvPr id="26" name="Gruppieren 25">
              <a:extLst>
                <a:ext uri="{FF2B5EF4-FFF2-40B4-BE49-F238E27FC236}">
                  <a16:creationId xmlns:a16="http://schemas.microsoft.com/office/drawing/2014/main" id="{A3CBBD27-A38D-AE03-7D15-91201BFAF469}"/>
                </a:ext>
              </a:extLst>
            </p:cNvPr>
            <p:cNvGrpSpPr/>
            <p:nvPr/>
          </p:nvGrpSpPr>
          <p:grpSpPr>
            <a:xfrm>
              <a:off x="3037584" y="3496851"/>
              <a:ext cx="3192557" cy="2628364"/>
              <a:chOff x="2847408" y="2320446"/>
              <a:chExt cx="3192557" cy="2628364"/>
            </a:xfrm>
          </p:grpSpPr>
          <p:grpSp>
            <p:nvGrpSpPr>
              <p:cNvPr id="32" name="Gruppieren 31">
                <a:extLst>
                  <a:ext uri="{FF2B5EF4-FFF2-40B4-BE49-F238E27FC236}">
                    <a16:creationId xmlns:a16="http://schemas.microsoft.com/office/drawing/2014/main" id="{5BF6CBA1-3A92-3D35-3F0B-1610D5C748AC}"/>
                  </a:ext>
                </a:extLst>
              </p:cNvPr>
              <p:cNvGrpSpPr/>
              <p:nvPr/>
            </p:nvGrpSpPr>
            <p:grpSpPr>
              <a:xfrm rot="7980000">
                <a:off x="4434676" y="2986277"/>
                <a:ext cx="1421755" cy="1284479"/>
                <a:chOff x="8181651" y="5316405"/>
                <a:chExt cx="1128345" cy="1006597"/>
              </a:xfrm>
            </p:grpSpPr>
            <p:cxnSp>
              <p:nvCxnSpPr>
                <p:cNvPr id="59" name="Gerader Verbinder 58">
                  <a:extLst>
                    <a:ext uri="{FF2B5EF4-FFF2-40B4-BE49-F238E27FC236}">
                      <a16:creationId xmlns:a16="http://schemas.microsoft.com/office/drawing/2014/main" id="{24C6223B-279E-315A-FE25-22F3CFAEA301}"/>
                    </a:ext>
                  </a:extLst>
                </p:cNvPr>
                <p:cNvCxnSpPr>
                  <a:cxnSpLocks/>
                  <a:stCxn id="46" idx="3"/>
                  <a:endCxn id="52" idx="7"/>
                </p:cNvCxnSpPr>
                <p:nvPr/>
              </p:nvCxnSpPr>
              <p:spPr>
                <a:xfrm rot="13620000" flipV="1">
                  <a:off x="8246187" y="5259192"/>
                  <a:ext cx="1003690" cy="1123929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Gerader Verbinder 59">
                  <a:extLst>
                    <a:ext uri="{FF2B5EF4-FFF2-40B4-BE49-F238E27FC236}">
                      <a16:creationId xmlns:a16="http://schemas.microsoft.com/office/drawing/2014/main" id="{C9A85ECD-CA1A-4D61-343E-7BA55253DC81}"/>
                    </a:ext>
                  </a:extLst>
                </p:cNvPr>
                <p:cNvCxnSpPr>
                  <a:cxnSpLocks/>
                  <a:stCxn id="44" idx="5"/>
                  <a:endCxn id="54" idx="1"/>
                </p:cNvCxnSpPr>
                <p:nvPr/>
              </p:nvCxnSpPr>
              <p:spPr>
                <a:xfrm rot="13620000" flipH="1" flipV="1">
                  <a:off x="8244330" y="5253726"/>
                  <a:ext cx="1000784" cy="1126141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4" name="Gruppieren 33">
                <a:extLst>
                  <a:ext uri="{FF2B5EF4-FFF2-40B4-BE49-F238E27FC236}">
                    <a16:creationId xmlns:a16="http://schemas.microsoft.com/office/drawing/2014/main" id="{350F4D9F-4496-9B51-2E4B-08129FECA75D}"/>
                  </a:ext>
                </a:extLst>
              </p:cNvPr>
              <p:cNvGrpSpPr/>
              <p:nvPr/>
            </p:nvGrpSpPr>
            <p:grpSpPr>
              <a:xfrm>
                <a:off x="4230476" y="2621886"/>
                <a:ext cx="1809489" cy="1998483"/>
                <a:chOff x="7993556" y="5056016"/>
                <a:chExt cx="1436060" cy="1566129"/>
              </a:xfrm>
            </p:grpSpPr>
            <p:grpSp>
              <p:nvGrpSpPr>
                <p:cNvPr id="41" name="Gruppieren 40">
                  <a:extLst>
                    <a:ext uri="{FF2B5EF4-FFF2-40B4-BE49-F238E27FC236}">
                      <a16:creationId xmlns:a16="http://schemas.microsoft.com/office/drawing/2014/main" id="{5BCE9D68-91B4-9A17-ABF9-E72A729FDCDA}"/>
                    </a:ext>
                  </a:extLst>
                </p:cNvPr>
                <p:cNvGrpSpPr/>
                <p:nvPr/>
              </p:nvGrpSpPr>
              <p:grpSpPr>
                <a:xfrm>
                  <a:off x="7993556" y="5056016"/>
                  <a:ext cx="1436060" cy="1550823"/>
                  <a:chOff x="7983491" y="5051704"/>
                  <a:chExt cx="1436060" cy="1550823"/>
                </a:xfrm>
              </p:grpSpPr>
              <p:cxnSp>
                <p:nvCxnSpPr>
                  <p:cNvPr id="57" name="Gerader Verbinder 56">
                    <a:extLst>
                      <a:ext uri="{FF2B5EF4-FFF2-40B4-BE49-F238E27FC236}">
                        <a16:creationId xmlns:a16="http://schemas.microsoft.com/office/drawing/2014/main" id="{D0849102-4C8B-2F7A-8B7E-7621F4B58756}"/>
                      </a:ext>
                    </a:extLst>
                  </p:cNvPr>
                  <p:cNvCxnSpPr>
                    <a:cxnSpLocks/>
                    <a:stCxn id="43" idx="6"/>
                    <a:endCxn id="56" idx="2"/>
                  </p:cNvCxnSpPr>
                  <p:nvPr/>
                </p:nvCxnSpPr>
                <p:spPr>
                  <a:xfrm flipH="1">
                    <a:off x="7983491" y="5840579"/>
                    <a:ext cx="1436060" cy="1172"/>
                  </a:xfrm>
                  <a:prstGeom prst="line">
                    <a:avLst/>
                  </a:prstGeom>
                  <a:ln w="3175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lgDashDot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Gerader Verbinder 57">
                    <a:extLst>
                      <a:ext uri="{FF2B5EF4-FFF2-40B4-BE49-F238E27FC236}">
                        <a16:creationId xmlns:a16="http://schemas.microsoft.com/office/drawing/2014/main" id="{9E3EBD0B-6CDB-2E7E-576F-2E6695F027C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701180" y="5051704"/>
                    <a:ext cx="16484" cy="1550823"/>
                  </a:xfrm>
                  <a:prstGeom prst="line">
                    <a:avLst/>
                  </a:prstGeom>
                  <a:ln w="3175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lgDashDot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3" name="Ellipse 42">
                  <a:extLst>
                    <a:ext uri="{FF2B5EF4-FFF2-40B4-BE49-F238E27FC236}">
                      <a16:creationId xmlns:a16="http://schemas.microsoft.com/office/drawing/2014/main" id="{4A9AEB14-6130-06F6-4957-F340DFFCA98F}"/>
                    </a:ext>
                  </a:extLst>
                </p:cNvPr>
                <p:cNvSpPr/>
                <p:nvPr/>
              </p:nvSpPr>
              <p:spPr>
                <a:xfrm>
                  <a:off x="9321616" y="5790891"/>
                  <a:ext cx="108000" cy="108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6">
                        <a:lumMod val="0"/>
                        <a:lumOff val="100000"/>
                      </a:schemeClr>
                    </a:gs>
                    <a:gs pos="35000">
                      <a:schemeClr val="accent6">
                        <a:lumMod val="0"/>
                        <a:lumOff val="100000"/>
                      </a:schemeClr>
                    </a:gs>
                    <a:gs pos="100000">
                      <a:schemeClr val="accent6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300" dirty="0">
                      <a:solidFill>
                        <a:schemeClr val="tx1"/>
                      </a:solidFill>
                    </a:rPr>
                    <a:t>4</a:t>
                  </a:r>
                </a:p>
              </p:txBody>
            </p:sp>
            <p:sp>
              <p:nvSpPr>
                <p:cNvPr id="44" name="Ellipse 43">
                  <a:extLst>
                    <a:ext uri="{FF2B5EF4-FFF2-40B4-BE49-F238E27FC236}">
                      <a16:creationId xmlns:a16="http://schemas.microsoft.com/office/drawing/2014/main" id="{5A8EFEC0-B9C5-AC66-5AB6-A4CE21C7638F}"/>
                    </a:ext>
                  </a:extLst>
                </p:cNvPr>
                <p:cNvSpPr/>
                <p:nvPr/>
              </p:nvSpPr>
              <p:spPr>
                <a:xfrm>
                  <a:off x="9137262" y="6309877"/>
                  <a:ext cx="108000" cy="108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300" dirty="0">
                      <a:solidFill>
                        <a:schemeClr val="tx1"/>
                      </a:solidFill>
                    </a:rPr>
                    <a:t>5</a:t>
                  </a:r>
                </a:p>
              </p:txBody>
            </p:sp>
            <p:sp>
              <p:nvSpPr>
                <p:cNvPr id="45" name="Ellipse 44">
                  <a:extLst>
                    <a:ext uri="{FF2B5EF4-FFF2-40B4-BE49-F238E27FC236}">
                      <a16:creationId xmlns:a16="http://schemas.microsoft.com/office/drawing/2014/main" id="{A0720A28-20E3-DCE3-8E68-3133929EF01C}"/>
                    </a:ext>
                  </a:extLst>
                </p:cNvPr>
                <p:cNvSpPr/>
                <p:nvPr/>
              </p:nvSpPr>
              <p:spPr>
                <a:xfrm>
                  <a:off x="8673730" y="6514145"/>
                  <a:ext cx="108000" cy="108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6">
                        <a:lumMod val="0"/>
                        <a:lumOff val="100000"/>
                      </a:schemeClr>
                    </a:gs>
                    <a:gs pos="35000">
                      <a:schemeClr val="accent6">
                        <a:lumMod val="0"/>
                        <a:lumOff val="100000"/>
                      </a:schemeClr>
                    </a:gs>
                    <a:gs pos="100000">
                      <a:schemeClr val="accent6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300" dirty="0">
                      <a:solidFill>
                        <a:schemeClr val="tx1"/>
                      </a:solidFill>
                    </a:rPr>
                    <a:t>6</a:t>
                  </a:r>
                </a:p>
              </p:txBody>
            </p:sp>
            <p:sp>
              <p:nvSpPr>
                <p:cNvPr id="46" name="Ellipse 45">
                  <a:extLst>
                    <a:ext uri="{FF2B5EF4-FFF2-40B4-BE49-F238E27FC236}">
                      <a16:creationId xmlns:a16="http://schemas.microsoft.com/office/drawing/2014/main" id="{C01F56C5-2282-F3A5-D07C-616711185939}"/>
                    </a:ext>
                  </a:extLst>
                </p:cNvPr>
                <p:cNvSpPr/>
                <p:nvPr/>
              </p:nvSpPr>
              <p:spPr>
                <a:xfrm>
                  <a:off x="8193162" y="6308199"/>
                  <a:ext cx="108000" cy="108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6">
                        <a:lumMod val="0"/>
                        <a:lumOff val="100000"/>
                      </a:schemeClr>
                    </a:gs>
                    <a:gs pos="35000">
                      <a:schemeClr val="accent6">
                        <a:lumMod val="0"/>
                        <a:lumOff val="100000"/>
                      </a:schemeClr>
                    </a:gs>
                    <a:gs pos="100000">
                      <a:schemeClr val="accent6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300" dirty="0">
                      <a:solidFill>
                        <a:schemeClr val="tx1"/>
                      </a:solidFill>
                    </a:rPr>
                    <a:t>7</a:t>
                  </a:r>
                </a:p>
              </p:txBody>
            </p:sp>
            <p:sp>
              <p:nvSpPr>
                <p:cNvPr id="52" name="Ellipse 51">
                  <a:extLst>
                    <a:ext uri="{FF2B5EF4-FFF2-40B4-BE49-F238E27FC236}">
                      <a16:creationId xmlns:a16="http://schemas.microsoft.com/office/drawing/2014/main" id="{9ACAEF3B-2900-821D-2764-AD7843BA8557}"/>
                    </a:ext>
                  </a:extLst>
                </p:cNvPr>
                <p:cNvSpPr/>
                <p:nvPr/>
              </p:nvSpPr>
              <p:spPr>
                <a:xfrm>
                  <a:off x="9133248" y="5274755"/>
                  <a:ext cx="108000" cy="108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300" dirty="0">
                      <a:solidFill>
                        <a:schemeClr val="tx1"/>
                      </a:solidFill>
                    </a:rPr>
                    <a:t>3</a:t>
                  </a:r>
                </a:p>
              </p:txBody>
            </p:sp>
            <p:sp>
              <p:nvSpPr>
                <p:cNvPr id="53" name="Ellipse 52">
                  <a:extLst>
                    <a:ext uri="{FF2B5EF4-FFF2-40B4-BE49-F238E27FC236}">
                      <a16:creationId xmlns:a16="http://schemas.microsoft.com/office/drawing/2014/main" id="{55C4C3B5-7595-C601-87E0-16E413BD2399}"/>
                    </a:ext>
                  </a:extLst>
                </p:cNvPr>
                <p:cNvSpPr/>
                <p:nvPr/>
              </p:nvSpPr>
              <p:spPr>
                <a:xfrm>
                  <a:off x="8657245" y="5056016"/>
                  <a:ext cx="108000" cy="108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6">
                        <a:lumMod val="0"/>
                        <a:lumOff val="100000"/>
                      </a:schemeClr>
                    </a:gs>
                    <a:gs pos="35000">
                      <a:schemeClr val="accent6">
                        <a:lumMod val="0"/>
                        <a:lumOff val="100000"/>
                      </a:schemeClr>
                    </a:gs>
                    <a:gs pos="100000">
                      <a:schemeClr val="accent6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300" dirty="0">
                      <a:solidFill>
                        <a:schemeClr val="tx1"/>
                      </a:solidFill>
                    </a:rPr>
                    <a:t>2</a:t>
                  </a:r>
                </a:p>
              </p:txBody>
            </p:sp>
            <p:sp>
              <p:nvSpPr>
                <p:cNvPr id="54" name="Ellipse 53">
                  <a:extLst>
                    <a:ext uri="{FF2B5EF4-FFF2-40B4-BE49-F238E27FC236}">
                      <a16:creationId xmlns:a16="http://schemas.microsoft.com/office/drawing/2014/main" id="{935F76AD-E55C-B27C-4E26-061F08B1EB39}"/>
                    </a:ext>
                  </a:extLst>
                </p:cNvPr>
                <p:cNvSpPr/>
                <p:nvPr/>
              </p:nvSpPr>
              <p:spPr>
                <a:xfrm>
                  <a:off x="8200119" y="5274248"/>
                  <a:ext cx="108000" cy="108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4">
                        <a:lumMod val="20000"/>
                        <a:lumOff val="80000"/>
                      </a:schemeClr>
                    </a:gs>
                    <a:gs pos="35000">
                      <a:schemeClr val="accent6">
                        <a:lumMod val="0"/>
                        <a:lumOff val="100000"/>
                      </a:schemeClr>
                    </a:gs>
                    <a:gs pos="100000">
                      <a:schemeClr val="accent6">
                        <a:lumMod val="100000"/>
                      </a:schemeClr>
                    </a:gs>
                  </a:gsLst>
                  <a:path path="circle">
                    <a:fillToRect l="50000" t="-80000" r="50000" b="180000"/>
                  </a:path>
                  <a:tileRect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300" dirty="0">
                      <a:solidFill>
                        <a:schemeClr val="tx1"/>
                      </a:solidFill>
                    </a:rPr>
                    <a:t>1</a:t>
                  </a:r>
                </a:p>
              </p:txBody>
            </p:sp>
            <p:sp>
              <p:nvSpPr>
                <p:cNvPr id="56" name="Ellipse 55">
                  <a:extLst>
                    <a:ext uri="{FF2B5EF4-FFF2-40B4-BE49-F238E27FC236}">
                      <a16:creationId xmlns:a16="http://schemas.microsoft.com/office/drawing/2014/main" id="{C0F841CF-9B0C-F636-52DA-7B1370DB945A}"/>
                    </a:ext>
                  </a:extLst>
                </p:cNvPr>
                <p:cNvSpPr/>
                <p:nvPr/>
              </p:nvSpPr>
              <p:spPr>
                <a:xfrm>
                  <a:off x="7993556" y="5792062"/>
                  <a:ext cx="108000" cy="10800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3">
                        <a:lumMod val="5000"/>
                        <a:lumOff val="95000"/>
                      </a:schemeClr>
                    </a:gs>
                    <a:gs pos="74000">
                      <a:schemeClr val="accent3">
                        <a:lumMod val="45000"/>
                        <a:lumOff val="55000"/>
                      </a:schemeClr>
                    </a:gs>
                    <a:gs pos="83000">
                      <a:schemeClr val="accent3">
                        <a:lumMod val="45000"/>
                        <a:lumOff val="55000"/>
                      </a:schemeClr>
                    </a:gs>
                    <a:gs pos="100000">
                      <a:schemeClr val="accent3">
                        <a:lumMod val="30000"/>
                        <a:lumOff val="70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de-DE" sz="300" dirty="0">
                      <a:solidFill>
                        <a:schemeClr val="tx1"/>
                      </a:solidFill>
                    </a:rPr>
                    <a:t>8</a:t>
                  </a:r>
                </a:p>
              </p:txBody>
            </p:sp>
          </p:grpSp>
          <p:pic>
            <p:nvPicPr>
              <p:cNvPr id="36" name="Grafik 35">
                <a:extLst>
                  <a:ext uri="{FF2B5EF4-FFF2-40B4-BE49-F238E27FC236}">
                    <a16:creationId xmlns:a16="http://schemas.microsoft.com/office/drawing/2014/main" id="{413D61D0-0278-DC7E-B7C1-68FFC5CF8BD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t="16630" r="68820" b="16165"/>
              <a:stretch/>
            </p:blipFill>
            <p:spPr>
              <a:xfrm>
                <a:off x="2847408" y="3640711"/>
                <a:ext cx="971039" cy="1308099"/>
              </a:xfrm>
              <a:prstGeom prst="rect">
                <a:avLst/>
              </a:prstGeom>
            </p:spPr>
          </p:pic>
          <p:pic>
            <p:nvPicPr>
              <p:cNvPr id="37" name="Grafik 36">
                <a:extLst>
                  <a:ext uri="{FF2B5EF4-FFF2-40B4-BE49-F238E27FC236}">
                    <a16:creationId xmlns:a16="http://schemas.microsoft.com/office/drawing/2014/main" id="{801FB77F-60C1-BF9F-9898-E9413BFE052B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6"/>
              <a:srcRect t="16630" r="68820" b="16165"/>
              <a:stretch/>
            </p:blipFill>
            <p:spPr>
              <a:xfrm>
                <a:off x="2847408" y="2320446"/>
                <a:ext cx="971039" cy="1308099"/>
              </a:xfrm>
              <a:prstGeom prst="rect">
                <a:avLst/>
              </a:prstGeom>
            </p:spPr>
          </p:pic>
          <p:cxnSp>
            <p:nvCxnSpPr>
              <p:cNvPr id="38" name="Gerader Verbinder 37">
                <a:extLst>
                  <a:ext uri="{FF2B5EF4-FFF2-40B4-BE49-F238E27FC236}">
                    <a16:creationId xmlns:a16="http://schemas.microsoft.com/office/drawing/2014/main" id="{2B0B62D9-89BB-D302-1801-A682BE9007B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49612" y="4294761"/>
                <a:ext cx="1332000" cy="0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  <a:prstDash val="dashDot"/>
                <a:headEnd type="stealth" w="sm" len="sm"/>
                <a:tailEnd type="stealth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Gerader Verbinder 38">
                <a:extLst>
                  <a:ext uri="{FF2B5EF4-FFF2-40B4-BE49-F238E27FC236}">
                    <a16:creationId xmlns:a16="http://schemas.microsoft.com/office/drawing/2014/main" id="{C6A42EB3-837A-B447-49B0-3C40D3FE2BCC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3150066" y="2969272"/>
                <a:ext cx="1332000" cy="0"/>
              </a:xfrm>
              <a:prstGeom prst="line">
                <a:avLst/>
              </a:prstGeom>
              <a:ln w="3175">
                <a:solidFill>
                  <a:schemeClr val="tx1">
                    <a:lumMod val="65000"/>
                    <a:lumOff val="35000"/>
                  </a:schemeClr>
                </a:solidFill>
                <a:prstDash val="dashDot"/>
                <a:headEnd type="stealth" w="sm" len="sm"/>
                <a:tailEnd type="stealth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Bogen 39">
                <a:extLst>
                  <a:ext uri="{FF2B5EF4-FFF2-40B4-BE49-F238E27FC236}">
                    <a16:creationId xmlns:a16="http://schemas.microsoft.com/office/drawing/2014/main" id="{105F350D-84D7-2356-040B-423243915A16}"/>
                  </a:ext>
                </a:extLst>
              </p:cNvPr>
              <p:cNvSpPr/>
              <p:nvPr/>
            </p:nvSpPr>
            <p:spPr bwMode="auto">
              <a:xfrm rot="5400000">
                <a:off x="4475377" y="2962946"/>
                <a:ext cx="1332000" cy="1332000"/>
              </a:xfrm>
              <a:prstGeom prst="arc">
                <a:avLst>
                  <a:gd name="adj1" fmla="val 8354808"/>
                  <a:gd name="adj2" fmla="val 8292106"/>
                </a:avLst>
              </a:prstGeom>
              <a:solidFill>
                <a:schemeClr val="bg1">
                  <a:lumMod val="95000"/>
                  <a:alpha val="22000"/>
                </a:schemeClr>
              </a:solidFill>
              <a:ln w="3175">
                <a:solidFill>
                  <a:srgbClr val="4D4D4D"/>
                </a:solidFill>
                <a:prstDash val="lgDashDotDot"/>
                <a:headEnd type="none" w="sm" len="sm"/>
                <a:tailEnd type="stealth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</p:grpSp>
        <p:grpSp>
          <p:nvGrpSpPr>
            <p:cNvPr id="61" name="Gruppieren 60">
              <a:extLst>
                <a:ext uri="{FF2B5EF4-FFF2-40B4-BE49-F238E27FC236}">
                  <a16:creationId xmlns:a16="http://schemas.microsoft.com/office/drawing/2014/main" id="{14A7504C-80DF-4BB7-25C1-F89AD63F9A0B}"/>
                </a:ext>
              </a:extLst>
            </p:cNvPr>
            <p:cNvGrpSpPr/>
            <p:nvPr/>
          </p:nvGrpSpPr>
          <p:grpSpPr>
            <a:xfrm rot="10800000">
              <a:off x="3061742" y="3858760"/>
              <a:ext cx="47480" cy="525567"/>
              <a:chOff x="5351002" y="3726212"/>
              <a:chExt cx="47480" cy="525567"/>
            </a:xfrm>
          </p:grpSpPr>
          <p:sp>
            <p:nvSpPr>
              <p:cNvPr id="62" name="Rechteck 61">
                <a:extLst>
                  <a:ext uri="{FF2B5EF4-FFF2-40B4-BE49-F238E27FC236}">
                    <a16:creationId xmlns:a16="http://schemas.microsoft.com/office/drawing/2014/main" id="{4E3958A9-B76D-BBD4-3B97-F2EC7C9A8D66}"/>
                  </a:ext>
                </a:extLst>
              </p:cNvPr>
              <p:cNvSpPr/>
              <p:nvPr/>
            </p:nvSpPr>
            <p:spPr bwMode="auto">
              <a:xfrm rot="10800000" flipH="1">
                <a:off x="5352763" y="3726212"/>
                <a:ext cx="4571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  <a:alpha val="12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8100000" algn="tr" rotWithShape="0">
                  <a:prstClr val="black">
                    <a:alpha val="27000"/>
                  </a:prstClr>
                </a:outerShdw>
              </a:effectLst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>
                  <a:defRPr/>
                </a:pPr>
                <a:r>
                  <a:rPr lang="de-DE" sz="600" i="1" dirty="0">
                    <a:solidFill>
                      <a:schemeClr val="bg1">
                        <a:lumMod val="50000"/>
                      </a:schemeClr>
                    </a:solidFill>
                  </a:rPr>
                  <a:t>N2</a:t>
                </a:r>
              </a:p>
              <a:p>
                <a:pPr eaLnBrk="1" hangingPunct="1">
                  <a:defRPr/>
                </a:pPr>
                <a:r>
                  <a:rPr lang="de-DE" sz="600" dirty="0">
                    <a:solidFill>
                      <a:schemeClr val="tx2">
                        <a:lumMod val="65000"/>
                        <a:lumOff val="35000"/>
                      </a:schemeClr>
                    </a:solidFill>
                  </a:rPr>
                  <a:t> </a:t>
                </a:r>
              </a:p>
            </p:txBody>
          </p:sp>
          <p:sp>
            <p:nvSpPr>
              <p:cNvPr id="63" name="Rechteck 62">
                <a:extLst>
                  <a:ext uri="{FF2B5EF4-FFF2-40B4-BE49-F238E27FC236}">
                    <a16:creationId xmlns:a16="http://schemas.microsoft.com/office/drawing/2014/main" id="{B9B9918F-5D40-26CF-D58D-0BA48874C572}"/>
                  </a:ext>
                </a:extLst>
              </p:cNvPr>
              <p:cNvSpPr/>
              <p:nvPr/>
            </p:nvSpPr>
            <p:spPr bwMode="auto">
              <a:xfrm rot="10630962" flipH="1">
                <a:off x="5351002" y="4206060"/>
                <a:ext cx="4571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  <a:alpha val="12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8100000" algn="tr" rotWithShape="0">
                  <a:prstClr val="black">
                    <a:alpha val="27000"/>
                  </a:prstClr>
                </a:outerShdw>
              </a:effectLst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>
                  <a:defRPr/>
                </a:pPr>
                <a:r>
                  <a:rPr lang="de-DE" sz="600" i="1" dirty="0">
                    <a:solidFill>
                      <a:schemeClr val="bg1">
                        <a:lumMod val="50000"/>
                      </a:schemeClr>
                    </a:solidFill>
                  </a:rPr>
                  <a:t>N1</a:t>
                </a:r>
              </a:p>
              <a:p>
                <a:pPr eaLnBrk="1" hangingPunct="1">
                  <a:defRPr/>
                </a:pPr>
                <a:r>
                  <a:rPr lang="de-DE" sz="600" dirty="0">
                    <a:solidFill>
                      <a:schemeClr val="tx2">
                        <a:lumMod val="65000"/>
                        <a:lumOff val="35000"/>
                      </a:schemeClr>
                    </a:solidFill>
                  </a:rPr>
                  <a:t> </a:t>
                </a:r>
              </a:p>
            </p:txBody>
          </p:sp>
          <p:sp>
            <p:nvSpPr>
              <p:cNvPr id="64" name="Rechteck 63">
                <a:extLst>
                  <a:ext uri="{FF2B5EF4-FFF2-40B4-BE49-F238E27FC236}">
                    <a16:creationId xmlns:a16="http://schemas.microsoft.com/office/drawing/2014/main" id="{6602BEFF-2925-C9AC-9C7E-D084AD55AE47}"/>
                  </a:ext>
                </a:extLst>
              </p:cNvPr>
              <p:cNvSpPr/>
              <p:nvPr/>
            </p:nvSpPr>
            <p:spPr bwMode="auto">
              <a:xfrm rot="10800000" flipH="1">
                <a:off x="5351002" y="3961545"/>
                <a:ext cx="4571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  <a:alpha val="12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8100000" algn="tr" rotWithShape="0">
                  <a:prstClr val="black">
                    <a:alpha val="27000"/>
                  </a:prstClr>
                </a:outerShdw>
              </a:effectLst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>
                  <a:defRPr/>
                </a:pPr>
                <a:r>
                  <a:rPr lang="de-DE" sz="600" i="1" dirty="0">
                    <a:solidFill>
                      <a:schemeClr val="bg1">
                        <a:lumMod val="50000"/>
                      </a:schemeClr>
                    </a:solidFill>
                  </a:rPr>
                  <a:t>N3</a:t>
                </a:r>
              </a:p>
              <a:p>
                <a:pPr eaLnBrk="1" hangingPunct="1">
                  <a:defRPr/>
                </a:pPr>
                <a:r>
                  <a:rPr lang="de-DE" sz="600" dirty="0">
                    <a:solidFill>
                      <a:schemeClr val="tx2">
                        <a:lumMod val="65000"/>
                        <a:lumOff val="35000"/>
                      </a:schemeClr>
                    </a:solidFill>
                  </a:rPr>
                  <a:t> </a:t>
                </a:r>
              </a:p>
            </p:txBody>
          </p:sp>
        </p:grpSp>
        <p:grpSp>
          <p:nvGrpSpPr>
            <p:cNvPr id="65" name="Gruppieren 64">
              <a:extLst>
                <a:ext uri="{FF2B5EF4-FFF2-40B4-BE49-F238E27FC236}">
                  <a16:creationId xmlns:a16="http://schemas.microsoft.com/office/drawing/2014/main" id="{F90240A0-3F1B-5E9F-447D-F22384907E31}"/>
                </a:ext>
              </a:extLst>
            </p:cNvPr>
            <p:cNvGrpSpPr/>
            <p:nvPr/>
          </p:nvGrpSpPr>
          <p:grpSpPr>
            <a:xfrm rot="10800000">
              <a:off x="3087589" y="5157960"/>
              <a:ext cx="47480" cy="525567"/>
              <a:chOff x="5351002" y="3726212"/>
              <a:chExt cx="47480" cy="525567"/>
            </a:xfrm>
          </p:grpSpPr>
          <p:sp>
            <p:nvSpPr>
              <p:cNvPr id="66" name="Rechteck 65">
                <a:extLst>
                  <a:ext uri="{FF2B5EF4-FFF2-40B4-BE49-F238E27FC236}">
                    <a16:creationId xmlns:a16="http://schemas.microsoft.com/office/drawing/2014/main" id="{A4E1C638-86DF-D472-0457-444AEDEAB990}"/>
                  </a:ext>
                </a:extLst>
              </p:cNvPr>
              <p:cNvSpPr/>
              <p:nvPr/>
            </p:nvSpPr>
            <p:spPr bwMode="auto">
              <a:xfrm rot="10800000" flipH="1">
                <a:off x="5352763" y="3726212"/>
                <a:ext cx="4571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  <a:alpha val="12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8100000" algn="tr" rotWithShape="0">
                  <a:prstClr val="black">
                    <a:alpha val="27000"/>
                  </a:prstClr>
                </a:outerShdw>
              </a:effectLst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>
                  <a:defRPr/>
                </a:pPr>
                <a:r>
                  <a:rPr lang="de-DE" sz="600" i="1" dirty="0">
                    <a:solidFill>
                      <a:schemeClr val="bg1">
                        <a:lumMod val="50000"/>
                      </a:schemeClr>
                    </a:solidFill>
                  </a:rPr>
                  <a:t>N2</a:t>
                </a:r>
              </a:p>
              <a:p>
                <a:pPr eaLnBrk="1" hangingPunct="1">
                  <a:defRPr/>
                </a:pPr>
                <a:r>
                  <a:rPr lang="de-DE" sz="600" dirty="0">
                    <a:solidFill>
                      <a:schemeClr val="tx2">
                        <a:lumMod val="65000"/>
                        <a:lumOff val="35000"/>
                      </a:schemeClr>
                    </a:solidFill>
                  </a:rPr>
                  <a:t> </a:t>
                </a:r>
              </a:p>
            </p:txBody>
          </p:sp>
          <p:sp>
            <p:nvSpPr>
              <p:cNvPr id="67" name="Rechteck 66">
                <a:extLst>
                  <a:ext uri="{FF2B5EF4-FFF2-40B4-BE49-F238E27FC236}">
                    <a16:creationId xmlns:a16="http://schemas.microsoft.com/office/drawing/2014/main" id="{F5924A1D-B4BE-C34F-0282-207F9FE3C195}"/>
                  </a:ext>
                </a:extLst>
              </p:cNvPr>
              <p:cNvSpPr/>
              <p:nvPr/>
            </p:nvSpPr>
            <p:spPr bwMode="auto">
              <a:xfrm rot="10630962" flipH="1">
                <a:off x="5351002" y="4206060"/>
                <a:ext cx="4571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  <a:alpha val="12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8100000" algn="tr" rotWithShape="0">
                  <a:prstClr val="black">
                    <a:alpha val="27000"/>
                  </a:prstClr>
                </a:outerShdw>
              </a:effectLst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>
                  <a:defRPr/>
                </a:pPr>
                <a:r>
                  <a:rPr lang="de-DE" sz="600" i="1" dirty="0">
                    <a:solidFill>
                      <a:schemeClr val="bg1">
                        <a:lumMod val="50000"/>
                      </a:schemeClr>
                    </a:solidFill>
                  </a:rPr>
                  <a:t>N1</a:t>
                </a:r>
              </a:p>
              <a:p>
                <a:pPr eaLnBrk="1" hangingPunct="1">
                  <a:defRPr/>
                </a:pPr>
                <a:r>
                  <a:rPr lang="de-DE" sz="600" dirty="0">
                    <a:solidFill>
                      <a:schemeClr val="tx2">
                        <a:lumMod val="65000"/>
                        <a:lumOff val="35000"/>
                      </a:schemeClr>
                    </a:solidFill>
                  </a:rPr>
                  <a:t> </a:t>
                </a:r>
              </a:p>
            </p:txBody>
          </p:sp>
          <p:sp>
            <p:nvSpPr>
              <p:cNvPr id="68" name="Rechteck 67">
                <a:extLst>
                  <a:ext uri="{FF2B5EF4-FFF2-40B4-BE49-F238E27FC236}">
                    <a16:creationId xmlns:a16="http://schemas.microsoft.com/office/drawing/2014/main" id="{491FD321-A49C-62D6-05FA-D4F9AED0F2F4}"/>
                  </a:ext>
                </a:extLst>
              </p:cNvPr>
              <p:cNvSpPr/>
              <p:nvPr/>
            </p:nvSpPr>
            <p:spPr bwMode="auto">
              <a:xfrm rot="10800000" flipH="1">
                <a:off x="5351002" y="3961545"/>
                <a:ext cx="45719" cy="45719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  <a:alpha val="12000"/>
                </a:schemeClr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8100000" algn="tr" rotWithShape="0">
                  <a:prstClr val="black">
                    <a:alpha val="27000"/>
                  </a:prstClr>
                </a:outerShdw>
              </a:effectLst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>
                  <a:defRPr/>
                </a:pPr>
                <a:r>
                  <a:rPr lang="de-DE" sz="600" i="1" dirty="0">
                    <a:solidFill>
                      <a:schemeClr val="bg1">
                        <a:lumMod val="50000"/>
                      </a:schemeClr>
                    </a:solidFill>
                  </a:rPr>
                  <a:t>N3</a:t>
                </a:r>
              </a:p>
              <a:p>
                <a:pPr eaLnBrk="1" hangingPunct="1">
                  <a:defRPr/>
                </a:pPr>
                <a:r>
                  <a:rPr lang="de-DE" sz="600" dirty="0">
                    <a:solidFill>
                      <a:schemeClr val="tx2">
                        <a:lumMod val="65000"/>
                        <a:lumOff val="35000"/>
                      </a:schemeClr>
                    </a:solidFill>
                  </a:rPr>
                  <a:t> </a:t>
                </a:r>
              </a:p>
            </p:txBody>
          </p:sp>
        </p:grpSp>
      </p:grpSp>
      <p:pic>
        <p:nvPicPr>
          <p:cNvPr id="71" name="Grafik 70">
            <a:extLst>
              <a:ext uri="{FF2B5EF4-FFF2-40B4-BE49-F238E27FC236}">
                <a16:creationId xmlns:a16="http://schemas.microsoft.com/office/drawing/2014/main" id="{0779A685-DAC0-1D5C-BD6D-ED11C02A0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8786287">
            <a:off x="4633001" y="4858900"/>
            <a:ext cx="189146" cy="523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970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1A65933-FAD7-D31A-DC79-9842C9B43F0C}"/>
              </a:ext>
            </a:extLst>
          </p:cNvPr>
          <p:cNvCxnSpPr>
            <a:cxnSpLocks/>
            <a:stCxn id="42" idx="1"/>
            <a:endCxn id="51" idx="1"/>
          </p:cNvCxnSpPr>
          <p:nvPr/>
        </p:nvCxnSpPr>
        <p:spPr bwMode="auto">
          <a:xfrm>
            <a:off x="6891924" y="3429000"/>
            <a:ext cx="1952315" cy="40345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723291C7-ADFF-BBB6-BB66-18D79E2AEEB4}"/>
              </a:ext>
            </a:extLst>
          </p:cNvPr>
          <p:cNvSpPr/>
          <p:nvPr/>
        </p:nvSpPr>
        <p:spPr>
          <a:xfrm>
            <a:off x="446193" y="924714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9B5F825-6828-F929-06A4-E1931B3D487E}"/>
              </a:ext>
            </a:extLst>
          </p:cNvPr>
          <p:cNvSpPr txBox="1"/>
          <p:nvPr/>
        </p:nvSpPr>
        <p:spPr>
          <a:xfrm>
            <a:off x="3924626" y="45943"/>
            <a:ext cx="432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15 - Aktor einstellen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22" name="Grafik 21">
            <a:extLst>
              <a:ext uri="{FF2B5EF4-FFF2-40B4-BE49-F238E27FC236}">
                <a16:creationId xmlns:a16="http://schemas.microsoft.com/office/drawing/2014/main" id="{266A061E-3D8A-7571-5807-A5C4A0B8F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155" y="1536487"/>
            <a:ext cx="539216" cy="1366245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4ADF94AA-6FAF-5313-E0E1-F69925A6F8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3E50058D-E6B3-85EA-07FD-E60E9917531C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FFDC6EB5-0401-3106-5125-429AF085D3D8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C76DD9A6-3F84-C34C-8440-3276DDEDBFCD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E1E317DB-A137-BB37-1EB3-F8A46F674484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9E9B2057-9E69-18B7-2FA7-1F96E4F39528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9364AC98-90BB-596A-58E1-5C6F31DC5D21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F20AC138-F8D7-7817-EB1E-C9A48C279212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86BBF3C5-5723-48FE-5AB3-E53CA1C45E01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37D97B8A-2DD0-0669-F5E3-D849DCD19F17}"/>
              </a:ext>
            </a:extLst>
          </p:cNvPr>
          <p:cNvSpPr/>
          <p:nvPr/>
        </p:nvSpPr>
        <p:spPr>
          <a:xfrm>
            <a:off x="8844239" y="214471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C842EF72-E4DE-29C0-8820-5C55AC49B1AB}"/>
              </a:ext>
            </a:extLst>
          </p:cNvPr>
          <p:cNvSpPr/>
          <p:nvPr/>
        </p:nvSpPr>
        <p:spPr>
          <a:xfrm>
            <a:off x="8844239" y="2576685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6A7E0203-0B07-AC06-2ADC-57B70B3272B1}"/>
              </a:ext>
            </a:extLst>
          </p:cNvPr>
          <p:cNvSpPr/>
          <p:nvPr/>
        </p:nvSpPr>
        <p:spPr>
          <a:xfrm>
            <a:off x="8844239" y="2876249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02ACD811-0279-6E74-159E-9A5069A7E063}"/>
              </a:ext>
            </a:extLst>
          </p:cNvPr>
          <p:cNvSpPr/>
          <p:nvPr/>
        </p:nvSpPr>
        <p:spPr>
          <a:xfrm>
            <a:off x="9569215" y="273953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47E925DE-3101-85FE-9DFB-766D9AA4D754}"/>
              </a:ext>
            </a:extLst>
          </p:cNvPr>
          <p:cNvSpPr/>
          <p:nvPr/>
        </p:nvSpPr>
        <p:spPr>
          <a:xfrm>
            <a:off x="9733714" y="288640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CAB8975D-01CE-2313-E265-71672D1970D6}"/>
              </a:ext>
            </a:extLst>
          </p:cNvPr>
          <p:cNvSpPr/>
          <p:nvPr/>
        </p:nvSpPr>
        <p:spPr>
          <a:xfrm>
            <a:off x="9535650" y="306115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</a:p>
        </p:txBody>
      </p:sp>
      <p:pic>
        <p:nvPicPr>
          <p:cNvPr id="42" name="Grafik 41">
            <a:extLst>
              <a:ext uri="{FF2B5EF4-FFF2-40B4-BE49-F238E27FC236}">
                <a16:creationId xmlns:a16="http://schemas.microsoft.com/office/drawing/2014/main" id="{9BF4D3A3-41B4-E417-9F9A-B17B3C85CB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5300075" y="2349000"/>
            <a:ext cx="1591849" cy="2160000"/>
          </a:xfrm>
          <a:prstGeom prst="rect">
            <a:avLst/>
          </a:prstGeom>
        </p:spPr>
      </p:pic>
      <p:sp>
        <p:nvSpPr>
          <p:cNvPr id="43" name="Textfeld 42">
            <a:extLst>
              <a:ext uri="{FF2B5EF4-FFF2-40B4-BE49-F238E27FC236}">
                <a16:creationId xmlns:a16="http://schemas.microsoft.com/office/drawing/2014/main" id="{4F9216BE-CAB7-A0F8-B851-6D3CAD107226}"/>
              </a:ext>
            </a:extLst>
          </p:cNvPr>
          <p:cNvSpPr txBox="1"/>
          <p:nvPr/>
        </p:nvSpPr>
        <p:spPr>
          <a:xfrm>
            <a:off x="3803099" y="2879343"/>
            <a:ext cx="663186" cy="960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sp>
        <p:nvSpPr>
          <p:cNvPr id="44" name="Bogen 43">
            <a:extLst>
              <a:ext uri="{FF2B5EF4-FFF2-40B4-BE49-F238E27FC236}">
                <a16:creationId xmlns:a16="http://schemas.microsoft.com/office/drawing/2014/main" id="{28471741-DC72-182C-449D-6917078CA889}"/>
              </a:ext>
            </a:extLst>
          </p:cNvPr>
          <p:cNvSpPr>
            <a:spLocks noChangeAspect="1"/>
          </p:cNvSpPr>
          <p:nvPr/>
        </p:nvSpPr>
        <p:spPr bwMode="auto">
          <a:xfrm rot="10800000">
            <a:off x="4295681" y="3158573"/>
            <a:ext cx="1319834" cy="401662"/>
          </a:xfrm>
          <a:prstGeom prst="arc">
            <a:avLst>
              <a:gd name="adj1" fmla="val 267091"/>
              <a:gd name="adj2" fmla="val 10571355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sp>
        <p:nvSpPr>
          <p:cNvPr id="45" name="Bogen 44">
            <a:extLst>
              <a:ext uri="{FF2B5EF4-FFF2-40B4-BE49-F238E27FC236}">
                <a16:creationId xmlns:a16="http://schemas.microsoft.com/office/drawing/2014/main" id="{5D980456-E051-7956-F7B4-1C4BD80AB25F}"/>
              </a:ext>
            </a:extLst>
          </p:cNvPr>
          <p:cNvSpPr>
            <a:spLocks noChangeAspect="1"/>
          </p:cNvSpPr>
          <p:nvPr/>
        </p:nvSpPr>
        <p:spPr bwMode="auto">
          <a:xfrm>
            <a:off x="4295681" y="3222604"/>
            <a:ext cx="1319834" cy="401662"/>
          </a:xfrm>
          <a:prstGeom prst="arc">
            <a:avLst>
              <a:gd name="adj1" fmla="val 267091"/>
              <a:gd name="adj2" fmla="val 10571355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 algn="ctr"/>
            <a:endParaRPr lang="de-DE" sz="800" dirty="0">
              <a:solidFill>
                <a:srgbClr val="4D4D4D"/>
              </a:solidFill>
            </a:endParaRP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82B03FFF-80F3-416C-6A83-6DDF2CD75A48}"/>
              </a:ext>
            </a:extLst>
          </p:cNvPr>
          <p:cNvGrpSpPr/>
          <p:nvPr/>
        </p:nvGrpSpPr>
        <p:grpSpPr>
          <a:xfrm rot="10800000">
            <a:off x="5512254" y="3098699"/>
            <a:ext cx="47480" cy="525567"/>
            <a:chOff x="5351002" y="3726212"/>
            <a:chExt cx="47480" cy="525567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8398BE23-3CA7-4936-CDAA-12FB47C25050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04B9F919-AEE1-6582-B90F-AD310ADD9697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43E68E16-4EF7-4257-A3C1-45CB04330C46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87C2F221-A656-EC49-5DFE-8F78F27520FC}"/>
              </a:ext>
            </a:extLst>
          </p:cNvPr>
          <p:cNvSpPr/>
          <p:nvPr/>
        </p:nvSpPr>
        <p:spPr>
          <a:xfrm>
            <a:off x="8844239" y="3757561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r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1EF2B8DD-4488-745E-BDCB-99E3CB108241}"/>
              </a:ext>
            </a:extLst>
          </p:cNvPr>
          <p:cNvSpPr/>
          <p:nvPr/>
        </p:nvSpPr>
        <p:spPr bwMode="auto">
          <a:xfrm flipH="1">
            <a:off x="731364" y="97674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Aktor einstellen auf finales Maß (Polkern)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6159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rafik 41">
            <a:extLst>
              <a:ext uri="{FF2B5EF4-FFF2-40B4-BE49-F238E27FC236}">
                <a16:creationId xmlns:a16="http://schemas.microsoft.com/office/drawing/2014/main" id="{9BF4D3A3-41B4-E417-9F9A-B17B3C85CB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5300075" y="2349000"/>
            <a:ext cx="1591849" cy="2160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2E05D246-6B22-B6EB-C488-9F0848A86E6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"/>
          </a:blip>
          <a:stretch>
            <a:fillRect/>
          </a:stretch>
        </p:blipFill>
        <p:spPr>
          <a:xfrm>
            <a:off x="3747680" y="1259607"/>
            <a:ext cx="5725324" cy="4363059"/>
          </a:xfrm>
          <a:prstGeom prst="rect">
            <a:avLst/>
          </a:prstGeom>
        </p:spPr>
      </p:pic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1A65933-FAD7-D31A-DC79-9842C9B43F0C}"/>
              </a:ext>
            </a:extLst>
          </p:cNvPr>
          <p:cNvCxnSpPr>
            <a:cxnSpLocks/>
            <a:stCxn id="42" idx="1"/>
            <a:endCxn id="4" idx="1"/>
          </p:cNvCxnSpPr>
          <p:nvPr/>
        </p:nvCxnSpPr>
        <p:spPr bwMode="auto">
          <a:xfrm>
            <a:off x="6891924" y="3429000"/>
            <a:ext cx="1952315" cy="756997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Grafik 26">
            <a:extLst>
              <a:ext uri="{FF2B5EF4-FFF2-40B4-BE49-F238E27FC236}">
                <a16:creationId xmlns:a16="http://schemas.microsoft.com/office/drawing/2014/main" id="{4ADF94AA-6FAF-5313-E0E1-F69925A6F8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3E50058D-E6B3-85EA-07FD-E60E9917531C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FFDC6EB5-0401-3106-5125-429AF085D3D8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C76DD9A6-3F84-C34C-8440-3276DDEDBFCD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E1E317DB-A137-BB37-1EB3-F8A46F674484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9E9B2057-9E69-18B7-2FA7-1F96E4F39528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9364AC98-90BB-596A-58E1-5C6F31DC5D21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F20AC138-F8D7-7817-EB1E-C9A48C279212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86BBF3C5-5723-48FE-5AB3-E53CA1C45E01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37D97B8A-2DD0-0669-F5E3-D849DCD19F17}"/>
              </a:ext>
            </a:extLst>
          </p:cNvPr>
          <p:cNvSpPr/>
          <p:nvPr/>
        </p:nvSpPr>
        <p:spPr>
          <a:xfrm>
            <a:off x="8844239" y="214471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C842EF72-E4DE-29C0-8820-5C55AC49B1AB}"/>
              </a:ext>
            </a:extLst>
          </p:cNvPr>
          <p:cNvSpPr/>
          <p:nvPr/>
        </p:nvSpPr>
        <p:spPr>
          <a:xfrm>
            <a:off x="8844239" y="2576685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6A7E0203-0B07-AC06-2ADC-57B70B3272B1}"/>
              </a:ext>
            </a:extLst>
          </p:cNvPr>
          <p:cNvSpPr/>
          <p:nvPr/>
        </p:nvSpPr>
        <p:spPr>
          <a:xfrm>
            <a:off x="8844239" y="2876249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02ACD811-0279-6E74-159E-9A5069A7E063}"/>
              </a:ext>
            </a:extLst>
          </p:cNvPr>
          <p:cNvSpPr/>
          <p:nvPr/>
        </p:nvSpPr>
        <p:spPr>
          <a:xfrm>
            <a:off x="9569215" y="273953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47E925DE-3101-85FE-9DFB-766D9AA4D754}"/>
              </a:ext>
            </a:extLst>
          </p:cNvPr>
          <p:cNvSpPr/>
          <p:nvPr/>
        </p:nvSpPr>
        <p:spPr>
          <a:xfrm>
            <a:off x="9733714" y="288640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CAB8975D-01CE-2313-E265-71672D1970D6}"/>
              </a:ext>
            </a:extLst>
          </p:cNvPr>
          <p:cNvSpPr/>
          <p:nvPr/>
        </p:nvSpPr>
        <p:spPr>
          <a:xfrm>
            <a:off x="9535650" y="306115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82B03FFF-80F3-416C-6A83-6DDF2CD75A48}"/>
              </a:ext>
            </a:extLst>
          </p:cNvPr>
          <p:cNvGrpSpPr/>
          <p:nvPr/>
        </p:nvGrpSpPr>
        <p:grpSpPr>
          <a:xfrm rot="10800000">
            <a:off x="5512254" y="3098699"/>
            <a:ext cx="47480" cy="525567"/>
            <a:chOff x="5351002" y="3726212"/>
            <a:chExt cx="47480" cy="525567"/>
          </a:xfrm>
        </p:grpSpPr>
        <p:sp>
          <p:nvSpPr>
            <p:cNvPr id="47" name="Rechteck 46">
              <a:extLst>
                <a:ext uri="{FF2B5EF4-FFF2-40B4-BE49-F238E27FC236}">
                  <a16:creationId xmlns:a16="http://schemas.microsoft.com/office/drawing/2014/main" id="{8398BE23-3CA7-4936-CDAA-12FB47C25050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04B9F919-AEE1-6582-B90F-AD310ADD9697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43E68E16-4EF7-4257-A3C1-45CB04330C46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87C2F221-A656-EC49-5DFE-8F78F27520FC}"/>
              </a:ext>
            </a:extLst>
          </p:cNvPr>
          <p:cNvSpPr/>
          <p:nvPr/>
        </p:nvSpPr>
        <p:spPr>
          <a:xfrm>
            <a:off x="8844239" y="3757561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503D3F5-2736-6906-1426-71AC9E6E5C5E}"/>
              </a:ext>
            </a:extLst>
          </p:cNvPr>
          <p:cNvSpPr txBox="1"/>
          <p:nvPr/>
        </p:nvSpPr>
        <p:spPr>
          <a:xfrm>
            <a:off x="3924626" y="45943"/>
            <a:ext cx="432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16 - Polkern und Hülse Laserschweißen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C0FF076-39CA-AC35-E577-686D3711BE82}"/>
              </a:ext>
            </a:extLst>
          </p:cNvPr>
          <p:cNvSpPr/>
          <p:nvPr/>
        </p:nvSpPr>
        <p:spPr bwMode="auto">
          <a:xfrm flipH="1">
            <a:off x="822763" y="97612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Polkern/Hülse Laserschweißen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92B09B33-B58E-773D-E6BF-6F1AAAE91A22}"/>
              </a:ext>
            </a:extLst>
          </p:cNvPr>
          <p:cNvSpPr/>
          <p:nvPr/>
        </p:nvSpPr>
        <p:spPr>
          <a:xfrm>
            <a:off x="8844239" y="4111106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16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8D35EB84-B139-0468-D142-AE6C7A9A256A}"/>
              </a:ext>
            </a:extLst>
          </p:cNvPr>
          <p:cNvSpPr/>
          <p:nvPr/>
        </p:nvSpPr>
        <p:spPr>
          <a:xfrm>
            <a:off x="529817" y="924094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16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C361259C-28C2-4D22-3D40-BB798AB6F74C}"/>
              </a:ext>
            </a:extLst>
          </p:cNvPr>
          <p:cNvSpPr/>
          <p:nvPr/>
        </p:nvSpPr>
        <p:spPr>
          <a:xfrm>
            <a:off x="5646433" y="3348763"/>
            <a:ext cx="144000" cy="144000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  <a:alpha val="84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00" dirty="0">
              <a:solidFill>
                <a:schemeClr val="tx1"/>
              </a:solidFill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C435EC07-2F57-916C-1F0B-86761E7E8B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979" y="3083679"/>
            <a:ext cx="1391203" cy="3392638"/>
          </a:xfrm>
          <a:prstGeom prst="rect">
            <a:avLst/>
          </a:prstGeom>
        </p:spPr>
      </p:pic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5E241FA-EEB5-3449-9838-6994C2163CB1}"/>
              </a:ext>
            </a:extLst>
          </p:cNvPr>
          <p:cNvCxnSpPr>
            <a:cxnSpLocks/>
          </p:cNvCxnSpPr>
          <p:nvPr/>
        </p:nvCxnSpPr>
        <p:spPr bwMode="auto">
          <a:xfrm>
            <a:off x="1963998" y="5513949"/>
            <a:ext cx="540000" cy="1080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937C60CE-2990-42AC-00DB-8977D332E85A}"/>
              </a:ext>
            </a:extLst>
          </p:cNvPr>
          <p:cNvCxnSpPr>
            <a:cxnSpLocks/>
          </p:cNvCxnSpPr>
          <p:nvPr/>
        </p:nvCxnSpPr>
        <p:spPr bwMode="auto">
          <a:xfrm>
            <a:off x="84979" y="5162264"/>
            <a:ext cx="540000" cy="1080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Grafik 6">
            <a:extLst>
              <a:ext uri="{FF2B5EF4-FFF2-40B4-BE49-F238E27FC236}">
                <a16:creationId xmlns:a16="http://schemas.microsoft.com/office/drawing/2014/main" id="{96C1CE05-17F6-5903-74F9-F7891EF686D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1807" r="55434" b="50584"/>
          <a:stretch/>
        </p:blipFill>
        <p:spPr>
          <a:xfrm>
            <a:off x="2130091" y="711478"/>
            <a:ext cx="1815583" cy="1046095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266A061E-3D8A-7571-5807-A5C4A0B8FC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89" y="1448177"/>
            <a:ext cx="677665" cy="171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78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3924626" y="45943"/>
            <a:ext cx="432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17 - Funktionstest Aktor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4880635" y="2484311"/>
            <a:ext cx="1591849" cy="2160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291FD885-9A4D-0E3F-D248-CB8D929682B9}"/>
              </a:ext>
            </a:extLst>
          </p:cNvPr>
          <p:cNvSpPr/>
          <p:nvPr/>
        </p:nvSpPr>
        <p:spPr bwMode="auto">
          <a:xfrm flipH="1">
            <a:off x="789417" y="934214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Funktionstest Aktor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D43DB3A8-EC46-C72A-11BE-6CA62049BD3B}"/>
              </a:ext>
            </a:extLst>
          </p:cNvPr>
          <p:cNvSpPr/>
          <p:nvPr/>
        </p:nvSpPr>
        <p:spPr>
          <a:xfrm>
            <a:off x="496881" y="864973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17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169F09E-76D7-EB3B-72DA-D1CDC64FD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136" y="1412640"/>
            <a:ext cx="552300" cy="1399397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84BC70DB-68E7-DFF5-3C09-58A63CC563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0E9FBBFA-49C7-7979-79BF-ADCE5C25F4B2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56ED9180-55AF-2DB8-3B9C-8EEF796B8290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7243A275-96DA-D4F7-6FE8-37359E575CD6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36DBBC25-1CF3-64D4-4C3C-C6920221CC2A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0B3E46AD-099B-8997-E176-5B82156BDCFB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D336B4C6-7EC3-10EF-C0C4-2BC650981F52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E19360A3-8253-36BA-8344-C8EA5CE24EF6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623985CC-7E03-EEC7-6CA8-76967A6E0B2B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26477F25-3EE1-C013-2E5B-4485188B5EC8}"/>
              </a:ext>
            </a:extLst>
          </p:cNvPr>
          <p:cNvSpPr/>
          <p:nvPr/>
        </p:nvSpPr>
        <p:spPr>
          <a:xfrm>
            <a:off x="8844239" y="214471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66EC285A-3C33-9B91-480B-69B488ED0A67}"/>
              </a:ext>
            </a:extLst>
          </p:cNvPr>
          <p:cNvSpPr/>
          <p:nvPr/>
        </p:nvSpPr>
        <p:spPr>
          <a:xfrm>
            <a:off x="8844239" y="2576685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CCCFF2F3-78EC-A211-FEBC-DBD80FCC504A}"/>
              </a:ext>
            </a:extLst>
          </p:cNvPr>
          <p:cNvSpPr/>
          <p:nvPr/>
        </p:nvSpPr>
        <p:spPr>
          <a:xfrm>
            <a:off x="8844239" y="2876249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B6FF159D-03AF-82CB-19A6-78503612A813}"/>
              </a:ext>
            </a:extLst>
          </p:cNvPr>
          <p:cNvSpPr/>
          <p:nvPr/>
        </p:nvSpPr>
        <p:spPr>
          <a:xfrm>
            <a:off x="9569215" y="273953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F6654510-C304-D339-9052-F4D42AD2AC17}"/>
              </a:ext>
            </a:extLst>
          </p:cNvPr>
          <p:cNvSpPr/>
          <p:nvPr/>
        </p:nvSpPr>
        <p:spPr>
          <a:xfrm>
            <a:off x="9733714" y="288640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2DAFC462-6EF3-7BA0-CBCF-045D86A6EA33}"/>
              </a:ext>
            </a:extLst>
          </p:cNvPr>
          <p:cNvSpPr/>
          <p:nvPr/>
        </p:nvSpPr>
        <p:spPr>
          <a:xfrm>
            <a:off x="9535650" y="306115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82310E94-C78B-59F0-A6EC-3A35FBB7B41C}"/>
              </a:ext>
            </a:extLst>
          </p:cNvPr>
          <p:cNvSpPr/>
          <p:nvPr/>
        </p:nvSpPr>
        <p:spPr>
          <a:xfrm>
            <a:off x="8844239" y="3757561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2D695BFA-5CC3-A6DD-15F5-95D88858E6BC}"/>
              </a:ext>
            </a:extLst>
          </p:cNvPr>
          <p:cNvSpPr/>
          <p:nvPr/>
        </p:nvSpPr>
        <p:spPr>
          <a:xfrm>
            <a:off x="8844239" y="4111106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16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FD161828-E666-774B-1DD3-1DAFB7D84E75}"/>
              </a:ext>
            </a:extLst>
          </p:cNvPr>
          <p:cNvSpPr/>
          <p:nvPr/>
        </p:nvSpPr>
        <p:spPr>
          <a:xfrm>
            <a:off x="8844239" y="4389760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17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48B4BC3F-DCFF-F0DD-725E-7D6BE587B0BA}"/>
              </a:ext>
            </a:extLst>
          </p:cNvPr>
          <p:cNvCxnSpPr>
            <a:cxnSpLocks/>
            <a:stCxn id="30" idx="1"/>
            <a:endCxn id="23" idx="1"/>
          </p:cNvCxnSpPr>
          <p:nvPr/>
        </p:nvCxnSpPr>
        <p:spPr bwMode="auto">
          <a:xfrm>
            <a:off x="6472484" y="3564311"/>
            <a:ext cx="2371755" cy="90034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Ellipse 26">
            <a:extLst>
              <a:ext uri="{FF2B5EF4-FFF2-40B4-BE49-F238E27FC236}">
                <a16:creationId xmlns:a16="http://schemas.microsoft.com/office/drawing/2014/main" id="{310019B5-509F-49E3-DE95-116388A66716}"/>
              </a:ext>
            </a:extLst>
          </p:cNvPr>
          <p:cNvSpPr/>
          <p:nvPr/>
        </p:nvSpPr>
        <p:spPr>
          <a:xfrm>
            <a:off x="5223353" y="3464850"/>
            <a:ext cx="151292" cy="171979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  <a:alpha val="84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00" dirty="0">
              <a:solidFill>
                <a:schemeClr val="tx1"/>
              </a:solidFill>
            </a:endParaRPr>
          </a:p>
        </p:txBody>
      </p: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07386EA3-7FAE-9A52-5B76-EBA180BEFEDC}"/>
              </a:ext>
            </a:extLst>
          </p:cNvPr>
          <p:cNvGrpSpPr/>
          <p:nvPr/>
        </p:nvGrpSpPr>
        <p:grpSpPr>
          <a:xfrm rot="10800000">
            <a:off x="5064430" y="3261516"/>
            <a:ext cx="47480" cy="525567"/>
            <a:chOff x="5351002" y="3726212"/>
            <a:chExt cx="47480" cy="525567"/>
          </a:xfrm>
        </p:grpSpPr>
        <p:sp>
          <p:nvSpPr>
            <p:cNvPr id="35" name="Rechteck 34">
              <a:extLst>
                <a:ext uri="{FF2B5EF4-FFF2-40B4-BE49-F238E27FC236}">
                  <a16:creationId xmlns:a16="http://schemas.microsoft.com/office/drawing/2014/main" id="{EE39BEF0-05E5-4A7D-B91B-8739284CA0BA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C5DE4439-A560-FDB1-BA8B-A9AC5D517614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8380F45D-E803-C999-508E-2C35E383030E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3566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rafik 47">
            <a:extLst>
              <a:ext uri="{FF2B5EF4-FFF2-40B4-BE49-F238E27FC236}">
                <a16:creationId xmlns:a16="http://schemas.microsoft.com/office/drawing/2014/main" id="{D6C990D0-214C-AB40-79F8-941689318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807" y="4597186"/>
            <a:ext cx="1608865" cy="1853198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3924626" y="45943"/>
            <a:ext cx="432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18 - Laserbeschriften Aktor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0" name="Grafik 29">
            <a:extLst>
              <a:ext uri="{FF2B5EF4-FFF2-40B4-BE49-F238E27FC236}">
                <a16:creationId xmlns:a16="http://schemas.microsoft.com/office/drawing/2014/main" id="{AF2E0939-3237-36EE-DCFE-D8DF1CCD6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5348900" y="2308933"/>
            <a:ext cx="1591849" cy="2160000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FA2E2A22-4B71-F8E6-9B01-C847084BE476}"/>
              </a:ext>
            </a:extLst>
          </p:cNvPr>
          <p:cNvSpPr/>
          <p:nvPr/>
        </p:nvSpPr>
        <p:spPr bwMode="auto">
          <a:xfrm flipH="1">
            <a:off x="846611" y="836581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Laserbeschriften Aktor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E1924A1D-137A-125D-ADF0-9C4B0C521CFF}"/>
              </a:ext>
            </a:extLst>
          </p:cNvPr>
          <p:cNvSpPr/>
          <p:nvPr/>
        </p:nvSpPr>
        <p:spPr>
          <a:xfrm>
            <a:off x="552442" y="785066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0BE8F30-941B-B92F-C5AA-3C86B3F1A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11" y="1383941"/>
            <a:ext cx="564568" cy="1430481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9F00408-CA7C-2D3B-49C3-4C0C47C964A3}"/>
              </a:ext>
            </a:extLst>
          </p:cNvPr>
          <p:cNvGrpSpPr/>
          <p:nvPr/>
        </p:nvGrpSpPr>
        <p:grpSpPr>
          <a:xfrm rot="10800000">
            <a:off x="5512254" y="3098699"/>
            <a:ext cx="47480" cy="525567"/>
            <a:chOff x="5351002" y="3726212"/>
            <a:chExt cx="47480" cy="525567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9CE8D43F-175C-B20D-C755-0A5D8D9B0748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C89D64D6-083A-5B1E-1F21-02F9D9FFC8D7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D4995B0E-1333-514A-0718-2B68AC09001F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7E1BF396-BCB8-47CA-BF6F-E37F00A6CA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10" name="Rechteck: abgerundete Ecken 9">
            <a:extLst>
              <a:ext uri="{FF2B5EF4-FFF2-40B4-BE49-F238E27FC236}">
                <a16:creationId xmlns:a16="http://schemas.microsoft.com/office/drawing/2014/main" id="{3755FCF4-D79E-6433-E46C-9FE44B6CD221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A254DF59-A612-4F28-0B75-D5C2C743A3C5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E4ED504A-ED87-C04B-C036-BA5BA0735807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CA81DDB0-7600-841E-8478-D88B005495A7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1437FA17-0B28-51BF-F17D-DAF8C6EDE3F7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C17DD977-6BDE-5ACD-DAC0-278E2A4FEA50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91422427-D3FD-1E26-406A-B783A7E699FF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06677F46-63D8-C663-F891-BF98357C5146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05A1A990-C48B-58DA-76DE-8BDF8A7026AE}"/>
              </a:ext>
            </a:extLst>
          </p:cNvPr>
          <p:cNvSpPr/>
          <p:nvPr/>
        </p:nvSpPr>
        <p:spPr>
          <a:xfrm>
            <a:off x="8844239" y="214471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31049D06-839F-B338-1D04-57CABB395F55}"/>
              </a:ext>
            </a:extLst>
          </p:cNvPr>
          <p:cNvSpPr/>
          <p:nvPr/>
        </p:nvSpPr>
        <p:spPr>
          <a:xfrm>
            <a:off x="8844239" y="2576685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90C9C5D2-A298-179E-4AFD-59C0A597E0CF}"/>
              </a:ext>
            </a:extLst>
          </p:cNvPr>
          <p:cNvSpPr/>
          <p:nvPr/>
        </p:nvSpPr>
        <p:spPr>
          <a:xfrm>
            <a:off x="8844239" y="2876249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A0E80FBE-1AFF-2F96-0F48-24A25F9762D9}"/>
              </a:ext>
            </a:extLst>
          </p:cNvPr>
          <p:cNvSpPr/>
          <p:nvPr/>
        </p:nvSpPr>
        <p:spPr>
          <a:xfrm>
            <a:off x="9569215" y="273953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547AADE9-26A2-AA70-FB81-58517C0C633C}"/>
              </a:ext>
            </a:extLst>
          </p:cNvPr>
          <p:cNvSpPr/>
          <p:nvPr/>
        </p:nvSpPr>
        <p:spPr>
          <a:xfrm>
            <a:off x="9733714" y="288640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E0CB78BA-6D22-6D73-1C6F-9280B7EC8505}"/>
              </a:ext>
            </a:extLst>
          </p:cNvPr>
          <p:cNvSpPr/>
          <p:nvPr/>
        </p:nvSpPr>
        <p:spPr>
          <a:xfrm>
            <a:off x="9535650" y="306115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12D308BB-0F1C-C039-F89D-1C39A255901A}"/>
              </a:ext>
            </a:extLst>
          </p:cNvPr>
          <p:cNvSpPr/>
          <p:nvPr/>
        </p:nvSpPr>
        <p:spPr>
          <a:xfrm>
            <a:off x="8844239" y="3757561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r>
          </a:p>
        </p:txBody>
      </p:sp>
      <p:sp>
        <p:nvSpPr>
          <p:cNvPr id="26" name="Rechteck: abgerundete Ecken 25">
            <a:extLst>
              <a:ext uri="{FF2B5EF4-FFF2-40B4-BE49-F238E27FC236}">
                <a16:creationId xmlns:a16="http://schemas.microsoft.com/office/drawing/2014/main" id="{165EF4C9-3C97-AB91-43AD-0E32ACFE9845}"/>
              </a:ext>
            </a:extLst>
          </p:cNvPr>
          <p:cNvSpPr/>
          <p:nvPr/>
        </p:nvSpPr>
        <p:spPr>
          <a:xfrm>
            <a:off x="8844239" y="4124754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16</a:t>
            </a:r>
          </a:p>
        </p:txBody>
      </p:sp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3FE96AE2-27F1-2C93-BDC1-9CD70A13FC70}"/>
              </a:ext>
            </a:extLst>
          </p:cNvPr>
          <p:cNvSpPr/>
          <p:nvPr/>
        </p:nvSpPr>
        <p:spPr>
          <a:xfrm>
            <a:off x="8844239" y="4389760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17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27210A03-F73A-33E0-5401-397774168609}"/>
              </a:ext>
            </a:extLst>
          </p:cNvPr>
          <p:cNvSpPr/>
          <p:nvPr/>
        </p:nvSpPr>
        <p:spPr>
          <a:xfrm>
            <a:off x="8844238" y="4668414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</a:t>
            </a:r>
          </a:p>
        </p:txBody>
      </p:sp>
      <p:cxnSp>
        <p:nvCxnSpPr>
          <p:cNvPr id="29" name="Gerader Verbinder 28">
            <a:extLst>
              <a:ext uri="{FF2B5EF4-FFF2-40B4-BE49-F238E27FC236}">
                <a16:creationId xmlns:a16="http://schemas.microsoft.com/office/drawing/2014/main" id="{5303DBF5-1897-7BC2-B460-F57D9A0162C0}"/>
              </a:ext>
            </a:extLst>
          </p:cNvPr>
          <p:cNvCxnSpPr>
            <a:cxnSpLocks/>
            <a:stCxn id="30" idx="1"/>
            <a:endCxn id="28" idx="1"/>
          </p:cNvCxnSpPr>
          <p:nvPr/>
        </p:nvCxnSpPr>
        <p:spPr bwMode="auto">
          <a:xfrm>
            <a:off x="6940749" y="3388933"/>
            <a:ext cx="1903489" cy="135437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erader Verbinder 34">
            <a:extLst>
              <a:ext uri="{FF2B5EF4-FFF2-40B4-BE49-F238E27FC236}">
                <a16:creationId xmlns:a16="http://schemas.microsoft.com/office/drawing/2014/main" id="{BDA11AFD-725C-2565-222D-11DC44F3A5D0}"/>
              </a:ext>
            </a:extLst>
          </p:cNvPr>
          <p:cNvCxnSpPr>
            <a:cxnSpLocks/>
          </p:cNvCxnSpPr>
          <p:nvPr/>
        </p:nvCxnSpPr>
        <p:spPr bwMode="auto">
          <a:xfrm>
            <a:off x="1707407" y="6168788"/>
            <a:ext cx="310467" cy="184245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Gerader Verbinder 38">
            <a:extLst>
              <a:ext uri="{FF2B5EF4-FFF2-40B4-BE49-F238E27FC236}">
                <a16:creationId xmlns:a16="http://schemas.microsoft.com/office/drawing/2014/main" id="{52F44E36-E55F-1B67-C51D-7F4D424A6EEA}"/>
              </a:ext>
            </a:extLst>
          </p:cNvPr>
          <p:cNvCxnSpPr>
            <a:cxnSpLocks/>
          </p:cNvCxnSpPr>
          <p:nvPr/>
        </p:nvCxnSpPr>
        <p:spPr bwMode="auto">
          <a:xfrm>
            <a:off x="374596" y="5199797"/>
            <a:ext cx="250383" cy="16600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Grafik 53">
            <a:extLst>
              <a:ext uri="{FF2B5EF4-FFF2-40B4-BE49-F238E27FC236}">
                <a16:creationId xmlns:a16="http://schemas.microsoft.com/office/drawing/2014/main" id="{92255666-01EF-8A64-3FAF-018BA43CBD7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>
            <a:off x="3633759" y="2315884"/>
            <a:ext cx="5118530" cy="1908749"/>
          </a:xfrm>
          <a:prstGeom prst="rect">
            <a:avLst/>
          </a:prstGeom>
        </p:spPr>
      </p:pic>
      <p:sp>
        <p:nvSpPr>
          <p:cNvPr id="31" name="Ellipse 30">
            <a:extLst>
              <a:ext uri="{FF2B5EF4-FFF2-40B4-BE49-F238E27FC236}">
                <a16:creationId xmlns:a16="http://schemas.microsoft.com/office/drawing/2014/main" id="{5763DB29-A89E-C3E6-4AB8-A329178CAEF2}"/>
              </a:ext>
            </a:extLst>
          </p:cNvPr>
          <p:cNvSpPr/>
          <p:nvPr/>
        </p:nvSpPr>
        <p:spPr>
          <a:xfrm>
            <a:off x="5695857" y="3305517"/>
            <a:ext cx="144000" cy="144000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0"/>
                  <a:lumOff val="100000"/>
                  <a:alpha val="84000"/>
                </a:schemeClr>
              </a:gs>
              <a:gs pos="35000">
                <a:schemeClr val="accent6">
                  <a:lumMod val="0"/>
                  <a:lumOff val="100000"/>
                </a:schemeClr>
              </a:gs>
              <a:gs pos="100000">
                <a:schemeClr val="accent6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300" dirty="0">
              <a:solidFill>
                <a:schemeClr val="tx1"/>
              </a:solidFill>
            </a:endParaRPr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3DF15047-C132-9D0E-3333-E44B571465DD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290" t="49027" r="77809" b="1020"/>
          <a:stretch/>
        </p:blipFill>
        <p:spPr>
          <a:xfrm>
            <a:off x="895405" y="3059901"/>
            <a:ext cx="723329" cy="123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170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3924626" y="45943"/>
            <a:ext cx="432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19 - Verpacken Aktor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77F9B0B-617F-CC89-FBD1-B9B20AA91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5630" y="2617410"/>
            <a:ext cx="1591849" cy="2160000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BF81B2F-A2FD-DB99-5227-CC76EBEA6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0147" y="1910208"/>
            <a:ext cx="520419" cy="1318619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D9D5F274-828E-1CB9-2E1A-D16BCE4393E3}"/>
              </a:ext>
            </a:extLst>
          </p:cNvPr>
          <p:cNvSpPr/>
          <p:nvPr/>
        </p:nvSpPr>
        <p:spPr bwMode="auto">
          <a:xfrm flipH="1">
            <a:off x="7495070" y="3676541"/>
            <a:ext cx="52800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en-US" sz="800" i="1" dirty="0">
                <a:solidFill>
                  <a:schemeClr val="accent2"/>
                </a:solidFill>
              </a:rPr>
              <a:t>Ausgabepalettierung in Blister </a:t>
            </a:r>
          </a:p>
          <a:p>
            <a:pPr>
              <a:defRPr/>
            </a:pPr>
            <a:endParaRPr lang="en-US" sz="800" i="1" dirty="0">
              <a:solidFill>
                <a:schemeClr val="accent2"/>
              </a:solidFill>
            </a:endParaRPr>
          </a:p>
          <a:p>
            <a:pPr>
              <a:defRPr/>
            </a:pPr>
            <a:r>
              <a:rPr lang="en-US" sz="800" i="1" dirty="0">
                <a:solidFill>
                  <a:schemeClr val="accent2"/>
                </a:solidFill>
              </a:rPr>
              <a:t>600x400  oder 400x300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D9585574-3C55-5318-8108-35B2C8786659}"/>
              </a:ext>
            </a:extLst>
          </p:cNvPr>
          <p:cNvCxnSpPr>
            <a:cxnSpLocks/>
            <a:stCxn id="3" idx="3"/>
          </p:cNvCxnSpPr>
          <p:nvPr/>
        </p:nvCxnSpPr>
        <p:spPr bwMode="auto">
          <a:xfrm flipV="1">
            <a:off x="6457479" y="3694369"/>
            <a:ext cx="783730" cy="3041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Grafik 37">
            <a:extLst>
              <a:ext uri="{FF2B5EF4-FFF2-40B4-BE49-F238E27FC236}">
                <a16:creationId xmlns:a16="http://schemas.microsoft.com/office/drawing/2014/main" id="{CF3A3630-AE6B-8C2E-AD36-FF7DAFB877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168729" y="2271744"/>
            <a:ext cx="4194803" cy="2089897"/>
          </a:xfrm>
          <a:prstGeom prst="rect">
            <a:avLst/>
          </a:prstGeom>
        </p:spPr>
      </p:pic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D52A76C8-01C8-2BCE-3879-8932D5C3EF6F}"/>
              </a:ext>
            </a:extLst>
          </p:cNvPr>
          <p:cNvSpPr/>
          <p:nvPr/>
        </p:nvSpPr>
        <p:spPr>
          <a:xfrm>
            <a:off x="1924582" y="398803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01FD1962-8FC6-511C-F7D5-5C54966466DC}"/>
              </a:ext>
            </a:extLst>
          </p:cNvPr>
          <p:cNvSpPr/>
          <p:nvPr/>
        </p:nvSpPr>
        <p:spPr>
          <a:xfrm>
            <a:off x="1924583" y="345536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8115E81D-8AE5-B2BC-67F2-6FA3A8B47742}"/>
              </a:ext>
            </a:extLst>
          </p:cNvPr>
          <p:cNvSpPr/>
          <p:nvPr/>
        </p:nvSpPr>
        <p:spPr>
          <a:xfrm>
            <a:off x="1924581" y="324410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A52A3F3B-BF1E-2CB8-C975-A429A737D38B}"/>
              </a:ext>
            </a:extLst>
          </p:cNvPr>
          <p:cNvSpPr/>
          <p:nvPr/>
        </p:nvSpPr>
        <p:spPr>
          <a:xfrm>
            <a:off x="1924581" y="302967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39EAE654-DB0C-839A-1E1D-2EF8497E553D}"/>
              </a:ext>
            </a:extLst>
          </p:cNvPr>
          <p:cNvSpPr/>
          <p:nvPr/>
        </p:nvSpPr>
        <p:spPr>
          <a:xfrm>
            <a:off x="1924580" y="2269954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51493FCB-F04C-F1D1-7CAD-37D73A4AD5C5}"/>
              </a:ext>
            </a:extLst>
          </p:cNvPr>
          <p:cNvSpPr/>
          <p:nvPr/>
        </p:nvSpPr>
        <p:spPr>
          <a:xfrm>
            <a:off x="1924580" y="2044765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C757E8A9-E4FE-3956-B73F-F8499E3FC40E}"/>
              </a:ext>
            </a:extLst>
          </p:cNvPr>
          <p:cNvSpPr/>
          <p:nvPr/>
        </p:nvSpPr>
        <p:spPr>
          <a:xfrm>
            <a:off x="1924579" y="1789354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46" name="Rechteck: abgerundete Ecken 45">
            <a:extLst>
              <a:ext uri="{FF2B5EF4-FFF2-40B4-BE49-F238E27FC236}">
                <a16:creationId xmlns:a16="http://schemas.microsoft.com/office/drawing/2014/main" id="{68312AD8-9070-46AC-27BA-49D6B1F8BECD}"/>
              </a:ext>
            </a:extLst>
          </p:cNvPr>
          <p:cNvSpPr/>
          <p:nvPr/>
        </p:nvSpPr>
        <p:spPr>
          <a:xfrm>
            <a:off x="613359" y="176309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47" name="Rechteck: abgerundete Ecken 46">
            <a:extLst>
              <a:ext uri="{FF2B5EF4-FFF2-40B4-BE49-F238E27FC236}">
                <a16:creationId xmlns:a16="http://schemas.microsoft.com/office/drawing/2014/main" id="{1FBC9C69-FDF3-32D5-7581-76D785900160}"/>
              </a:ext>
            </a:extLst>
          </p:cNvPr>
          <p:cNvSpPr/>
          <p:nvPr/>
        </p:nvSpPr>
        <p:spPr>
          <a:xfrm>
            <a:off x="613358" y="198777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A02975DF-260A-52AF-5485-9B7042C7C4FC}"/>
              </a:ext>
            </a:extLst>
          </p:cNvPr>
          <p:cNvSpPr/>
          <p:nvPr/>
        </p:nvSpPr>
        <p:spPr>
          <a:xfrm>
            <a:off x="613358" y="2419736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49" name="Rechteck: abgerundete Ecken 48">
            <a:extLst>
              <a:ext uri="{FF2B5EF4-FFF2-40B4-BE49-F238E27FC236}">
                <a16:creationId xmlns:a16="http://schemas.microsoft.com/office/drawing/2014/main" id="{527E1017-A49F-47F3-C101-1CB5F80E7FF9}"/>
              </a:ext>
            </a:extLst>
          </p:cNvPr>
          <p:cNvSpPr/>
          <p:nvPr/>
        </p:nvSpPr>
        <p:spPr>
          <a:xfrm>
            <a:off x="613358" y="2719300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50" name="Rechteck: abgerundete Ecken 49">
            <a:extLst>
              <a:ext uri="{FF2B5EF4-FFF2-40B4-BE49-F238E27FC236}">
                <a16:creationId xmlns:a16="http://schemas.microsoft.com/office/drawing/2014/main" id="{316D53F8-CB16-B170-5E65-481F6D5C0A4F}"/>
              </a:ext>
            </a:extLst>
          </p:cNvPr>
          <p:cNvSpPr/>
          <p:nvPr/>
        </p:nvSpPr>
        <p:spPr>
          <a:xfrm>
            <a:off x="1338334" y="2582582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sp>
        <p:nvSpPr>
          <p:cNvPr id="51" name="Rechteck: abgerundete Ecken 50">
            <a:extLst>
              <a:ext uri="{FF2B5EF4-FFF2-40B4-BE49-F238E27FC236}">
                <a16:creationId xmlns:a16="http://schemas.microsoft.com/office/drawing/2014/main" id="{86926D20-AEF1-1768-6A1C-8A7709A7FA44}"/>
              </a:ext>
            </a:extLst>
          </p:cNvPr>
          <p:cNvSpPr/>
          <p:nvPr/>
        </p:nvSpPr>
        <p:spPr>
          <a:xfrm>
            <a:off x="1502833" y="27294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sp>
        <p:nvSpPr>
          <p:cNvPr id="52" name="Rechteck: abgerundete Ecken 51">
            <a:extLst>
              <a:ext uri="{FF2B5EF4-FFF2-40B4-BE49-F238E27FC236}">
                <a16:creationId xmlns:a16="http://schemas.microsoft.com/office/drawing/2014/main" id="{DE27E0B4-FC9E-FF39-5E22-57B2DC8DCD2E}"/>
              </a:ext>
            </a:extLst>
          </p:cNvPr>
          <p:cNvSpPr/>
          <p:nvPr/>
        </p:nvSpPr>
        <p:spPr>
          <a:xfrm>
            <a:off x="1304769" y="290420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</a:p>
        </p:txBody>
      </p:sp>
      <p:sp>
        <p:nvSpPr>
          <p:cNvPr id="53" name="Rechteck: abgerundete Ecken 52">
            <a:extLst>
              <a:ext uri="{FF2B5EF4-FFF2-40B4-BE49-F238E27FC236}">
                <a16:creationId xmlns:a16="http://schemas.microsoft.com/office/drawing/2014/main" id="{A4DC3FD4-1D31-FBC9-0C9F-0A7B00E008F2}"/>
              </a:ext>
            </a:extLst>
          </p:cNvPr>
          <p:cNvSpPr/>
          <p:nvPr/>
        </p:nvSpPr>
        <p:spPr>
          <a:xfrm>
            <a:off x="613358" y="3600612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r>
          </a:p>
        </p:txBody>
      </p:sp>
      <p:sp>
        <p:nvSpPr>
          <p:cNvPr id="54" name="Rechteck: abgerundete Ecken 53">
            <a:extLst>
              <a:ext uri="{FF2B5EF4-FFF2-40B4-BE49-F238E27FC236}">
                <a16:creationId xmlns:a16="http://schemas.microsoft.com/office/drawing/2014/main" id="{C0AE58E8-A15A-2D0F-F2EC-88DD5665E458}"/>
              </a:ext>
            </a:extLst>
          </p:cNvPr>
          <p:cNvSpPr/>
          <p:nvPr/>
        </p:nvSpPr>
        <p:spPr>
          <a:xfrm>
            <a:off x="613358" y="3967805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16</a:t>
            </a:r>
          </a:p>
        </p:txBody>
      </p:sp>
      <p:sp>
        <p:nvSpPr>
          <p:cNvPr id="55" name="Rechteck: abgerundete Ecken 54">
            <a:extLst>
              <a:ext uri="{FF2B5EF4-FFF2-40B4-BE49-F238E27FC236}">
                <a16:creationId xmlns:a16="http://schemas.microsoft.com/office/drawing/2014/main" id="{0C1A4E1B-2F7E-80BD-152B-AD81683DFAA2}"/>
              </a:ext>
            </a:extLst>
          </p:cNvPr>
          <p:cNvSpPr/>
          <p:nvPr/>
        </p:nvSpPr>
        <p:spPr>
          <a:xfrm>
            <a:off x="613358" y="4232811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17</a:t>
            </a:r>
          </a:p>
        </p:txBody>
      </p:sp>
      <p:sp>
        <p:nvSpPr>
          <p:cNvPr id="56" name="Rechteck: abgerundete Ecken 55">
            <a:extLst>
              <a:ext uri="{FF2B5EF4-FFF2-40B4-BE49-F238E27FC236}">
                <a16:creationId xmlns:a16="http://schemas.microsoft.com/office/drawing/2014/main" id="{E9FC2D45-35FD-6E58-D260-43F16F495CF6}"/>
              </a:ext>
            </a:extLst>
          </p:cNvPr>
          <p:cNvSpPr/>
          <p:nvPr/>
        </p:nvSpPr>
        <p:spPr>
          <a:xfrm>
            <a:off x="613357" y="4511465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59BD1AED-6B9D-FB37-C7E0-FA89137A8171}"/>
              </a:ext>
            </a:extLst>
          </p:cNvPr>
          <p:cNvSpPr/>
          <p:nvPr/>
        </p:nvSpPr>
        <p:spPr>
          <a:xfrm>
            <a:off x="2259312" y="4382593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19</a:t>
            </a:r>
          </a:p>
        </p:txBody>
      </p:sp>
      <p:sp>
        <p:nvSpPr>
          <p:cNvPr id="57" name="Rechteck: abgerundete Ecken 56">
            <a:extLst>
              <a:ext uri="{FF2B5EF4-FFF2-40B4-BE49-F238E27FC236}">
                <a16:creationId xmlns:a16="http://schemas.microsoft.com/office/drawing/2014/main" id="{8315B3DD-FE4B-3A1A-5790-C70DD9B4F24A}"/>
              </a:ext>
            </a:extLst>
          </p:cNvPr>
          <p:cNvSpPr/>
          <p:nvPr/>
        </p:nvSpPr>
        <p:spPr>
          <a:xfrm>
            <a:off x="9925072" y="1254579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19</a:t>
            </a:r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60E30667-9A4E-1D02-6283-1323E468DF4D}"/>
              </a:ext>
            </a:extLst>
          </p:cNvPr>
          <p:cNvSpPr/>
          <p:nvPr/>
        </p:nvSpPr>
        <p:spPr bwMode="auto">
          <a:xfrm flipH="1">
            <a:off x="10196879" y="1248463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Verpackung Aktor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cxnSp>
        <p:nvCxnSpPr>
          <p:cNvPr id="63" name="Gerader Verbinder 62">
            <a:extLst>
              <a:ext uri="{FF2B5EF4-FFF2-40B4-BE49-F238E27FC236}">
                <a16:creationId xmlns:a16="http://schemas.microsoft.com/office/drawing/2014/main" id="{0B433E6C-4E92-03C0-F624-EBCCA75AADAB}"/>
              </a:ext>
            </a:extLst>
          </p:cNvPr>
          <p:cNvCxnSpPr>
            <a:cxnSpLocks/>
            <a:stCxn id="3" idx="1"/>
            <a:endCxn id="37" idx="3"/>
          </p:cNvCxnSpPr>
          <p:nvPr/>
        </p:nvCxnSpPr>
        <p:spPr bwMode="auto">
          <a:xfrm flipH="1">
            <a:off x="2404387" y="3697410"/>
            <a:ext cx="2461243" cy="76007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8" name="Grafik 67">
            <a:extLst>
              <a:ext uri="{FF2B5EF4-FFF2-40B4-BE49-F238E27FC236}">
                <a16:creationId xmlns:a16="http://schemas.microsoft.com/office/drawing/2014/main" id="{CD3C539D-C211-97AF-A050-236BAFCF04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6350" y="3584504"/>
            <a:ext cx="2552699" cy="2573068"/>
          </a:xfrm>
          <a:prstGeom prst="rect">
            <a:avLst/>
          </a:prstGeom>
        </p:spPr>
      </p:pic>
      <p:grpSp>
        <p:nvGrpSpPr>
          <p:cNvPr id="69" name="Gruppieren 68">
            <a:extLst>
              <a:ext uri="{FF2B5EF4-FFF2-40B4-BE49-F238E27FC236}">
                <a16:creationId xmlns:a16="http://schemas.microsoft.com/office/drawing/2014/main" id="{B64B1A41-5FA7-0DF1-08F7-566DE44F48D7}"/>
              </a:ext>
            </a:extLst>
          </p:cNvPr>
          <p:cNvGrpSpPr/>
          <p:nvPr/>
        </p:nvGrpSpPr>
        <p:grpSpPr>
          <a:xfrm>
            <a:off x="6156138" y="3416462"/>
            <a:ext cx="47480" cy="525567"/>
            <a:chOff x="5351002" y="3726212"/>
            <a:chExt cx="47480" cy="525567"/>
          </a:xfrm>
        </p:grpSpPr>
        <p:sp>
          <p:nvSpPr>
            <p:cNvPr id="70" name="Rechteck 69">
              <a:extLst>
                <a:ext uri="{FF2B5EF4-FFF2-40B4-BE49-F238E27FC236}">
                  <a16:creationId xmlns:a16="http://schemas.microsoft.com/office/drawing/2014/main" id="{80EF4546-7220-9185-2D5C-C751C4032BAB}"/>
                </a:ext>
              </a:extLst>
            </p:cNvPr>
            <p:cNvSpPr/>
            <p:nvPr/>
          </p:nvSpPr>
          <p:spPr bwMode="auto">
            <a:xfrm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71" name="Rechteck 70">
              <a:extLst>
                <a:ext uri="{FF2B5EF4-FFF2-40B4-BE49-F238E27FC236}">
                  <a16:creationId xmlns:a16="http://schemas.microsoft.com/office/drawing/2014/main" id="{D0DD63BE-DB53-4CF4-D21E-6B5B8A045794}"/>
                </a:ext>
              </a:extLst>
            </p:cNvPr>
            <p:cNvSpPr/>
            <p:nvPr/>
          </p:nvSpPr>
          <p:spPr bwMode="auto">
            <a:xfrm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72" name="Rechteck 71">
              <a:extLst>
                <a:ext uri="{FF2B5EF4-FFF2-40B4-BE49-F238E27FC236}">
                  <a16:creationId xmlns:a16="http://schemas.microsoft.com/office/drawing/2014/main" id="{8D2BBC9B-0A9B-B847-8E86-89952DCD31CE}"/>
                </a:ext>
              </a:extLst>
            </p:cNvPr>
            <p:cNvSpPr/>
            <p:nvPr/>
          </p:nvSpPr>
          <p:spPr bwMode="auto">
            <a:xfrm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B1A7EF53-791B-29CD-4FA5-C268E50614E8}"/>
              </a:ext>
            </a:extLst>
          </p:cNvPr>
          <p:cNvGrpSpPr/>
          <p:nvPr/>
        </p:nvGrpSpPr>
        <p:grpSpPr>
          <a:xfrm rot="10800000">
            <a:off x="1115294" y="4938109"/>
            <a:ext cx="540000" cy="540000"/>
            <a:chOff x="5462969" y="1064925"/>
            <a:chExt cx="257980" cy="252000"/>
          </a:xfrm>
        </p:grpSpPr>
        <p:grpSp>
          <p:nvGrpSpPr>
            <p:cNvPr id="5" name="Gruppieren 4">
              <a:extLst>
                <a:ext uri="{FF2B5EF4-FFF2-40B4-BE49-F238E27FC236}">
                  <a16:creationId xmlns:a16="http://schemas.microsoft.com/office/drawing/2014/main" id="{9D46590F-5BF8-32C0-6F75-96A7375FE88B}"/>
                </a:ext>
              </a:extLst>
            </p:cNvPr>
            <p:cNvGrpSpPr/>
            <p:nvPr/>
          </p:nvGrpSpPr>
          <p:grpSpPr>
            <a:xfrm>
              <a:off x="5524027" y="1125613"/>
              <a:ext cx="144000" cy="144000"/>
              <a:chOff x="1106196" y="3231756"/>
              <a:chExt cx="108000" cy="360000"/>
            </a:xfrm>
          </p:grpSpPr>
          <p:cxnSp>
            <p:nvCxnSpPr>
              <p:cNvPr id="8" name="Gerader Verbinder 3">
                <a:extLst>
                  <a:ext uri="{FF2B5EF4-FFF2-40B4-BE49-F238E27FC236}">
                    <a16:creationId xmlns:a16="http://schemas.microsoft.com/office/drawing/2014/main" id="{74CB925A-39C6-70B8-F802-C41C1142C48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974107" y="3411756"/>
                <a:ext cx="360000" cy="0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  <a:prstDash val="lgDashDot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Gerader Verbinder 61">
                <a:extLst>
                  <a:ext uri="{FF2B5EF4-FFF2-40B4-BE49-F238E27FC236}">
                    <a16:creationId xmlns:a16="http://schemas.microsoft.com/office/drawing/2014/main" id="{31D1FF12-4A01-5E15-A4FB-D006C4A54BE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rot="16200000">
                <a:off x="1160196" y="3346238"/>
                <a:ext cx="0" cy="108000"/>
              </a:xfrm>
              <a:prstGeom prst="line">
                <a:avLst/>
              </a:prstGeom>
              <a:solidFill>
                <a:schemeClr val="bg1">
                  <a:lumMod val="95000"/>
                </a:schemeClr>
              </a:solidFill>
              <a:ln w="3175" algn="ctr">
                <a:solidFill>
                  <a:schemeClr val="tx1"/>
                </a:solidFill>
                <a:prstDash val="lgDashDot"/>
                <a:round/>
                <a:headEnd type="none"/>
                <a:tailEnd type="none" w="sm" len="sm"/>
              </a:ln>
            </p:spPr>
          </p:cxnSp>
        </p:grpSp>
        <p:sp>
          <p:nvSpPr>
            <p:cNvPr id="6" name="Bogen 5">
              <a:extLst>
                <a:ext uri="{FF2B5EF4-FFF2-40B4-BE49-F238E27FC236}">
                  <a16:creationId xmlns:a16="http://schemas.microsoft.com/office/drawing/2014/main" id="{213870C8-B803-14CB-BD66-2117943A820E}"/>
                </a:ext>
              </a:extLst>
            </p:cNvPr>
            <p:cNvSpPr>
              <a:spLocks noChangeAspect="1"/>
            </p:cNvSpPr>
            <p:nvPr/>
          </p:nvSpPr>
          <p:spPr bwMode="auto">
            <a:xfrm rot="10800000">
              <a:off x="5462969" y="1064925"/>
              <a:ext cx="257980" cy="252000"/>
            </a:xfrm>
            <a:prstGeom prst="arc">
              <a:avLst>
                <a:gd name="adj1" fmla="val 21567204"/>
                <a:gd name="adj2" fmla="val 11144793"/>
              </a:avLst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type="stealth" w="sm" len="sm"/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anchor="b"/>
            <a:lstStyle/>
            <a:p>
              <a:pPr algn="ctr">
                <a:defRPr/>
              </a:pPr>
              <a:endParaRPr lang="de-DE" sz="800" dirty="0">
                <a:solidFill>
                  <a:srgbClr val="4D4D4D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54105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5126BDD4-5DB3-4687-8192-942F6B154928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9464AB80-4145-4D82-826E-0B9A549CC717}"/>
              </a:ext>
            </a:extLst>
          </p:cNvPr>
          <p:cNvSpPr/>
          <p:nvPr/>
        </p:nvSpPr>
        <p:spPr>
          <a:xfrm>
            <a:off x="0" y="45822"/>
            <a:ext cx="12192000" cy="399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7474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bgerundetes Rechteck 9">
            <a:extLst>
              <a:ext uri="{FF2B5EF4-FFF2-40B4-BE49-F238E27FC236}">
                <a16:creationId xmlns:a16="http://schemas.microsoft.com/office/drawing/2014/main" id="{405C2DF8-9492-9B5D-110A-C6EC237CE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2978" y="1606588"/>
            <a:ext cx="10162311" cy="1823012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alpha val="29000"/>
            </a:schemeClr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altLang="de-DE" sz="1200" b="1" dirty="0"/>
              <a:t>					                                                                    </a:t>
            </a:r>
            <a:r>
              <a:rPr lang="de-DE" altLang="de-DE" sz="1200" b="1" dirty="0">
                <a:solidFill>
                  <a:srgbClr val="004376"/>
                </a:solidFill>
              </a:rPr>
              <a:t>STEUERUNGSSYSTEM </a:t>
            </a:r>
          </a:p>
        </p:txBody>
      </p:sp>
      <p:sp>
        <p:nvSpPr>
          <p:cNvPr id="3" name="Abgerundetes Rechteck 22">
            <a:extLst>
              <a:ext uri="{FF2B5EF4-FFF2-40B4-BE49-F238E27FC236}">
                <a16:creationId xmlns:a16="http://schemas.microsoft.com/office/drawing/2014/main" id="{8F7226D4-93E2-26B9-F604-8C61476F0C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0916" y="3798856"/>
            <a:ext cx="1926577" cy="357188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  <a:alpha val="56862"/>
            </a:scheme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de-DE" altLang="de-DE" sz="1200" dirty="0">
                <a:solidFill>
                  <a:srgbClr val="004376"/>
                </a:solidFill>
              </a:rPr>
              <a:t>MES - Anbindung</a:t>
            </a:r>
          </a:p>
        </p:txBody>
      </p:sp>
      <p:sp>
        <p:nvSpPr>
          <p:cNvPr id="4" name="Abgerundetes Rechteck 23">
            <a:extLst>
              <a:ext uri="{FF2B5EF4-FFF2-40B4-BE49-F238E27FC236}">
                <a16:creationId xmlns:a16="http://schemas.microsoft.com/office/drawing/2014/main" id="{C0752CD3-737D-FBEB-FFA9-CAEE2ADE1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7431" y="5106164"/>
            <a:ext cx="655282" cy="347663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  <a:alpha val="29019"/>
            </a:scheme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de-DE" sz="1000" dirty="0">
                <a:solidFill>
                  <a:srgbClr val="004376"/>
                </a:solidFill>
                <a:latin typeface="Arial" charset="0"/>
                <a:cs typeface="Arial" charset="0"/>
              </a:rPr>
              <a:t>Antriebe</a:t>
            </a:r>
          </a:p>
        </p:txBody>
      </p:sp>
      <p:sp>
        <p:nvSpPr>
          <p:cNvPr id="38" name="Abgerundetes Rechteck 30">
            <a:extLst>
              <a:ext uri="{FF2B5EF4-FFF2-40B4-BE49-F238E27FC236}">
                <a16:creationId xmlns:a16="http://schemas.microsoft.com/office/drawing/2014/main" id="{1BE50006-C609-F630-3A3E-EF1C7208A6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230" y="5101402"/>
            <a:ext cx="1143000" cy="347663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  <a:alpha val="29019"/>
            </a:scheme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altLang="de-DE" sz="1000" dirty="0">
                <a:solidFill>
                  <a:srgbClr val="004376"/>
                </a:solidFill>
              </a:rPr>
              <a:t>E-A-Baugruppen</a:t>
            </a:r>
          </a:p>
        </p:txBody>
      </p:sp>
      <p:sp>
        <p:nvSpPr>
          <p:cNvPr id="39" name="Abgerundetes Rechteck 21">
            <a:extLst>
              <a:ext uri="{FF2B5EF4-FFF2-40B4-BE49-F238E27FC236}">
                <a16:creationId xmlns:a16="http://schemas.microsoft.com/office/drawing/2014/main" id="{70386FC9-C1F1-DEE1-2677-3F7EEFAA7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231" y="3788538"/>
            <a:ext cx="5684676" cy="357188"/>
          </a:xfrm>
          <a:prstGeom prst="roundRect">
            <a:avLst>
              <a:gd name="adj" fmla="val 16667"/>
            </a:avLst>
          </a:prstGeom>
          <a:solidFill>
            <a:schemeClr val="accent6">
              <a:lumMod val="20000"/>
              <a:lumOff val="80000"/>
              <a:alpha val="56862"/>
            </a:scheme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de-DE" altLang="de-DE" sz="1200" dirty="0">
                <a:solidFill>
                  <a:srgbClr val="004376"/>
                </a:solidFill>
              </a:rPr>
              <a:t>EtherCat</a:t>
            </a:r>
          </a:p>
        </p:txBody>
      </p:sp>
      <p:cxnSp>
        <p:nvCxnSpPr>
          <p:cNvPr id="40" name="Gerade Verbindung 28">
            <a:extLst>
              <a:ext uri="{FF2B5EF4-FFF2-40B4-BE49-F238E27FC236}">
                <a16:creationId xmlns:a16="http://schemas.microsoft.com/office/drawing/2014/main" id="{50922357-A7FB-50C3-0DB3-7B4B4AE755BA}"/>
              </a:ext>
            </a:extLst>
          </p:cNvPr>
          <p:cNvCxnSpPr>
            <a:cxnSpLocks noChangeShapeType="1"/>
            <a:endCxn id="4" idx="0"/>
          </p:cNvCxnSpPr>
          <p:nvPr/>
        </p:nvCxnSpPr>
        <p:spPr bwMode="auto">
          <a:xfrm>
            <a:off x="3235072" y="4150885"/>
            <a:ext cx="0" cy="955279"/>
          </a:xfrm>
          <a:prstGeom prst="line">
            <a:avLst/>
          </a:prstGeom>
          <a:noFill/>
          <a:ln w="19050" algn="ctr">
            <a:solidFill>
              <a:schemeClr val="accent1">
                <a:lumMod val="25000"/>
              </a:schemeClr>
            </a:solidFill>
            <a:round/>
            <a:headEnd type="none" w="med" len="med"/>
            <a:tailEnd type="none" w="med" len="med"/>
          </a:ln>
        </p:spPr>
      </p:cxnSp>
      <p:cxnSp>
        <p:nvCxnSpPr>
          <p:cNvPr id="41" name="Gerade Verbindung 28">
            <a:extLst>
              <a:ext uri="{FF2B5EF4-FFF2-40B4-BE49-F238E27FC236}">
                <a16:creationId xmlns:a16="http://schemas.microsoft.com/office/drawing/2014/main" id="{422181F5-0309-0415-A6E1-D14699A6604D}"/>
              </a:ext>
            </a:extLst>
          </p:cNvPr>
          <p:cNvCxnSpPr>
            <a:cxnSpLocks noChangeShapeType="1"/>
            <a:endCxn id="38" idx="0"/>
          </p:cNvCxnSpPr>
          <p:nvPr/>
        </p:nvCxnSpPr>
        <p:spPr bwMode="auto">
          <a:xfrm>
            <a:off x="2210730" y="4133027"/>
            <a:ext cx="0" cy="968375"/>
          </a:xfrm>
          <a:prstGeom prst="line">
            <a:avLst/>
          </a:prstGeom>
          <a:noFill/>
          <a:ln w="19050" algn="ctr">
            <a:solidFill>
              <a:schemeClr val="accent1">
                <a:lumMod val="25000"/>
              </a:schemeClr>
            </a:solidFill>
            <a:round/>
            <a:headEnd type="none" w="med" len="med"/>
            <a:tailEnd type="none" w="med" len="med"/>
          </a:ln>
        </p:spPr>
      </p:cxnSp>
      <p:sp>
        <p:nvSpPr>
          <p:cNvPr id="42" name="Abgerundetes Rechteck 23">
            <a:extLst>
              <a:ext uri="{FF2B5EF4-FFF2-40B4-BE49-F238E27FC236}">
                <a16:creationId xmlns:a16="http://schemas.microsoft.com/office/drawing/2014/main" id="{7F1DFEF4-3596-673F-A1F2-FF28C61F7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9469" y="5110927"/>
            <a:ext cx="1098688" cy="342900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  <a:alpha val="29019"/>
            </a:scheme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de-DE" sz="1000" dirty="0">
                <a:solidFill>
                  <a:srgbClr val="004376"/>
                </a:solidFill>
                <a:latin typeface="Arial" charset="0"/>
                <a:cs typeface="Arial" charset="0"/>
              </a:rPr>
              <a:t>Peripheriegeräte</a:t>
            </a:r>
          </a:p>
        </p:txBody>
      </p:sp>
      <p:cxnSp>
        <p:nvCxnSpPr>
          <p:cNvPr id="43" name="Gerade Verbindung 28">
            <a:extLst>
              <a:ext uri="{FF2B5EF4-FFF2-40B4-BE49-F238E27FC236}">
                <a16:creationId xmlns:a16="http://schemas.microsoft.com/office/drawing/2014/main" id="{5988E957-CBCC-8E9A-63F7-EA1318EBF073}"/>
              </a:ext>
            </a:extLst>
          </p:cNvPr>
          <p:cNvCxnSpPr>
            <a:cxnSpLocks noChangeShapeType="1"/>
            <a:endCxn id="52" idx="0"/>
          </p:cNvCxnSpPr>
          <p:nvPr/>
        </p:nvCxnSpPr>
        <p:spPr bwMode="auto">
          <a:xfrm flipH="1">
            <a:off x="6887690" y="4142551"/>
            <a:ext cx="2876" cy="370005"/>
          </a:xfrm>
          <a:prstGeom prst="line">
            <a:avLst/>
          </a:prstGeom>
          <a:noFill/>
          <a:ln w="19050" algn="ctr">
            <a:solidFill>
              <a:schemeClr val="accent1">
                <a:lumMod val="25000"/>
              </a:schemeClr>
            </a:solidFill>
            <a:round/>
            <a:headEnd type="none" w="med" len="med"/>
            <a:tailEnd type="none" w="med" len="med"/>
          </a:ln>
        </p:spPr>
      </p:cxnSp>
      <p:cxnSp>
        <p:nvCxnSpPr>
          <p:cNvPr id="44" name="Gerade Verbindung 28">
            <a:extLst>
              <a:ext uri="{FF2B5EF4-FFF2-40B4-BE49-F238E27FC236}">
                <a16:creationId xmlns:a16="http://schemas.microsoft.com/office/drawing/2014/main" id="{4614329F-91F0-F5B2-2518-6B3B50A6D8CB}"/>
              </a:ext>
            </a:extLst>
          </p:cNvPr>
          <p:cNvCxnSpPr>
            <a:cxnSpLocks noChangeShapeType="1"/>
            <a:endCxn id="42" idx="0"/>
          </p:cNvCxnSpPr>
          <p:nvPr/>
        </p:nvCxnSpPr>
        <p:spPr bwMode="auto">
          <a:xfrm>
            <a:off x="4238813" y="4150885"/>
            <a:ext cx="0" cy="960042"/>
          </a:xfrm>
          <a:prstGeom prst="line">
            <a:avLst/>
          </a:prstGeom>
          <a:noFill/>
          <a:ln w="19050" algn="ctr">
            <a:solidFill>
              <a:schemeClr val="accent1">
                <a:lumMod val="25000"/>
              </a:schemeClr>
            </a:solidFill>
            <a:round/>
            <a:headEnd type="none" w="med" len="med"/>
            <a:tailEnd type="none" w="med" len="med"/>
          </a:ln>
        </p:spPr>
      </p:cxnSp>
      <p:cxnSp>
        <p:nvCxnSpPr>
          <p:cNvPr id="45" name="Gerade Verbindung 28">
            <a:extLst>
              <a:ext uri="{FF2B5EF4-FFF2-40B4-BE49-F238E27FC236}">
                <a16:creationId xmlns:a16="http://schemas.microsoft.com/office/drawing/2014/main" id="{3E5EBE14-901D-406E-21DA-559D967A12D7}"/>
              </a:ext>
            </a:extLst>
          </p:cNvPr>
          <p:cNvCxnSpPr>
            <a:cxnSpLocks noChangeShapeType="1"/>
            <a:endCxn id="39" idx="0"/>
          </p:cNvCxnSpPr>
          <p:nvPr/>
        </p:nvCxnSpPr>
        <p:spPr bwMode="auto">
          <a:xfrm>
            <a:off x="4481569" y="3421663"/>
            <a:ext cx="0" cy="366875"/>
          </a:xfrm>
          <a:prstGeom prst="line">
            <a:avLst/>
          </a:prstGeom>
          <a:noFill/>
          <a:ln w="19050" algn="ctr">
            <a:solidFill>
              <a:schemeClr val="accent1">
                <a:lumMod val="25000"/>
              </a:schemeClr>
            </a:solidFill>
            <a:round/>
            <a:headEnd type="none" w="med" len="med"/>
            <a:tailEnd type="none" w="med" len="med"/>
          </a:ln>
        </p:spPr>
      </p:cxnSp>
      <p:cxnSp>
        <p:nvCxnSpPr>
          <p:cNvPr id="46" name="Gerade Verbindung 28">
            <a:extLst>
              <a:ext uri="{FF2B5EF4-FFF2-40B4-BE49-F238E27FC236}">
                <a16:creationId xmlns:a16="http://schemas.microsoft.com/office/drawing/2014/main" id="{F1F96D80-6201-E217-C153-4CE9ACA421AB}"/>
              </a:ext>
            </a:extLst>
          </p:cNvPr>
          <p:cNvCxnSpPr>
            <a:cxnSpLocks noChangeShapeType="1"/>
            <a:endCxn id="3" idx="0"/>
          </p:cNvCxnSpPr>
          <p:nvPr/>
        </p:nvCxnSpPr>
        <p:spPr bwMode="auto">
          <a:xfrm>
            <a:off x="9694204" y="3424951"/>
            <a:ext cx="1" cy="373905"/>
          </a:xfrm>
          <a:prstGeom prst="line">
            <a:avLst/>
          </a:prstGeom>
          <a:noFill/>
          <a:ln w="19050" algn="ctr">
            <a:solidFill>
              <a:schemeClr val="accent1">
                <a:lumMod val="25000"/>
              </a:schemeClr>
            </a:solidFill>
            <a:round/>
            <a:headEnd type="none" w="med" len="med"/>
            <a:tailEnd type="none" w="med" len="med"/>
          </a:ln>
        </p:spPr>
      </p:cxnSp>
      <p:sp>
        <p:nvSpPr>
          <p:cNvPr id="47" name="Abgerundetes Rechteck 12">
            <a:extLst>
              <a:ext uri="{FF2B5EF4-FFF2-40B4-BE49-F238E27FC236}">
                <a16:creationId xmlns:a16="http://schemas.microsoft.com/office/drawing/2014/main" id="{D7531984-FDE2-E7A4-E4B1-65BEDF226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1473" y="5110926"/>
            <a:ext cx="872434" cy="342900"/>
          </a:xfrm>
          <a:prstGeom prst="roundRect">
            <a:avLst>
              <a:gd name="adj" fmla="val 16667"/>
            </a:avLst>
          </a:prstGeom>
          <a:solidFill>
            <a:srgbClr val="FFFF00">
              <a:alpha val="56862"/>
            </a:srgb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de-DE" altLang="de-DE" sz="900" dirty="0">
                <a:solidFill>
                  <a:srgbClr val="005A9E"/>
                </a:solidFill>
              </a:rPr>
              <a:t>NOT-Halt </a:t>
            </a:r>
          </a:p>
          <a:p>
            <a:pPr algn="ctr" eaLnBrk="1" hangingPunct="1">
              <a:defRPr/>
            </a:pPr>
            <a:r>
              <a:rPr lang="de-DE" altLang="de-DE" sz="900" dirty="0">
                <a:solidFill>
                  <a:srgbClr val="005A9E"/>
                </a:solidFill>
              </a:rPr>
              <a:t>Schutztüren</a:t>
            </a:r>
          </a:p>
        </p:txBody>
      </p:sp>
      <p:sp>
        <p:nvSpPr>
          <p:cNvPr id="48" name="Abgerundetes Rechteck 9">
            <a:extLst>
              <a:ext uri="{FF2B5EF4-FFF2-40B4-BE49-F238E27FC236}">
                <a16:creationId xmlns:a16="http://schemas.microsoft.com/office/drawing/2014/main" id="{EBE94659-D130-0B94-2DAA-C505DC2142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0916" y="5110904"/>
            <a:ext cx="1926575" cy="336572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  <a:alpha val="29019"/>
            </a:scheme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/>
            <a:r>
              <a:rPr lang="de-DE" altLang="de-DE" sz="1000" dirty="0">
                <a:solidFill>
                  <a:srgbClr val="004376"/>
                </a:solidFill>
              </a:rPr>
              <a:t>		</a:t>
            </a:r>
            <a:br>
              <a:rPr lang="de-DE" altLang="de-DE" sz="1000" dirty="0">
                <a:solidFill>
                  <a:srgbClr val="004376"/>
                </a:solidFill>
              </a:rPr>
            </a:br>
            <a:r>
              <a:rPr lang="de-DE" altLang="de-DE" sz="1000" dirty="0">
                <a:solidFill>
                  <a:srgbClr val="004376"/>
                </a:solidFill>
              </a:rPr>
              <a:t>xml-Dateien </a:t>
            </a:r>
            <a:br>
              <a:rPr lang="de-DE" altLang="de-DE" sz="1000" dirty="0">
                <a:solidFill>
                  <a:srgbClr val="004376"/>
                </a:solidFill>
              </a:rPr>
            </a:br>
            <a:r>
              <a:rPr lang="de-DE" altLang="de-DE" sz="1000" dirty="0">
                <a:solidFill>
                  <a:srgbClr val="004376"/>
                </a:solidFill>
              </a:rPr>
              <a:t>			</a:t>
            </a:r>
          </a:p>
        </p:txBody>
      </p:sp>
      <p:cxnSp>
        <p:nvCxnSpPr>
          <p:cNvPr id="49" name="Gerade Verbindung 28">
            <a:extLst>
              <a:ext uri="{FF2B5EF4-FFF2-40B4-BE49-F238E27FC236}">
                <a16:creationId xmlns:a16="http://schemas.microsoft.com/office/drawing/2014/main" id="{9557FCB7-158B-899F-A435-57AED1DE2869}"/>
              </a:ext>
            </a:extLst>
          </p:cNvPr>
          <p:cNvCxnSpPr>
            <a:cxnSpLocks noChangeShapeType="1"/>
            <a:stCxn id="3" idx="2"/>
            <a:endCxn id="48" idx="0"/>
          </p:cNvCxnSpPr>
          <p:nvPr/>
        </p:nvCxnSpPr>
        <p:spPr bwMode="auto">
          <a:xfrm flipH="1">
            <a:off x="9694204" y="4156044"/>
            <a:ext cx="1" cy="954860"/>
          </a:xfrm>
          <a:prstGeom prst="line">
            <a:avLst/>
          </a:prstGeom>
          <a:noFill/>
          <a:ln w="19050" algn="ctr">
            <a:solidFill>
              <a:schemeClr val="accent1">
                <a:lumMod val="25000"/>
              </a:schemeClr>
            </a:solidFill>
            <a:round/>
            <a:headEnd type="none" w="med" len="med"/>
            <a:tailEnd type="none" w="med" len="med"/>
          </a:ln>
        </p:spPr>
      </p:cxnSp>
      <p:sp>
        <p:nvSpPr>
          <p:cNvPr id="50" name="Abgerundetes Rechteck 23">
            <a:extLst>
              <a:ext uri="{FF2B5EF4-FFF2-40B4-BE49-F238E27FC236}">
                <a16:creationId xmlns:a16="http://schemas.microsoft.com/office/drawing/2014/main" id="{D63FE9B0-0044-3B0C-A5DA-BAAAA1FA69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6215" y="5115690"/>
            <a:ext cx="1437407" cy="338138"/>
          </a:xfrm>
          <a:prstGeom prst="roundRect">
            <a:avLst>
              <a:gd name="adj" fmla="val 16667"/>
            </a:avLst>
          </a:prstGeom>
          <a:solidFill>
            <a:schemeClr val="bg1">
              <a:lumMod val="85000"/>
              <a:alpha val="29019"/>
            </a:scheme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/>
          <a:p>
            <a:pPr eaLnBrk="1" hangingPunct="1">
              <a:defRPr/>
            </a:pPr>
            <a:r>
              <a:rPr lang="de-DE" sz="1000" dirty="0">
                <a:solidFill>
                  <a:srgbClr val="004376"/>
                </a:solidFill>
                <a:latin typeface="Arial" charset="0"/>
                <a:cs typeface="Arial" charset="0"/>
              </a:rPr>
              <a:t>COGNEX Insight BVS</a:t>
            </a:r>
          </a:p>
        </p:txBody>
      </p:sp>
      <p:cxnSp>
        <p:nvCxnSpPr>
          <p:cNvPr id="51" name="Gerade Verbindung 28">
            <a:extLst>
              <a:ext uri="{FF2B5EF4-FFF2-40B4-BE49-F238E27FC236}">
                <a16:creationId xmlns:a16="http://schemas.microsoft.com/office/drawing/2014/main" id="{22A4CB13-15FA-CD61-2633-860679BD197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624919" y="4150885"/>
            <a:ext cx="0" cy="960019"/>
          </a:xfrm>
          <a:prstGeom prst="line">
            <a:avLst/>
          </a:prstGeom>
          <a:noFill/>
          <a:ln w="19050" algn="ctr">
            <a:solidFill>
              <a:schemeClr val="accent1">
                <a:lumMod val="25000"/>
              </a:schemeClr>
            </a:solidFill>
            <a:round/>
            <a:headEnd type="none" w="med" len="med"/>
            <a:tailEnd type="none" w="med" len="med"/>
          </a:ln>
        </p:spPr>
      </p:cxnSp>
      <p:sp>
        <p:nvSpPr>
          <p:cNvPr id="52" name="Abgerundetes Rechteck 12">
            <a:extLst>
              <a:ext uri="{FF2B5EF4-FFF2-40B4-BE49-F238E27FC236}">
                <a16:creationId xmlns:a16="http://schemas.microsoft.com/office/drawing/2014/main" id="{C5A5E91D-E352-EB49-8F40-C1A109F64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1473" y="4512556"/>
            <a:ext cx="872434" cy="342900"/>
          </a:xfrm>
          <a:prstGeom prst="roundRect">
            <a:avLst>
              <a:gd name="adj" fmla="val 16667"/>
            </a:avLst>
          </a:prstGeom>
          <a:solidFill>
            <a:srgbClr val="FFFF00">
              <a:alpha val="56862"/>
            </a:srgbClr>
          </a:solidFill>
          <a:ln w="9525" algn="ctr">
            <a:solidFill>
              <a:schemeClr val="tx1">
                <a:lumMod val="50000"/>
                <a:lumOff val="50000"/>
              </a:schemeClr>
            </a:solidFill>
            <a:round/>
            <a:headEnd/>
            <a:tailEnd type="triangle" w="med" len="med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de-DE" altLang="de-DE" sz="900" dirty="0">
                <a:solidFill>
                  <a:srgbClr val="005A9E"/>
                </a:solidFill>
              </a:rPr>
              <a:t>Safety </a:t>
            </a:r>
          </a:p>
        </p:txBody>
      </p:sp>
      <p:cxnSp>
        <p:nvCxnSpPr>
          <p:cNvPr id="53" name="Gerade Verbindung 28">
            <a:extLst>
              <a:ext uri="{FF2B5EF4-FFF2-40B4-BE49-F238E27FC236}">
                <a16:creationId xmlns:a16="http://schemas.microsoft.com/office/drawing/2014/main" id="{74A33F7C-EBEF-AF1F-9FC8-9473A9C0A8B8}"/>
              </a:ext>
            </a:extLst>
          </p:cNvPr>
          <p:cNvCxnSpPr>
            <a:cxnSpLocks noChangeShapeType="1"/>
            <a:stCxn id="52" idx="2"/>
            <a:endCxn id="47" idx="0"/>
          </p:cNvCxnSpPr>
          <p:nvPr/>
        </p:nvCxnSpPr>
        <p:spPr bwMode="auto">
          <a:xfrm>
            <a:off x="6887690" y="4855456"/>
            <a:ext cx="0" cy="255470"/>
          </a:xfrm>
          <a:prstGeom prst="line">
            <a:avLst/>
          </a:prstGeom>
          <a:noFill/>
          <a:ln w="19050" algn="ctr">
            <a:solidFill>
              <a:schemeClr val="accent1">
                <a:lumMod val="25000"/>
              </a:schemeClr>
            </a:solidFill>
            <a:round/>
            <a:headEnd type="none" w="med" len="med"/>
            <a:tailEnd type="none" w="med" len="med"/>
          </a:ln>
        </p:spPr>
      </p:cxnSp>
      <p:pic>
        <p:nvPicPr>
          <p:cNvPr id="54" name="Grafik 53">
            <a:extLst>
              <a:ext uri="{FF2B5EF4-FFF2-40B4-BE49-F238E27FC236}">
                <a16:creationId xmlns:a16="http://schemas.microsoft.com/office/drawing/2014/main" id="{9C701AE2-6C7B-DE76-E559-C64F283B2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497" y="1821885"/>
            <a:ext cx="1786257" cy="914965"/>
          </a:xfrm>
          <a:prstGeom prst="rect">
            <a:avLst/>
          </a:prstGeom>
        </p:spPr>
      </p:pic>
      <p:pic>
        <p:nvPicPr>
          <p:cNvPr id="55" name="Grafik 54">
            <a:extLst>
              <a:ext uri="{FF2B5EF4-FFF2-40B4-BE49-F238E27FC236}">
                <a16:creationId xmlns:a16="http://schemas.microsoft.com/office/drawing/2014/main" id="{6DB2CB9E-122B-CC41-C059-50CCFA0B5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453" y="1821884"/>
            <a:ext cx="1551048" cy="914965"/>
          </a:xfrm>
          <a:prstGeom prst="rect">
            <a:avLst/>
          </a:prstGeom>
        </p:spPr>
      </p:pic>
      <p:pic>
        <p:nvPicPr>
          <p:cNvPr id="56" name="Grafik 55">
            <a:extLst>
              <a:ext uri="{FF2B5EF4-FFF2-40B4-BE49-F238E27FC236}">
                <a16:creationId xmlns:a16="http://schemas.microsoft.com/office/drawing/2014/main" id="{4028D2FD-E0AE-2249-94ED-75A0AC029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455" y="2987513"/>
            <a:ext cx="1551046" cy="250700"/>
          </a:xfrm>
          <a:prstGeom prst="rect">
            <a:avLst/>
          </a:prstGeom>
        </p:spPr>
      </p:pic>
      <p:pic>
        <p:nvPicPr>
          <p:cNvPr id="57" name="Grafik 56">
            <a:extLst>
              <a:ext uri="{FF2B5EF4-FFF2-40B4-BE49-F238E27FC236}">
                <a16:creationId xmlns:a16="http://schemas.microsoft.com/office/drawing/2014/main" id="{89A36DB2-FBE0-4F6D-5D0B-5E5950DCBF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4497" y="2861146"/>
            <a:ext cx="1786257" cy="485067"/>
          </a:xfrm>
          <a:prstGeom prst="rect">
            <a:avLst/>
          </a:prstGeom>
        </p:spPr>
      </p:pic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3DC5B137-FB58-6815-5DE7-A3CFAB39DC08}"/>
              </a:ext>
            </a:extLst>
          </p:cNvPr>
          <p:cNvGrpSpPr/>
          <p:nvPr/>
        </p:nvGrpSpPr>
        <p:grpSpPr>
          <a:xfrm>
            <a:off x="1541416" y="1662652"/>
            <a:ext cx="1366015" cy="357188"/>
            <a:chOff x="1541416" y="1662652"/>
            <a:chExt cx="1366015" cy="357188"/>
          </a:xfrm>
        </p:grpSpPr>
        <p:sp>
          <p:nvSpPr>
            <p:cNvPr id="59" name="Abgerundetes Rechteck 11">
              <a:extLst>
                <a:ext uri="{FF2B5EF4-FFF2-40B4-BE49-F238E27FC236}">
                  <a16:creationId xmlns:a16="http://schemas.microsoft.com/office/drawing/2014/main" id="{DF8A2328-A2D0-4EDC-EB77-190289581E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1416" y="1662652"/>
              <a:ext cx="1366015" cy="357188"/>
            </a:xfrm>
            <a:prstGeom prst="roundRect">
              <a:avLst>
                <a:gd name="adj" fmla="val 16667"/>
              </a:avLst>
            </a:prstGeom>
            <a:solidFill>
              <a:schemeClr val="bg1">
                <a:alpha val="56862"/>
              </a:schemeClr>
            </a:solidFill>
            <a:ln w="9525" algn="ctr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de-DE" altLang="de-DE" sz="1000" b="1" dirty="0"/>
            </a:p>
            <a:p>
              <a:pPr eaLnBrk="1" hangingPunct="1"/>
              <a:r>
                <a:rPr lang="de-DE" altLang="de-DE" sz="1000" b="1" dirty="0"/>
                <a:t>Nexeed Automation</a:t>
              </a:r>
            </a:p>
          </p:txBody>
        </p:sp>
        <p:pic>
          <p:nvPicPr>
            <p:cNvPr id="60" name="Picture 29" descr="http://www.deutsch-spanisch.net/Bosch2.jpg">
              <a:extLst>
                <a:ext uri="{FF2B5EF4-FFF2-40B4-BE49-F238E27FC236}">
                  <a16:creationId xmlns:a16="http://schemas.microsoft.com/office/drawing/2014/main" id="{794B5C97-5A38-D62F-640B-3CD3AF14AE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6212" y="1678527"/>
              <a:ext cx="809490" cy="180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337022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>
            <a:extLst>
              <a:ext uri="{FF2B5EF4-FFF2-40B4-BE49-F238E27FC236}">
                <a16:creationId xmlns:a16="http://schemas.microsoft.com/office/drawing/2014/main" id="{703F5148-1098-81A2-6850-237CD4400BFF}"/>
              </a:ext>
            </a:extLst>
          </p:cNvPr>
          <p:cNvSpPr txBox="1"/>
          <p:nvPr/>
        </p:nvSpPr>
        <p:spPr>
          <a:xfrm>
            <a:off x="4293904" y="45943"/>
            <a:ext cx="2881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Layout mit =&gt;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Vorgabebaugruppen</a:t>
            </a:r>
          </a:p>
        </p:txBody>
      </p:sp>
      <p:sp>
        <p:nvSpPr>
          <p:cNvPr id="89" name="Rechteck 88">
            <a:extLst>
              <a:ext uri="{FF2B5EF4-FFF2-40B4-BE49-F238E27FC236}">
                <a16:creationId xmlns:a16="http://schemas.microsoft.com/office/drawing/2014/main" id="{E180BC7A-FEF4-078A-CA4C-ABE2BF11BB01}"/>
              </a:ext>
            </a:extLst>
          </p:cNvPr>
          <p:cNvSpPr/>
          <p:nvPr/>
        </p:nvSpPr>
        <p:spPr bwMode="auto">
          <a:xfrm flipH="1">
            <a:off x="7656657" y="135757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Stößel positionieren - 5-052-664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6EB11DAF-4A9A-2042-A689-897772C3CDEC}"/>
              </a:ext>
            </a:extLst>
          </p:cNvPr>
          <p:cNvSpPr/>
          <p:nvPr/>
        </p:nvSpPr>
        <p:spPr bwMode="auto">
          <a:xfrm flipH="1">
            <a:off x="7656657" y="161034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 auf Anschlag einpressen - 5-133-550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56CD6397-6F76-D9B8-2A10-9548B1C2E41D}"/>
              </a:ext>
            </a:extLst>
          </p:cNvPr>
          <p:cNvSpPr/>
          <p:nvPr/>
        </p:nvSpPr>
        <p:spPr bwMode="auto">
          <a:xfrm flipH="1">
            <a:off x="7656657" y="1855220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Dichtbuchse positionieren</a:t>
            </a:r>
            <a:r>
              <a:rPr lang="de-DE" sz="600" i="1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- 5-052-664</a:t>
            </a:r>
            <a:endParaRPr lang="de-DE" sz="6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E4DFEB9E-EBB2-8242-E927-492D7083E4DD}"/>
              </a:ext>
            </a:extLst>
          </p:cNvPr>
          <p:cNvSpPr/>
          <p:nvPr/>
        </p:nvSpPr>
        <p:spPr bwMode="auto">
          <a:xfrm flipH="1">
            <a:off x="7656657" y="2107990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Hülse in Dichtbuchse einpressen - 5-133-550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0AB803B9-325E-4511-72CC-F39641C70C18}"/>
              </a:ext>
            </a:extLst>
          </p:cNvPr>
          <p:cNvSpPr/>
          <p:nvPr/>
        </p:nvSpPr>
        <p:spPr bwMode="auto">
          <a:xfrm flipH="1">
            <a:off x="7656657" y="2377674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Ankerbaugruppe einlegen - 5-133-570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9B8D1E3C-191D-0C6C-EA70-7A98A12D9183}"/>
              </a:ext>
            </a:extLst>
          </p:cNvPr>
          <p:cNvSpPr/>
          <p:nvPr/>
        </p:nvSpPr>
        <p:spPr bwMode="auto">
          <a:xfrm flipH="1">
            <a:off x="7656657" y="2630444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Abschlussscheibe einpressen - 5-133-550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75F71B3C-FD37-A472-ED2C-F87A43F3DAA3}"/>
              </a:ext>
            </a:extLst>
          </p:cNvPr>
          <p:cNvSpPr/>
          <p:nvPr/>
        </p:nvSpPr>
        <p:spPr bwMode="auto">
          <a:xfrm flipH="1">
            <a:off x="7656657" y="289488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Baugruppe drehen und Feder einlegen - 5-133-570, Zuführung fehlt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9FC2F6DC-C1ED-266C-9D3A-4F72ECAA1FAE}"/>
              </a:ext>
            </a:extLst>
          </p:cNvPr>
          <p:cNvSpPr/>
          <p:nvPr/>
        </p:nvSpPr>
        <p:spPr bwMode="auto">
          <a:xfrm flipH="1">
            <a:off x="7656657" y="314765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Polkern auf Vormaß einpressen - 5-133-550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F5272D41-5EAB-5FCB-D6DF-9C2469F4C14C}"/>
              </a:ext>
            </a:extLst>
          </p:cNvPr>
          <p:cNvSpPr/>
          <p:nvPr/>
        </p:nvSpPr>
        <p:spPr bwMode="auto">
          <a:xfrm flipH="1">
            <a:off x="7650421" y="1128168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Gehäuse positionieren - 5-052-664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C3CD7440-6B38-355E-CF2C-119AC272A22D}"/>
              </a:ext>
            </a:extLst>
          </p:cNvPr>
          <p:cNvSpPr/>
          <p:nvPr/>
        </p:nvSpPr>
        <p:spPr bwMode="auto">
          <a:xfrm flipH="1">
            <a:off x="7656657" y="343568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Aktorbaugruppe einlegen und verstemmen – ÄHNLICH Doppelstation DQ, Umsetzhandling fehlt: 5-052-009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A69D444F-35DB-EF57-8567-9AA4CF827282}"/>
              </a:ext>
            </a:extLst>
          </p:cNvPr>
          <p:cNvSpPr/>
          <p:nvPr/>
        </p:nvSpPr>
        <p:spPr bwMode="auto">
          <a:xfrm flipH="1">
            <a:off x="7656657" y="422425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Achse einpressen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80929890-CE9F-7540-2A0D-0578FAB4B3EF}"/>
              </a:ext>
            </a:extLst>
          </p:cNvPr>
          <p:cNvSpPr/>
          <p:nvPr/>
        </p:nvSpPr>
        <p:spPr bwMode="auto">
          <a:xfrm flipH="1">
            <a:off x="7656657" y="447702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Klinke einlegen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64FCAFEC-5BE5-F8BC-7246-FF4812097577}"/>
              </a:ext>
            </a:extLst>
          </p:cNvPr>
          <p:cNvSpPr/>
          <p:nvPr/>
        </p:nvSpPr>
        <p:spPr bwMode="auto">
          <a:xfrm flipH="1">
            <a:off x="7656657" y="4746709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Buchse aufpressen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E40A8D9C-776C-AE2B-519F-097788477B8A}"/>
              </a:ext>
            </a:extLst>
          </p:cNvPr>
          <p:cNvSpPr/>
          <p:nvPr/>
        </p:nvSpPr>
        <p:spPr bwMode="auto">
          <a:xfrm flipH="1">
            <a:off x="7656657" y="4999479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Aktor einstellen - 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KEINE VORGABEBG, nur als Darstelllung </a:t>
            </a:r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4B34266D-57D2-BC05-6B57-FA8B27AC53A7}"/>
              </a:ext>
            </a:extLst>
          </p:cNvPr>
          <p:cNvSpPr/>
          <p:nvPr/>
        </p:nvSpPr>
        <p:spPr bwMode="auto">
          <a:xfrm flipH="1">
            <a:off x="7656657" y="526391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Polkern/Hülse Laserschweißen – 5-134-004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A0F47C76-0CFC-FBD8-C472-15E04EC8B1E6}"/>
              </a:ext>
            </a:extLst>
          </p:cNvPr>
          <p:cNvSpPr/>
          <p:nvPr/>
        </p:nvSpPr>
        <p:spPr bwMode="auto">
          <a:xfrm flipH="1">
            <a:off x="7656657" y="551668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Funktionstest Aktor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– KEINE VORGABEBG, nur als Darstelllung</a:t>
            </a:r>
          </a:p>
        </p:txBody>
      </p:sp>
      <p:sp>
        <p:nvSpPr>
          <p:cNvPr id="119" name="Rechteck: abgerundete Ecken 118">
            <a:extLst>
              <a:ext uri="{FF2B5EF4-FFF2-40B4-BE49-F238E27FC236}">
                <a16:creationId xmlns:a16="http://schemas.microsoft.com/office/drawing/2014/main" id="{B4A7FD21-F355-F314-92B0-FFB487AB75AE}"/>
              </a:ext>
            </a:extLst>
          </p:cNvPr>
          <p:cNvSpPr/>
          <p:nvPr/>
        </p:nvSpPr>
        <p:spPr>
          <a:xfrm>
            <a:off x="7370417" y="134543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120" name="Rechteck: abgerundete Ecken 119">
            <a:extLst>
              <a:ext uri="{FF2B5EF4-FFF2-40B4-BE49-F238E27FC236}">
                <a16:creationId xmlns:a16="http://schemas.microsoft.com/office/drawing/2014/main" id="{2F30F3B7-4D75-B0D7-CB1A-009DEA728323}"/>
              </a:ext>
            </a:extLst>
          </p:cNvPr>
          <p:cNvSpPr/>
          <p:nvPr/>
        </p:nvSpPr>
        <p:spPr>
          <a:xfrm>
            <a:off x="7370416" y="160588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121" name="Rechteck: abgerundete Ecken 120">
            <a:extLst>
              <a:ext uri="{FF2B5EF4-FFF2-40B4-BE49-F238E27FC236}">
                <a16:creationId xmlns:a16="http://schemas.microsoft.com/office/drawing/2014/main" id="{F7634248-3A5E-5392-EC7E-C7CD694241C1}"/>
              </a:ext>
            </a:extLst>
          </p:cNvPr>
          <p:cNvSpPr/>
          <p:nvPr/>
        </p:nvSpPr>
        <p:spPr>
          <a:xfrm>
            <a:off x="7370416" y="187045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22" name="Rechteck: abgerundete Ecken 121">
            <a:extLst>
              <a:ext uri="{FF2B5EF4-FFF2-40B4-BE49-F238E27FC236}">
                <a16:creationId xmlns:a16="http://schemas.microsoft.com/office/drawing/2014/main" id="{AFEA2B74-841C-83D4-D156-C82BB323C574}"/>
              </a:ext>
            </a:extLst>
          </p:cNvPr>
          <p:cNvSpPr/>
          <p:nvPr/>
        </p:nvSpPr>
        <p:spPr>
          <a:xfrm>
            <a:off x="7371201" y="109660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123" name="Rechteck: abgerundete Ecken 122">
            <a:extLst>
              <a:ext uri="{FF2B5EF4-FFF2-40B4-BE49-F238E27FC236}">
                <a16:creationId xmlns:a16="http://schemas.microsoft.com/office/drawing/2014/main" id="{294B7034-5415-4DC1-6338-0D8D58A61E88}"/>
              </a:ext>
            </a:extLst>
          </p:cNvPr>
          <p:cNvSpPr/>
          <p:nvPr/>
        </p:nvSpPr>
        <p:spPr>
          <a:xfrm>
            <a:off x="7370415" y="212287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124" name="Rechteck: abgerundete Ecken 123">
            <a:extLst>
              <a:ext uri="{FF2B5EF4-FFF2-40B4-BE49-F238E27FC236}">
                <a16:creationId xmlns:a16="http://schemas.microsoft.com/office/drawing/2014/main" id="{0E223E56-7F1B-832C-6EBE-2289DBBC606D}"/>
              </a:ext>
            </a:extLst>
          </p:cNvPr>
          <p:cNvSpPr/>
          <p:nvPr/>
        </p:nvSpPr>
        <p:spPr>
          <a:xfrm>
            <a:off x="7370414" y="2378752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126" name="Rechteck: abgerundete Ecken 125">
            <a:extLst>
              <a:ext uri="{FF2B5EF4-FFF2-40B4-BE49-F238E27FC236}">
                <a16:creationId xmlns:a16="http://schemas.microsoft.com/office/drawing/2014/main" id="{3F094C03-E5C4-B7BC-0526-51B0450872E0}"/>
              </a:ext>
            </a:extLst>
          </p:cNvPr>
          <p:cNvSpPr/>
          <p:nvPr/>
        </p:nvSpPr>
        <p:spPr>
          <a:xfrm>
            <a:off x="7370411" y="4182412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sp>
        <p:nvSpPr>
          <p:cNvPr id="127" name="Rechteck: abgerundete Ecken 126">
            <a:extLst>
              <a:ext uri="{FF2B5EF4-FFF2-40B4-BE49-F238E27FC236}">
                <a16:creationId xmlns:a16="http://schemas.microsoft.com/office/drawing/2014/main" id="{B476C58E-D5ED-6F29-C454-23CD2FE7D550}"/>
              </a:ext>
            </a:extLst>
          </p:cNvPr>
          <p:cNvSpPr/>
          <p:nvPr/>
        </p:nvSpPr>
        <p:spPr>
          <a:xfrm>
            <a:off x="7370413" y="288695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F9A3344F-7918-3C6C-2CDD-974717D98C89}"/>
              </a:ext>
            </a:extLst>
          </p:cNvPr>
          <p:cNvSpPr/>
          <p:nvPr/>
        </p:nvSpPr>
        <p:spPr>
          <a:xfrm>
            <a:off x="7370413" y="312808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129" name="Rechteck: abgerundete Ecken 128">
            <a:extLst>
              <a:ext uri="{FF2B5EF4-FFF2-40B4-BE49-F238E27FC236}">
                <a16:creationId xmlns:a16="http://schemas.microsoft.com/office/drawing/2014/main" id="{96DCFC1B-012D-DB79-53F3-4298E08DCA74}"/>
              </a:ext>
            </a:extLst>
          </p:cNvPr>
          <p:cNvSpPr/>
          <p:nvPr/>
        </p:nvSpPr>
        <p:spPr>
          <a:xfrm>
            <a:off x="7371486" y="3385282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130" name="Rechteck: abgerundete Ecken 129">
            <a:extLst>
              <a:ext uri="{FF2B5EF4-FFF2-40B4-BE49-F238E27FC236}">
                <a16:creationId xmlns:a16="http://schemas.microsoft.com/office/drawing/2014/main" id="{03244FB1-55C1-4312-DC19-22BAADC99136}"/>
              </a:ext>
            </a:extLst>
          </p:cNvPr>
          <p:cNvSpPr/>
          <p:nvPr/>
        </p:nvSpPr>
        <p:spPr>
          <a:xfrm>
            <a:off x="7371201" y="263379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131" name="Rechteck: abgerundete Ecken 130">
            <a:extLst>
              <a:ext uri="{FF2B5EF4-FFF2-40B4-BE49-F238E27FC236}">
                <a16:creationId xmlns:a16="http://schemas.microsoft.com/office/drawing/2014/main" id="{A1B80480-33E9-DEBE-FB03-8109DC9994A8}"/>
              </a:ext>
            </a:extLst>
          </p:cNvPr>
          <p:cNvSpPr/>
          <p:nvPr/>
        </p:nvSpPr>
        <p:spPr>
          <a:xfrm>
            <a:off x="7370410" y="444465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A3988FFE-FD40-1BA9-C873-DA49A931B571}"/>
              </a:ext>
            </a:extLst>
          </p:cNvPr>
          <p:cNvSpPr/>
          <p:nvPr/>
        </p:nvSpPr>
        <p:spPr bwMode="auto">
          <a:xfrm flipH="1">
            <a:off x="7658289" y="576120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Laserbeschriften Aktor – 5-134-022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82DB1F54-42E2-F85F-D88B-CAE7AE530E5B}"/>
              </a:ext>
            </a:extLst>
          </p:cNvPr>
          <p:cNvSpPr/>
          <p:nvPr/>
        </p:nvSpPr>
        <p:spPr bwMode="auto">
          <a:xfrm flipH="1">
            <a:off x="7658289" y="601397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Verpackung Aktor – 5-133-654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4" name="Rechteck: abgerundete Ecken 133">
            <a:extLst>
              <a:ext uri="{FF2B5EF4-FFF2-40B4-BE49-F238E27FC236}">
                <a16:creationId xmlns:a16="http://schemas.microsoft.com/office/drawing/2014/main" id="{28516745-4A93-8F35-A9C3-BBBCD718B6CE}"/>
              </a:ext>
            </a:extLst>
          </p:cNvPr>
          <p:cNvSpPr/>
          <p:nvPr/>
        </p:nvSpPr>
        <p:spPr>
          <a:xfrm>
            <a:off x="7364122" y="4947228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r>
          </a:p>
        </p:txBody>
      </p:sp>
      <p:sp>
        <p:nvSpPr>
          <p:cNvPr id="135" name="Rechteck: abgerundete Ecken 134">
            <a:extLst>
              <a:ext uri="{FF2B5EF4-FFF2-40B4-BE49-F238E27FC236}">
                <a16:creationId xmlns:a16="http://schemas.microsoft.com/office/drawing/2014/main" id="{4D8EA343-4378-0A71-7610-3CF900EAD38B}"/>
              </a:ext>
            </a:extLst>
          </p:cNvPr>
          <p:cNvSpPr/>
          <p:nvPr/>
        </p:nvSpPr>
        <p:spPr>
          <a:xfrm>
            <a:off x="7364121" y="5206492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16</a:t>
            </a:r>
          </a:p>
        </p:txBody>
      </p:sp>
      <p:sp>
        <p:nvSpPr>
          <p:cNvPr id="136" name="Rechteck: abgerundete Ecken 135">
            <a:extLst>
              <a:ext uri="{FF2B5EF4-FFF2-40B4-BE49-F238E27FC236}">
                <a16:creationId xmlns:a16="http://schemas.microsoft.com/office/drawing/2014/main" id="{C15C9274-93BE-8C69-03B1-8E2CB8650ECC}"/>
              </a:ext>
            </a:extLst>
          </p:cNvPr>
          <p:cNvSpPr/>
          <p:nvPr/>
        </p:nvSpPr>
        <p:spPr>
          <a:xfrm>
            <a:off x="7365196" y="4712102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</a:p>
        </p:txBody>
      </p:sp>
      <p:sp>
        <p:nvSpPr>
          <p:cNvPr id="137" name="Rechteck: abgerundete Ecken 136">
            <a:extLst>
              <a:ext uri="{FF2B5EF4-FFF2-40B4-BE49-F238E27FC236}">
                <a16:creationId xmlns:a16="http://schemas.microsoft.com/office/drawing/2014/main" id="{652E306B-99B0-65FB-F519-8D7CF7E3DCF0}"/>
              </a:ext>
            </a:extLst>
          </p:cNvPr>
          <p:cNvSpPr/>
          <p:nvPr/>
        </p:nvSpPr>
        <p:spPr>
          <a:xfrm>
            <a:off x="7364120" y="5468737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17</a:t>
            </a:r>
          </a:p>
        </p:txBody>
      </p:sp>
      <p:sp>
        <p:nvSpPr>
          <p:cNvPr id="138" name="Rechteck: abgerundete Ecken 137">
            <a:extLst>
              <a:ext uri="{FF2B5EF4-FFF2-40B4-BE49-F238E27FC236}">
                <a16:creationId xmlns:a16="http://schemas.microsoft.com/office/drawing/2014/main" id="{7961A509-0A83-3F96-7232-A5E9E516893A}"/>
              </a:ext>
            </a:extLst>
          </p:cNvPr>
          <p:cNvSpPr/>
          <p:nvPr/>
        </p:nvSpPr>
        <p:spPr>
          <a:xfrm>
            <a:off x="7364119" y="5745418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</a:t>
            </a: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73F8F1E4-AD1F-4953-BEFF-29A2F715A89D}"/>
              </a:ext>
            </a:extLst>
          </p:cNvPr>
          <p:cNvSpPr/>
          <p:nvPr/>
        </p:nvSpPr>
        <p:spPr>
          <a:xfrm>
            <a:off x="2529801" y="507920"/>
            <a:ext cx="679508" cy="1133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9A0E291A-CFB4-C434-9287-C9EEFE1FF47F}"/>
              </a:ext>
            </a:extLst>
          </p:cNvPr>
          <p:cNvSpPr/>
          <p:nvPr/>
        </p:nvSpPr>
        <p:spPr>
          <a:xfrm>
            <a:off x="7364119" y="378254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765D1706-B2D4-11EC-1075-A76349C84CFF}"/>
              </a:ext>
            </a:extLst>
          </p:cNvPr>
          <p:cNvSpPr/>
          <p:nvPr/>
        </p:nvSpPr>
        <p:spPr bwMode="auto">
          <a:xfrm flipH="1">
            <a:off x="7673282" y="3752600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Eingabe in Rundtisch (Pos.1)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3" name="Rechteck 12">
            <a:extLst>
              <a:ext uri="{FF2B5EF4-FFF2-40B4-BE49-F238E27FC236}">
                <a16:creationId xmlns:a16="http://schemas.microsoft.com/office/drawing/2014/main" id="{4A3BF78D-6451-ABA1-DA76-1C5AD30C825D}"/>
              </a:ext>
            </a:extLst>
          </p:cNvPr>
          <p:cNvSpPr/>
          <p:nvPr/>
        </p:nvSpPr>
        <p:spPr bwMode="auto">
          <a:xfrm flipH="1">
            <a:off x="7667974" y="393558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Ausgabe aus (Pos.1) in LS 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AA339E4F-A406-FE25-7415-1E474DCE0D93}"/>
              </a:ext>
            </a:extLst>
          </p:cNvPr>
          <p:cNvSpPr/>
          <p:nvPr/>
        </p:nvSpPr>
        <p:spPr>
          <a:xfrm>
            <a:off x="7364118" y="6006254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19</a:t>
            </a:r>
          </a:p>
        </p:txBody>
      </p:sp>
      <p:pic>
        <p:nvPicPr>
          <p:cNvPr id="26" name="Grafik 25">
            <a:extLst>
              <a:ext uri="{FF2B5EF4-FFF2-40B4-BE49-F238E27FC236}">
                <a16:creationId xmlns:a16="http://schemas.microsoft.com/office/drawing/2014/main" id="{C24FCE85-8FE8-7102-4E39-B769BBA9A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1777001" y="2247559"/>
            <a:ext cx="5483436" cy="2731908"/>
          </a:xfrm>
          <a:prstGeom prst="rect">
            <a:avLst/>
          </a:prstGeom>
        </p:spPr>
      </p:pic>
      <p:sp>
        <p:nvSpPr>
          <p:cNvPr id="27" name="Rechteck: abgerundete Ecken 26">
            <a:extLst>
              <a:ext uri="{FF2B5EF4-FFF2-40B4-BE49-F238E27FC236}">
                <a16:creationId xmlns:a16="http://schemas.microsoft.com/office/drawing/2014/main" id="{0961A55F-43DF-EFF9-7C52-A24BFD69D770}"/>
              </a:ext>
            </a:extLst>
          </p:cNvPr>
          <p:cNvSpPr/>
          <p:nvPr/>
        </p:nvSpPr>
        <p:spPr>
          <a:xfrm>
            <a:off x="4663521" y="466029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28" name="Rechteck: abgerundete Ecken 27">
            <a:extLst>
              <a:ext uri="{FF2B5EF4-FFF2-40B4-BE49-F238E27FC236}">
                <a16:creationId xmlns:a16="http://schemas.microsoft.com/office/drawing/2014/main" id="{FD24AC67-5627-4DA4-1964-5930ADB4FAAD}"/>
              </a:ext>
            </a:extLst>
          </p:cNvPr>
          <p:cNvSpPr/>
          <p:nvPr/>
        </p:nvSpPr>
        <p:spPr>
          <a:xfrm>
            <a:off x="4663521" y="396939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B4D0DDCA-B8ED-42E5-64C2-6CF5F33D0C2E}"/>
              </a:ext>
            </a:extLst>
          </p:cNvPr>
          <p:cNvSpPr/>
          <p:nvPr/>
        </p:nvSpPr>
        <p:spPr>
          <a:xfrm>
            <a:off x="4663519" y="375813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30" name="Rechteck: abgerundete Ecken 29">
            <a:extLst>
              <a:ext uri="{FF2B5EF4-FFF2-40B4-BE49-F238E27FC236}">
                <a16:creationId xmlns:a16="http://schemas.microsoft.com/office/drawing/2014/main" id="{36791E2E-1A49-48D7-1C20-C57108F08F29}"/>
              </a:ext>
            </a:extLst>
          </p:cNvPr>
          <p:cNvSpPr/>
          <p:nvPr/>
        </p:nvSpPr>
        <p:spPr>
          <a:xfrm>
            <a:off x="4663519" y="354370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342E8890-3C97-621F-FA14-2B08B168A1E6}"/>
              </a:ext>
            </a:extLst>
          </p:cNvPr>
          <p:cNvSpPr/>
          <p:nvPr/>
        </p:nvSpPr>
        <p:spPr>
          <a:xfrm>
            <a:off x="4663522" y="235320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DF3D3DE9-7372-5396-ECE6-B3144D9160A4}"/>
              </a:ext>
            </a:extLst>
          </p:cNvPr>
          <p:cNvSpPr/>
          <p:nvPr/>
        </p:nvSpPr>
        <p:spPr>
          <a:xfrm>
            <a:off x="4663522" y="2128020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33" name="Rechteck: abgerundete Ecken 32">
            <a:extLst>
              <a:ext uri="{FF2B5EF4-FFF2-40B4-BE49-F238E27FC236}">
                <a16:creationId xmlns:a16="http://schemas.microsoft.com/office/drawing/2014/main" id="{AA794C85-1B5C-F232-13C7-155FB29EFD9C}"/>
              </a:ext>
            </a:extLst>
          </p:cNvPr>
          <p:cNvSpPr/>
          <p:nvPr/>
        </p:nvSpPr>
        <p:spPr>
          <a:xfrm>
            <a:off x="4663521" y="187260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28B668A3-F6A0-D0EB-1A67-750FEA00E4DF}"/>
              </a:ext>
            </a:extLst>
          </p:cNvPr>
          <p:cNvSpPr/>
          <p:nvPr/>
        </p:nvSpPr>
        <p:spPr>
          <a:xfrm>
            <a:off x="2822560" y="164557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5BD19C5A-4536-84AA-6BD8-88D2142043EE}"/>
              </a:ext>
            </a:extLst>
          </p:cNvPr>
          <p:cNvSpPr/>
          <p:nvPr/>
        </p:nvSpPr>
        <p:spPr>
          <a:xfrm>
            <a:off x="2822559" y="187024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E3F6C274-3BF8-521B-9E87-D643D1B7EF47}"/>
              </a:ext>
            </a:extLst>
          </p:cNvPr>
          <p:cNvSpPr/>
          <p:nvPr/>
        </p:nvSpPr>
        <p:spPr>
          <a:xfrm>
            <a:off x="2822560" y="2511027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37" name="Rechteck: abgerundete Ecken 36">
            <a:extLst>
              <a:ext uri="{FF2B5EF4-FFF2-40B4-BE49-F238E27FC236}">
                <a16:creationId xmlns:a16="http://schemas.microsoft.com/office/drawing/2014/main" id="{F60A92D5-7AC2-22D0-4A1D-F1E550EFAA0D}"/>
              </a:ext>
            </a:extLst>
          </p:cNvPr>
          <p:cNvSpPr/>
          <p:nvPr/>
        </p:nvSpPr>
        <p:spPr>
          <a:xfrm>
            <a:off x="2822560" y="2810591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38" name="Rechteck: abgerundete Ecken 37">
            <a:extLst>
              <a:ext uri="{FF2B5EF4-FFF2-40B4-BE49-F238E27FC236}">
                <a16:creationId xmlns:a16="http://schemas.microsoft.com/office/drawing/2014/main" id="{2732A964-C60D-0BA3-878A-525463B0E3F3}"/>
              </a:ext>
            </a:extLst>
          </p:cNvPr>
          <p:cNvSpPr/>
          <p:nvPr/>
        </p:nvSpPr>
        <p:spPr>
          <a:xfrm>
            <a:off x="3820003" y="271829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sp>
        <p:nvSpPr>
          <p:cNvPr id="39" name="Rechteck: abgerundete Ecken 38">
            <a:extLst>
              <a:ext uri="{FF2B5EF4-FFF2-40B4-BE49-F238E27FC236}">
                <a16:creationId xmlns:a16="http://schemas.microsoft.com/office/drawing/2014/main" id="{01C70D38-94C3-8CCD-23A3-1E1B53BB6FE8}"/>
              </a:ext>
            </a:extLst>
          </p:cNvPr>
          <p:cNvSpPr/>
          <p:nvPr/>
        </p:nvSpPr>
        <p:spPr>
          <a:xfrm>
            <a:off x="3984502" y="286516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sp>
        <p:nvSpPr>
          <p:cNvPr id="40" name="Rechteck: abgerundete Ecken 39">
            <a:extLst>
              <a:ext uri="{FF2B5EF4-FFF2-40B4-BE49-F238E27FC236}">
                <a16:creationId xmlns:a16="http://schemas.microsoft.com/office/drawing/2014/main" id="{31C60C9A-3536-FDBE-460F-6A3A3FB28352}"/>
              </a:ext>
            </a:extLst>
          </p:cNvPr>
          <p:cNvSpPr/>
          <p:nvPr/>
        </p:nvSpPr>
        <p:spPr>
          <a:xfrm>
            <a:off x="3786438" y="303991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</a:p>
        </p:txBody>
      </p:sp>
      <p:sp>
        <p:nvSpPr>
          <p:cNvPr id="41" name="Rechteck: abgerundete Ecken 40">
            <a:extLst>
              <a:ext uri="{FF2B5EF4-FFF2-40B4-BE49-F238E27FC236}">
                <a16:creationId xmlns:a16="http://schemas.microsoft.com/office/drawing/2014/main" id="{2337099F-6B19-F89F-1079-C106FB6D8584}"/>
              </a:ext>
            </a:extLst>
          </p:cNvPr>
          <p:cNvSpPr/>
          <p:nvPr/>
        </p:nvSpPr>
        <p:spPr>
          <a:xfrm>
            <a:off x="2822559" y="4129863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r>
          </a:p>
        </p:txBody>
      </p:sp>
      <p:sp>
        <p:nvSpPr>
          <p:cNvPr id="42" name="Rechteck: abgerundete Ecken 41">
            <a:extLst>
              <a:ext uri="{FF2B5EF4-FFF2-40B4-BE49-F238E27FC236}">
                <a16:creationId xmlns:a16="http://schemas.microsoft.com/office/drawing/2014/main" id="{D60C8197-0F0B-5D53-72F4-4904999FF241}"/>
              </a:ext>
            </a:extLst>
          </p:cNvPr>
          <p:cNvSpPr/>
          <p:nvPr/>
        </p:nvSpPr>
        <p:spPr>
          <a:xfrm>
            <a:off x="2822559" y="4497056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16</a:t>
            </a:r>
          </a:p>
        </p:txBody>
      </p:sp>
      <p:sp>
        <p:nvSpPr>
          <p:cNvPr id="43" name="Rechteck: abgerundete Ecken 42">
            <a:extLst>
              <a:ext uri="{FF2B5EF4-FFF2-40B4-BE49-F238E27FC236}">
                <a16:creationId xmlns:a16="http://schemas.microsoft.com/office/drawing/2014/main" id="{510C70E4-C0BF-1684-604C-773CCEEEAD91}"/>
              </a:ext>
            </a:extLst>
          </p:cNvPr>
          <p:cNvSpPr/>
          <p:nvPr/>
        </p:nvSpPr>
        <p:spPr>
          <a:xfrm>
            <a:off x="2822559" y="4911015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17</a:t>
            </a:r>
          </a:p>
        </p:txBody>
      </p:sp>
      <p:sp>
        <p:nvSpPr>
          <p:cNvPr id="44" name="Rechteck: abgerundete Ecken 43">
            <a:extLst>
              <a:ext uri="{FF2B5EF4-FFF2-40B4-BE49-F238E27FC236}">
                <a16:creationId xmlns:a16="http://schemas.microsoft.com/office/drawing/2014/main" id="{FBD63125-3D41-4F70-1CE8-E9AEB332ADAC}"/>
              </a:ext>
            </a:extLst>
          </p:cNvPr>
          <p:cNvSpPr/>
          <p:nvPr/>
        </p:nvSpPr>
        <p:spPr>
          <a:xfrm>
            <a:off x="2822558" y="5189669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</a:t>
            </a:r>
          </a:p>
        </p:txBody>
      </p:sp>
      <p:sp>
        <p:nvSpPr>
          <p:cNvPr id="45" name="Rechteck: abgerundete Ecken 44">
            <a:extLst>
              <a:ext uri="{FF2B5EF4-FFF2-40B4-BE49-F238E27FC236}">
                <a16:creationId xmlns:a16="http://schemas.microsoft.com/office/drawing/2014/main" id="{3ECFD21D-6E46-F7DC-48E0-9D693E4CA4FB}"/>
              </a:ext>
            </a:extLst>
          </p:cNvPr>
          <p:cNvSpPr/>
          <p:nvPr/>
        </p:nvSpPr>
        <p:spPr>
          <a:xfrm>
            <a:off x="4998251" y="5054853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860381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rafik 46">
            <a:extLst>
              <a:ext uri="{FF2B5EF4-FFF2-40B4-BE49-F238E27FC236}">
                <a16:creationId xmlns:a16="http://schemas.microsoft.com/office/drawing/2014/main" id="{D85F61D4-5200-6AE1-167B-CEEE8034A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216" y="2037363"/>
            <a:ext cx="5424615" cy="3108860"/>
          </a:xfrm>
          <a:prstGeom prst="rect">
            <a:avLst/>
          </a:prstGeom>
        </p:spPr>
      </p:pic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483F929C-730D-2F42-F9FF-695BE9EA0280}"/>
              </a:ext>
            </a:extLst>
          </p:cNvPr>
          <p:cNvSpPr/>
          <p:nvPr/>
        </p:nvSpPr>
        <p:spPr bwMode="auto">
          <a:xfrm>
            <a:off x="3929064" y="3429000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2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B2B3FD6B-3B43-7654-FA38-3018E3A4AAEB}"/>
              </a:ext>
            </a:extLst>
          </p:cNvPr>
          <p:cNvCxnSpPr>
            <a:cxnSpLocks/>
          </p:cNvCxnSpPr>
          <p:nvPr/>
        </p:nvCxnSpPr>
        <p:spPr>
          <a:xfrm flipV="1">
            <a:off x="8502650" y="827027"/>
            <a:ext cx="0" cy="541655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204AF7A7-0439-C10B-B120-0C085B161B55}"/>
              </a:ext>
            </a:extLst>
          </p:cNvPr>
          <p:cNvSpPr/>
          <p:nvPr/>
        </p:nvSpPr>
        <p:spPr bwMode="auto">
          <a:xfrm>
            <a:off x="5333129" y="3860477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3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C16C7622-23E4-DBF1-E03B-36ED88B91AA1}"/>
              </a:ext>
            </a:extLst>
          </p:cNvPr>
          <p:cNvSpPr/>
          <p:nvPr/>
        </p:nvSpPr>
        <p:spPr bwMode="auto">
          <a:xfrm>
            <a:off x="3429831" y="4570496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4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1FEE49B2-E72E-1A10-A92F-DF06FB615428}"/>
              </a:ext>
            </a:extLst>
          </p:cNvPr>
          <p:cNvSpPr/>
          <p:nvPr/>
        </p:nvSpPr>
        <p:spPr bwMode="auto">
          <a:xfrm>
            <a:off x="2437846" y="3734270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5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C1A27A68-6821-72C1-BD4F-FAB12DB37B09}"/>
              </a:ext>
            </a:extLst>
          </p:cNvPr>
          <p:cNvSpPr txBox="1"/>
          <p:nvPr/>
        </p:nvSpPr>
        <p:spPr>
          <a:xfrm>
            <a:off x="9019148" y="809372"/>
            <a:ext cx="3166251" cy="45858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b="1" i="1" dirty="0">
                <a:latin typeface="Arial" panose="020B0604020202020204" pitchFamily="34" charset="0"/>
                <a:cs typeface="Arial" panose="020B0604020202020204" pitchFamily="34" charset="0"/>
              </a:rPr>
              <a:t>Aufbau der Station</a:t>
            </a:r>
          </a:p>
          <a:p>
            <a:endParaRPr lang="de-DE" sz="7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700" b="1" i="1" dirty="0">
                <a:latin typeface="Arial" panose="020B0604020202020204" pitchFamily="34" charset="0"/>
                <a:cs typeface="Arial" panose="020B0604020202020204" pitchFamily="34" charset="0"/>
              </a:rPr>
              <a:t>Zentrieren Bauteil, WT-RFID lesen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Elektrischer Z-Hub mit seitlichem Antrieb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Schraubmaske mit einzeln überfederten Niederhaltern 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Schraubmaske manuell wechselbar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Datenpille + Leseeinheit für Abfrage Maskenvariante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Balluff RFID Leser zum lesen RFID auf WT </a:t>
            </a:r>
          </a:p>
          <a:p>
            <a:endParaRPr lang="de-DE" sz="7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700" b="1" i="1" dirty="0">
                <a:latin typeface="Arial" panose="020B0604020202020204" pitchFamily="34" charset="0"/>
                <a:cs typeface="Arial" panose="020B0604020202020204" pitchFamily="34" charset="0"/>
              </a:rPr>
              <a:t>Schraubsystem Fa. Bosch Rexroth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xyz-Gantry-Handling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Schraubsystem Fa. Bosch Rexroth nach RtP Vorgabe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Bosch-AE-Standard-Schraubkopf Beistellung RtP</a:t>
            </a:r>
          </a:p>
          <a:p>
            <a:endParaRPr lang="de-DE" sz="7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7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700" b="1" i="1" dirty="0">
                <a:latin typeface="Arial" panose="020B0604020202020204" pitchFamily="34" charset="0"/>
                <a:cs typeface="Arial" panose="020B0604020202020204" pitchFamily="34" charset="0"/>
              </a:rPr>
              <a:t>Schraubenzuführung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Schraubenzuführung der Fa. Intec nach AE-Standard</a:t>
            </a:r>
          </a:p>
          <a:p>
            <a:endParaRPr lang="de-DE" sz="7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700" b="1" i="1" dirty="0">
                <a:latin typeface="Arial" panose="020B0604020202020204" pitchFamily="34" charset="0"/>
                <a:cs typeface="Arial" panose="020B0604020202020204" pitchFamily="34" charset="0"/>
              </a:rPr>
              <a:t>Measuring Device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Aufnahme für Kraftaufnehmer und Schraubfallsimulator der Fa. Lorenz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Messmittel nicht im Lieferumfang</a:t>
            </a:r>
          </a:p>
          <a:p>
            <a:pPr marL="171450" indent="-171450">
              <a:buFontTx/>
              <a:buChar char="-"/>
            </a:pPr>
            <a:endParaRPr lang="de-DE" sz="7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buFontTx/>
              <a:buChar char="-"/>
            </a:pPr>
            <a:endParaRPr lang="de-DE" sz="7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700" b="1" i="1" dirty="0">
                <a:latin typeface="Arial" panose="020B0604020202020204" pitchFamily="34" charset="0"/>
                <a:cs typeface="Arial" panose="020B0604020202020204" pitchFamily="34" charset="0"/>
              </a:rPr>
              <a:t>Transfersystem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TS1 Bandsystem mit gedämpften Stoppern und Sensorik</a:t>
            </a:r>
          </a:p>
          <a:p>
            <a:endParaRPr lang="de-DE" sz="7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7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7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700" b="1" i="1" dirty="0">
                <a:latin typeface="Arial" panose="020B0604020202020204" pitchFamily="34" charset="0"/>
                <a:cs typeface="Arial" panose="020B0604020202020204" pitchFamily="34" charset="0"/>
              </a:rPr>
              <a:t>Grundgestell/ Schutzaufbau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Grundgestell mit Tischplatte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Schutzaufbau mit 4 Schutztüren </a:t>
            </a:r>
          </a:p>
          <a:p>
            <a:pPr marL="171450" indent="-171450">
              <a:buFontTx/>
              <a:buChar char="-"/>
            </a:pPr>
            <a:endParaRPr lang="de-DE" sz="7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7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700" b="1" i="1" dirty="0">
                <a:latin typeface="Arial" panose="020B0604020202020204" pitchFamily="34" charset="0"/>
                <a:cs typeface="Arial" panose="020B0604020202020204" pitchFamily="34" charset="0"/>
              </a:rPr>
              <a:t>Schaltschrank mit Steuerung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Schaltschrank in Zelle integriert mit Nexeed Steuerung</a:t>
            </a:r>
          </a:p>
          <a:p>
            <a:pPr marL="171450" indent="-171450">
              <a:buFontTx/>
              <a:buChar char="-"/>
            </a:pPr>
            <a:endParaRPr lang="de-DE" sz="7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7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de-DE" sz="700" b="1" i="1" dirty="0">
                <a:latin typeface="Arial" panose="020B0604020202020204" pitchFamily="34" charset="0"/>
                <a:cs typeface="Arial" panose="020B0604020202020204" pitchFamily="34" charset="0"/>
              </a:rPr>
              <a:t>Pneumatik</a:t>
            </a:r>
          </a:p>
          <a:p>
            <a:pPr marL="171450" indent="-171450">
              <a:buFontTx/>
              <a:buChar char="-"/>
            </a:pPr>
            <a:r>
              <a:rPr lang="de-DE" sz="700" i="1" dirty="0">
                <a:latin typeface="Arial" panose="020B0604020202020204" pitchFamily="34" charset="0"/>
                <a:cs typeface="Arial" panose="020B0604020202020204" pitchFamily="34" charset="0"/>
              </a:rPr>
              <a:t>Wartungseinheit und Ventilinsel</a:t>
            </a:r>
          </a:p>
          <a:p>
            <a:endParaRPr lang="de-DE" sz="800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de-DE" sz="8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BE32AACE-A11F-0B32-5FB3-59CDBBAC7603}"/>
              </a:ext>
            </a:extLst>
          </p:cNvPr>
          <p:cNvSpPr/>
          <p:nvPr/>
        </p:nvSpPr>
        <p:spPr bwMode="auto">
          <a:xfrm>
            <a:off x="3773409" y="3860477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1</a:t>
            </a:r>
          </a:p>
        </p:txBody>
      </p: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ECC546F3-D41F-61A2-977B-05D325C63A75}"/>
              </a:ext>
            </a:extLst>
          </p:cNvPr>
          <p:cNvSpPr/>
          <p:nvPr/>
        </p:nvSpPr>
        <p:spPr bwMode="auto">
          <a:xfrm>
            <a:off x="5177474" y="2115019"/>
            <a:ext cx="311310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7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BDFFFACD-CF20-BDB5-0815-4C0DB0FBB7E0}"/>
              </a:ext>
            </a:extLst>
          </p:cNvPr>
          <p:cNvSpPr/>
          <p:nvPr/>
        </p:nvSpPr>
        <p:spPr bwMode="auto">
          <a:xfrm>
            <a:off x="3773409" y="2396543"/>
            <a:ext cx="311310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3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96D42857-ACA9-9385-5CD8-0E781F433638}"/>
              </a:ext>
            </a:extLst>
          </p:cNvPr>
          <p:cNvSpPr txBox="1"/>
          <p:nvPr/>
        </p:nvSpPr>
        <p:spPr>
          <a:xfrm>
            <a:off x="4572163" y="71667"/>
            <a:ext cx="35898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Layout – Konzept - Schraubstationen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sp>
        <p:nvSpPr>
          <p:cNvPr id="14" name="Rechteck: abgerundete Ecken 13">
            <a:extLst>
              <a:ext uri="{FF2B5EF4-FFF2-40B4-BE49-F238E27FC236}">
                <a16:creationId xmlns:a16="http://schemas.microsoft.com/office/drawing/2014/main" id="{0482BC45-091E-6AAC-6A47-ABD6C3C69D58}"/>
              </a:ext>
            </a:extLst>
          </p:cNvPr>
          <p:cNvSpPr/>
          <p:nvPr/>
        </p:nvSpPr>
        <p:spPr bwMode="auto">
          <a:xfrm>
            <a:off x="8785785" y="1103506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1</a:t>
            </a:r>
          </a:p>
        </p:txBody>
      </p:sp>
      <p:sp>
        <p:nvSpPr>
          <p:cNvPr id="18" name="Rechteck: abgerundete Ecken 17">
            <a:extLst>
              <a:ext uri="{FF2B5EF4-FFF2-40B4-BE49-F238E27FC236}">
                <a16:creationId xmlns:a16="http://schemas.microsoft.com/office/drawing/2014/main" id="{141A4D8D-FFCA-7E2F-3251-92D07B7DB395}"/>
              </a:ext>
            </a:extLst>
          </p:cNvPr>
          <p:cNvSpPr/>
          <p:nvPr/>
        </p:nvSpPr>
        <p:spPr bwMode="auto">
          <a:xfrm>
            <a:off x="8785784" y="1742262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2</a:t>
            </a:r>
          </a:p>
        </p:txBody>
      </p:sp>
      <p:sp>
        <p:nvSpPr>
          <p:cNvPr id="19" name="Rechteck: abgerundete Ecken 18">
            <a:extLst>
              <a:ext uri="{FF2B5EF4-FFF2-40B4-BE49-F238E27FC236}">
                <a16:creationId xmlns:a16="http://schemas.microsoft.com/office/drawing/2014/main" id="{3A006E61-7943-1AAD-D930-4598663CC793}"/>
              </a:ext>
            </a:extLst>
          </p:cNvPr>
          <p:cNvSpPr/>
          <p:nvPr/>
        </p:nvSpPr>
        <p:spPr bwMode="auto">
          <a:xfrm>
            <a:off x="8783717" y="2490092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3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894D0E06-C9DC-AC11-82B2-DA2538B24D43}"/>
              </a:ext>
            </a:extLst>
          </p:cNvPr>
          <p:cNvSpPr/>
          <p:nvPr/>
        </p:nvSpPr>
        <p:spPr bwMode="auto">
          <a:xfrm>
            <a:off x="8783717" y="2889155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4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3770C243-65FB-65DD-E759-26303F720695}"/>
              </a:ext>
            </a:extLst>
          </p:cNvPr>
          <p:cNvSpPr/>
          <p:nvPr/>
        </p:nvSpPr>
        <p:spPr bwMode="auto">
          <a:xfrm>
            <a:off x="8783717" y="3362624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5</a:t>
            </a: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34BE1857-F1C0-BC5D-6995-BC4ACE476CD1}"/>
              </a:ext>
            </a:extLst>
          </p:cNvPr>
          <p:cNvSpPr/>
          <p:nvPr/>
        </p:nvSpPr>
        <p:spPr bwMode="auto">
          <a:xfrm>
            <a:off x="8783717" y="4382518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7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F45A0B99-895B-FB4A-4827-72696B33D69A}"/>
              </a:ext>
            </a:extLst>
          </p:cNvPr>
          <p:cNvSpPr/>
          <p:nvPr/>
        </p:nvSpPr>
        <p:spPr bwMode="auto">
          <a:xfrm>
            <a:off x="8783717" y="3924985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6</a:t>
            </a:r>
          </a:p>
        </p:txBody>
      </p:sp>
      <p:sp>
        <p:nvSpPr>
          <p:cNvPr id="24" name="Rechteck: abgerundete Ecken 23">
            <a:extLst>
              <a:ext uri="{FF2B5EF4-FFF2-40B4-BE49-F238E27FC236}">
                <a16:creationId xmlns:a16="http://schemas.microsoft.com/office/drawing/2014/main" id="{67113B8D-3513-A62B-EC42-FB75D9CE280E}"/>
              </a:ext>
            </a:extLst>
          </p:cNvPr>
          <p:cNvSpPr/>
          <p:nvPr/>
        </p:nvSpPr>
        <p:spPr bwMode="auto">
          <a:xfrm>
            <a:off x="2576353" y="4696703"/>
            <a:ext cx="233363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6</a:t>
            </a:r>
          </a:p>
        </p:txBody>
      </p:sp>
      <p:sp>
        <p:nvSpPr>
          <p:cNvPr id="25" name="Rechteck: abgerundete Ecken 24">
            <a:extLst>
              <a:ext uri="{FF2B5EF4-FFF2-40B4-BE49-F238E27FC236}">
                <a16:creationId xmlns:a16="http://schemas.microsoft.com/office/drawing/2014/main" id="{E5D17A89-2465-4F18-7E4F-4753BEA8C631}"/>
              </a:ext>
            </a:extLst>
          </p:cNvPr>
          <p:cNvSpPr/>
          <p:nvPr/>
        </p:nvSpPr>
        <p:spPr bwMode="auto">
          <a:xfrm>
            <a:off x="8783717" y="4822909"/>
            <a:ext cx="233364" cy="252413"/>
          </a:xfrm>
          <a:prstGeom prst="roundRect">
            <a:avLst>
              <a:gd name="adj" fmla="val 14082"/>
            </a:avLst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de-DE" sz="800" dirty="0">
                <a:solidFill>
                  <a:srgbClr val="4D4D4D"/>
                </a:solidFill>
              </a:rPr>
              <a:t>8</a:t>
            </a:r>
          </a:p>
        </p:txBody>
      </p:sp>
      <p:cxnSp>
        <p:nvCxnSpPr>
          <p:cNvPr id="36" name="Gerade Verbindung mit Pfeil 35">
            <a:extLst>
              <a:ext uri="{FF2B5EF4-FFF2-40B4-BE49-F238E27FC236}">
                <a16:creationId xmlns:a16="http://schemas.microsoft.com/office/drawing/2014/main" id="{891A8708-9AB1-F192-F22B-98F5720C2FB6}"/>
              </a:ext>
            </a:extLst>
          </p:cNvPr>
          <p:cNvCxnSpPr>
            <a:cxnSpLocks/>
          </p:cNvCxnSpPr>
          <p:nvPr/>
        </p:nvCxnSpPr>
        <p:spPr>
          <a:xfrm>
            <a:off x="2220162" y="4112890"/>
            <a:ext cx="571563" cy="0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erade Verbindung mit Pfeil 36">
            <a:extLst>
              <a:ext uri="{FF2B5EF4-FFF2-40B4-BE49-F238E27FC236}">
                <a16:creationId xmlns:a16="http://schemas.microsoft.com/office/drawing/2014/main" id="{34C45B01-1004-577B-E3B6-0E17DE68FDA7}"/>
              </a:ext>
            </a:extLst>
          </p:cNvPr>
          <p:cNvCxnSpPr>
            <a:cxnSpLocks/>
          </p:cNvCxnSpPr>
          <p:nvPr/>
        </p:nvCxnSpPr>
        <p:spPr>
          <a:xfrm>
            <a:off x="6613744" y="4108508"/>
            <a:ext cx="558209" cy="4382"/>
          </a:xfrm>
          <a:prstGeom prst="straightConnector1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solid"/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DB140ED0-4A86-89EA-E58D-F07647D39781}"/>
              </a:ext>
            </a:extLst>
          </p:cNvPr>
          <p:cNvSpPr txBox="1"/>
          <p:nvPr/>
        </p:nvSpPr>
        <p:spPr>
          <a:xfrm>
            <a:off x="2015412" y="5861399"/>
            <a:ext cx="21211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00" dirty="0"/>
              <a:t>Elektrische Hubeinheit</a:t>
            </a:r>
          </a:p>
          <a:p>
            <a:r>
              <a:rPr lang="de-DE" sz="700" dirty="0"/>
              <a:t>Freiraum für Rücktransport: ca. 220mm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E4F9C7CC-D110-601B-7CD7-16395C079EEA}"/>
              </a:ext>
            </a:extLst>
          </p:cNvPr>
          <p:cNvGrpSpPr/>
          <p:nvPr/>
        </p:nvGrpSpPr>
        <p:grpSpPr>
          <a:xfrm>
            <a:off x="152400" y="5075322"/>
            <a:ext cx="2000249" cy="1546638"/>
            <a:chOff x="265058" y="5485559"/>
            <a:chExt cx="1887592" cy="1136401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E0DFFB31-CFD2-9FB9-1AB0-D8337DF9FB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5058" y="5485559"/>
              <a:ext cx="1750354" cy="1126997"/>
            </a:xfrm>
            <a:prstGeom prst="rect">
              <a:avLst/>
            </a:prstGeom>
          </p:spPr>
        </p:pic>
        <p:sp>
          <p:nvSpPr>
            <p:cNvPr id="2" name="Textfeld 1">
              <a:extLst>
                <a:ext uri="{FF2B5EF4-FFF2-40B4-BE49-F238E27FC236}">
                  <a16:creationId xmlns:a16="http://schemas.microsoft.com/office/drawing/2014/main" id="{83378224-9072-3EA8-4D44-304058FFB4DA}"/>
                </a:ext>
              </a:extLst>
            </p:cNvPr>
            <p:cNvSpPr txBox="1"/>
            <p:nvPr/>
          </p:nvSpPr>
          <p:spPr>
            <a:xfrm>
              <a:off x="1390650" y="6468072"/>
              <a:ext cx="762000" cy="153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400" dirty="0"/>
                <a:t>5-100-045</a:t>
              </a:r>
            </a:p>
          </p:txBody>
        </p:sp>
      </p:grpSp>
      <p:pic>
        <p:nvPicPr>
          <p:cNvPr id="26" name="Grafik 25">
            <a:extLst>
              <a:ext uri="{FF2B5EF4-FFF2-40B4-BE49-F238E27FC236}">
                <a16:creationId xmlns:a16="http://schemas.microsoft.com/office/drawing/2014/main" id="{0B7AF6E9-DC1F-254D-28C2-1F7C9C5317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80" y="715338"/>
            <a:ext cx="1133019" cy="2134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8013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DB3EF5C-6CB3-D48F-787C-7055FA387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620" y="2096085"/>
            <a:ext cx="4580793" cy="2862996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D33F2ED7-5AD7-7588-FA3A-6AB0F7682AA7}"/>
              </a:ext>
            </a:extLst>
          </p:cNvPr>
          <p:cNvSpPr txBox="1"/>
          <p:nvPr/>
        </p:nvSpPr>
        <p:spPr>
          <a:xfrm>
            <a:off x="3924626" y="45943"/>
            <a:ext cx="43225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S 11 - Ein- und Ausgabe in RT </a:t>
            </a:r>
            <a:r>
              <a:rPr lang="de-DE" sz="12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(Pos.1)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8AB66264-7B91-ADE4-C3A0-C3200636B36F}"/>
              </a:ext>
            </a:extLst>
          </p:cNvPr>
          <p:cNvCxnSpPr>
            <a:cxnSpLocks/>
          </p:cNvCxnSpPr>
          <p:nvPr/>
        </p:nvCxnSpPr>
        <p:spPr bwMode="auto">
          <a:xfrm>
            <a:off x="1957052" y="3509999"/>
            <a:ext cx="1289199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Bogen 9">
            <a:extLst>
              <a:ext uri="{FF2B5EF4-FFF2-40B4-BE49-F238E27FC236}">
                <a16:creationId xmlns:a16="http://schemas.microsoft.com/office/drawing/2014/main" id="{1C62F11D-C3EF-24BA-5FBC-ECEA1200885D}"/>
              </a:ext>
            </a:extLst>
          </p:cNvPr>
          <p:cNvSpPr>
            <a:spLocks noChangeAspect="1"/>
          </p:cNvSpPr>
          <p:nvPr/>
        </p:nvSpPr>
        <p:spPr bwMode="auto">
          <a:xfrm rot="10800000">
            <a:off x="2609935" y="3360436"/>
            <a:ext cx="472569" cy="401662"/>
          </a:xfrm>
          <a:prstGeom prst="arc">
            <a:avLst>
              <a:gd name="adj1" fmla="val 20661529"/>
              <a:gd name="adj2" fmla="val 11819222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anchor="b"/>
          <a:lstStyle/>
          <a:p>
            <a:pPr algn="ctr"/>
            <a:endParaRPr lang="de-DE" sz="800" dirty="0">
              <a:solidFill>
                <a:srgbClr val="4D4D4D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E9AAB18-F522-5C19-A80F-99B0CBCC7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062152" y="2428693"/>
            <a:ext cx="4194803" cy="2089897"/>
          </a:xfrm>
          <a:prstGeom prst="rect">
            <a:avLst/>
          </a:prstGeom>
        </p:spPr>
      </p:pic>
      <p:sp>
        <p:nvSpPr>
          <p:cNvPr id="3" name="Rechteck: abgerundete Ecken 2">
            <a:extLst>
              <a:ext uri="{FF2B5EF4-FFF2-40B4-BE49-F238E27FC236}">
                <a16:creationId xmlns:a16="http://schemas.microsoft.com/office/drawing/2014/main" id="{89206AFE-13E2-6C5F-4F31-B80B35CBAE63}"/>
              </a:ext>
            </a:extLst>
          </p:cNvPr>
          <p:cNvSpPr/>
          <p:nvPr/>
        </p:nvSpPr>
        <p:spPr>
          <a:xfrm>
            <a:off x="10155463" y="414497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4ACDD657-2D59-0952-7B9A-4DC21E1B3FD0}"/>
              </a:ext>
            </a:extLst>
          </p:cNvPr>
          <p:cNvSpPr/>
          <p:nvPr/>
        </p:nvSpPr>
        <p:spPr>
          <a:xfrm>
            <a:off x="10155464" y="361231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6" name="Rechteck: abgerundete Ecken 5">
            <a:extLst>
              <a:ext uri="{FF2B5EF4-FFF2-40B4-BE49-F238E27FC236}">
                <a16:creationId xmlns:a16="http://schemas.microsoft.com/office/drawing/2014/main" id="{5B7716FC-A1C4-DFB1-6D48-89FBF8319999}"/>
              </a:ext>
            </a:extLst>
          </p:cNvPr>
          <p:cNvSpPr/>
          <p:nvPr/>
        </p:nvSpPr>
        <p:spPr>
          <a:xfrm>
            <a:off x="10155462" y="340105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8" name="Rechteck: abgerundete Ecken 7">
            <a:extLst>
              <a:ext uri="{FF2B5EF4-FFF2-40B4-BE49-F238E27FC236}">
                <a16:creationId xmlns:a16="http://schemas.microsoft.com/office/drawing/2014/main" id="{2F115221-49EE-32D6-89A2-B9A1E7BD4E7E}"/>
              </a:ext>
            </a:extLst>
          </p:cNvPr>
          <p:cNvSpPr/>
          <p:nvPr/>
        </p:nvSpPr>
        <p:spPr>
          <a:xfrm>
            <a:off x="10155462" y="3186625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1" name="Rechteck: abgerundete Ecken 10">
            <a:extLst>
              <a:ext uri="{FF2B5EF4-FFF2-40B4-BE49-F238E27FC236}">
                <a16:creationId xmlns:a16="http://schemas.microsoft.com/office/drawing/2014/main" id="{9C2FD633-CFBC-DC68-B6AB-8326A7159120}"/>
              </a:ext>
            </a:extLst>
          </p:cNvPr>
          <p:cNvSpPr/>
          <p:nvPr/>
        </p:nvSpPr>
        <p:spPr>
          <a:xfrm>
            <a:off x="10155461" y="24269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839938FE-AD12-0421-E38F-9031A824DAD5}"/>
              </a:ext>
            </a:extLst>
          </p:cNvPr>
          <p:cNvSpPr/>
          <p:nvPr/>
        </p:nvSpPr>
        <p:spPr>
          <a:xfrm>
            <a:off x="10155461" y="2201714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13" name="Rechteck: abgerundete Ecken 12">
            <a:extLst>
              <a:ext uri="{FF2B5EF4-FFF2-40B4-BE49-F238E27FC236}">
                <a16:creationId xmlns:a16="http://schemas.microsoft.com/office/drawing/2014/main" id="{2F10F8AF-F5E6-F32E-7217-48916ADAA9C1}"/>
              </a:ext>
            </a:extLst>
          </p:cNvPr>
          <p:cNvSpPr/>
          <p:nvPr/>
        </p:nvSpPr>
        <p:spPr>
          <a:xfrm>
            <a:off x="10155460" y="1946303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31A65933-FAD7-D31A-DC79-9842C9B43F0C}"/>
              </a:ext>
            </a:extLst>
          </p:cNvPr>
          <p:cNvCxnSpPr>
            <a:cxnSpLocks/>
            <a:endCxn id="21" idx="1"/>
          </p:cNvCxnSpPr>
          <p:nvPr/>
        </p:nvCxnSpPr>
        <p:spPr bwMode="auto">
          <a:xfrm flipV="1">
            <a:off x="3616036" y="2951140"/>
            <a:ext cx="5228203" cy="5997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hteck: abgerundete Ecken 14">
            <a:extLst>
              <a:ext uri="{FF2B5EF4-FFF2-40B4-BE49-F238E27FC236}">
                <a16:creationId xmlns:a16="http://schemas.microsoft.com/office/drawing/2014/main" id="{C50897F1-352D-12DD-BD94-6CD8F620BF37}"/>
              </a:ext>
            </a:extLst>
          </p:cNvPr>
          <p:cNvSpPr/>
          <p:nvPr/>
        </p:nvSpPr>
        <p:spPr>
          <a:xfrm>
            <a:off x="8844240" y="192004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16" name="Rechteck: abgerundete Ecken 15">
            <a:extLst>
              <a:ext uri="{FF2B5EF4-FFF2-40B4-BE49-F238E27FC236}">
                <a16:creationId xmlns:a16="http://schemas.microsoft.com/office/drawing/2014/main" id="{56CE69BF-A2B1-353A-2695-D479FC637693}"/>
              </a:ext>
            </a:extLst>
          </p:cNvPr>
          <p:cNvSpPr/>
          <p:nvPr/>
        </p:nvSpPr>
        <p:spPr>
          <a:xfrm>
            <a:off x="8844239" y="214471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B3A9D7C6-8D70-43CC-82DB-C630FCF8F5F8}"/>
              </a:ext>
            </a:extLst>
          </p:cNvPr>
          <p:cNvSpPr/>
          <p:nvPr/>
        </p:nvSpPr>
        <p:spPr>
          <a:xfrm>
            <a:off x="8844239" y="2576685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EEB52953-7333-8BDE-0BC3-03C59C10C829}"/>
              </a:ext>
            </a:extLst>
          </p:cNvPr>
          <p:cNvSpPr/>
          <p:nvPr/>
        </p:nvSpPr>
        <p:spPr bwMode="auto">
          <a:xfrm flipH="1">
            <a:off x="731364" y="975118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Eingabe in Rundtisch (Pos.1)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20" name="Rechteck: abgerundete Ecken 19">
            <a:extLst>
              <a:ext uri="{FF2B5EF4-FFF2-40B4-BE49-F238E27FC236}">
                <a16:creationId xmlns:a16="http://schemas.microsoft.com/office/drawing/2014/main" id="{723291C7-ADFF-BBB6-BB66-18D79E2AEEB4}"/>
              </a:ext>
            </a:extLst>
          </p:cNvPr>
          <p:cNvSpPr/>
          <p:nvPr/>
        </p:nvSpPr>
        <p:spPr>
          <a:xfrm>
            <a:off x="446193" y="924714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5B66028C-D06B-EDBB-8589-217950EECBC0}"/>
              </a:ext>
            </a:extLst>
          </p:cNvPr>
          <p:cNvSpPr/>
          <p:nvPr/>
        </p:nvSpPr>
        <p:spPr>
          <a:xfrm>
            <a:off x="8844239" y="2876249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grpSp>
        <p:nvGrpSpPr>
          <p:cNvPr id="23" name="Gruppieren 22">
            <a:extLst>
              <a:ext uri="{FF2B5EF4-FFF2-40B4-BE49-F238E27FC236}">
                <a16:creationId xmlns:a16="http://schemas.microsoft.com/office/drawing/2014/main" id="{34D761A2-0285-D5E2-75C4-E9B5AD17AAA8}"/>
              </a:ext>
            </a:extLst>
          </p:cNvPr>
          <p:cNvGrpSpPr/>
          <p:nvPr/>
        </p:nvGrpSpPr>
        <p:grpSpPr>
          <a:xfrm rot="10800000">
            <a:off x="1587267" y="3236531"/>
            <a:ext cx="47480" cy="525567"/>
            <a:chOff x="5351002" y="3726212"/>
            <a:chExt cx="47480" cy="525567"/>
          </a:xfrm>
        </p:grpSpPr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2BB36B29-51E8-6016-2D33-65B3F84283B8}"/>
                </a:ext>
              </a:extLst>
            </p:cNvPr>
            <p:cNvSpPr/>
            <p:nvPr/>
          </p:nvSpPr>
          <p:spPr bwMode="auto">
            <a:xfrm rot="10800000" flipH="1">
              <a:off x="5352763" y="3726212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N2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9B461930-EB4F-8DB7-BD59-D09D198EF4E7}"/>
                </a:ext>
              </a:extLst>
            </p:cNvPr>
            <p:cNvSpPr/>
            <p:nvPr/>
          </p:nvSpPr>
          <p:spPr bwMode="auto">
            <a:xfrm rot="10630962" flipH="1">
              <a:off x="5351002" y="4206060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N1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08A8AFAE-738F-60DD-7D9F-2FE7BFA9F71F}"/>
                </a:ext>
              </a:extLst>
            </p:cNvPr>
            <p:cNvSpPr/>
            <p:nvPr/>
          </p:nvSpPr>
          <p:spPr bwMode="auto">
            <a:xfrm rot="10800000" flipH="1">
              <a:off x="5351002" y="3961545"/>
              <a:ext cx="45719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de-DE" sz="600" i="1" dirty="0">
                  <a:solidFill>
                    <a:schemeClr val="bg1">
                      <a:lumMod val="50000"/>
                    </a:schemeClr>
                  </a:solidFill>
                </a:rPr>
                <a:t>N3</a:t>
              </a:r>
            </a:p>
            <a:p>
              <a:pPr eaLnBrk="1" hangingPunct="1">
                <a:defRPr/>
              </a:pPr>
              <a:r>
                <a:rPr lang="de-DE" sz="600" dirty="0">
                  <a:solidFill>
                    <a:schemeClr val="tx2">
                      <a:lumMod val="65000"/>
                      <a:lumOff val="35000"/>
                    </a:schemeClr>
                  </a:solidFill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58774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AB1C30A9-15C8-7C4C-C107-E3305B9DD1D5}"/>
              </a:ext>
            </a:extLst>
          </p:cNvPr>
          <p:cNvCxnSpPr>
            <a:cxnSpLocks/>
          </p:cNvCxnSpPr>
          <p:nvPr/>
        </p:nvCxnSpPr>
        <p:spPr>
          <a:xfrm flipH="1">
            <a:off x="316005" y="3617259"/>
            <a:ext cx="11376000" cy="0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2C448CAD-7CEB-1814-B1E8-5099A39F75EC}"/>
              </a:ext>
            </a:extLst>
          </p:cNvPr>
          <p:cNvSpPr/>
          <p:nvPr/>
        </p:nvSpPr>
        <p:spPr>
          <a:xfrm>
            <a:off x="500906" y="2289852"/>
            <a:ext cx="1098547" cy="311989"/>
          </a:xfrm>
          <a:prstGeom prst="rect">
            <a:avLst/>
          </a:prstGeom>
          <a:solidFill>
            <a:schemeClr val="accent6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Schraubeinheit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F59098BB-DD4D-DA29-C061-BC9AF06E4F2F}"/>
              </a:ext>
            </a:extLst>
          </p:cNvPr>
          <p:cNvSpPr/>
          <p:nvPr/>
        </p:nvSpPr>
        <p:spPr>
          <a:xfrm>
            <a:off x="7896767" y="1261840"/>
            <a:ext cx="1085528" cy="311989"/>
          </a:xfrm>
          <a:prstGeom prst="rect">
            <a:avLst/>
          </a:prstGeom>
          <a:solidFill>
            <a:schemeClr val="accent5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KISTLER ?? KN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07261FF0-62BD-CB96-2236-7DFE06EEF2D7}"/>
              </a:ext>
            </a:extLst>
          </p:cNvPr>
          <p:cNvSpPr/>
          <p:nvPr/>
        </p:nvSpPr>
        <p:spPr>
          <a:xfrm>
            <a:off x="7940597" y="1757951"/>
            <a:ext cx="1043706" cy="311989"/>
          </a:xfrm>
          <a:prstGeom prst="rect">
            <a:avLst/>
          </a:prstGeom>
          <a:solidFill>
            <a:schemeClr val="accent6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Oberer Aufnahmedorn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DCE3E4D-FC14-938B-52C5-970FB223420A}"/>
              </a:ext>
            </a:extLst>
          </p:cNvPr>
          <p:cNvSpPr/>
          <p:nvPr/>
        </p:nvSpPr>
        <p:spPr>
          <a:xfrm>
            <a:off x="2721792" y="947892"/>
            <a:ext cx="1085528" cy="311989"/>
          </a:xfrm>
          <a:prstGeom prst="rect">
            <a:avLst/>
          </a:prstGeom>
          <a:solidFill>
            <a:schemeClr val="accent5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KISTLER 12-40 KN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187B84FB-3844-C61B-87B7-8407F4163992}"/>
              </a:ext>
            </a:extLst>
          </p:cNvPr>
          <p:cNvSpPr/>
          <p:nvPr/>
        </p:nvSpPr>
        <p:spPr>
          <a:xfrm>
            <a:off x="3264556" y="2781074"/>
            <a:ext cx="928103" cy="311989"/>
          </a:xfrm>
          <a:prstGeom prst="rect">
            <a:avLst/>
          </a:prstGeom>
          <a:solidFill>
            <a:schemeClr val="accent6">
              <a:lumMod val="40000"/>
              <a:lumOff val="60000"/>
              <a:alpha val="3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Aufnahme m. Schiebeschlitten</a:t>
            </a:r>
          </a:p>
        </p:txBody>
      </p:sp>
      <p:sp>
        <p:nvSpPr>
          <p:cNvPr id="11" name="Bogen 10">
            <a:extLst>
              <a:ext uri="{FF2B5EF4-FFF2-40B4-BE49-F238E27FC236}">
                <a16:creationId xmlns:a16="http://schemas.microsoft.com/office/drawing/2014/main" id="{8EC56A26-D703-D5E5-944A-E1FC914A86E4}"/>
              </a:ext>
            </a:extLst>
          </p:cNvPr>
          <p:cNvSpPr/>
          <p:nvPr/>
        </p:nvSpPr>
        <p:spPr bwMode="auto">
          <a:xfrm>
            <a:off x="5064706" y="1738060"/>
            <a:ext cx="580806" cy="201089"/>
          </a:xfrm>
          <a:prstGeom prst="arc">
            <a:avLst>
              <a:gd name="adj1" fmla="val 11559520"/>
              <a:gd name="adj2" fmla="val 10015504"/>
            </a:avLst>
          </a:prstGeom>
          <a:solidFill>
            <a:schemeClr val="bg1">
              <a:lumMod val="95000"/>
              <a:alpha val="22000"/>
            </a:schemeClr>
          </a:solidFill>
          <a:ln w="3175">
            <a:solidFill>
              <a:srgbClr val="4D4D4D"/>
            </a:solidFill>
            <a:prstDash val="lgDashDotDot"/>
            <a:headEnd type="stealth" w="sm" len="sm"/>
            <a:tailEnd type="stealth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  <p:cxnSp>
        <p:nvCxnSpPr>
          <p:cNvPr id="12" name="Gerader Verbinder 11">
            <a:extLst>
              <a:ext uri="{FF2B5EF4-FFF2-40B4-BE49-F238E27FC236}">
                <a16:creationId xmlns:a16="http://schemas.microsoft.com/office/drawing/2014/main" id="{AB6FC422-B719-9616-0DF4-F44235C888AA}"/>
              </a:ext>
            </a:extLst>
          </p:cNvPr>
          <p:cNvCxnSpPr>
            <a:cxnSpLocks/>
          </p:cNvCxnSpPr>
          <p:nvPr/>
        </p:nvCxnSpPr>
        <p:spPr bwMode="auto">
          <a:xfrm flipV="1">
            <a:off x="6643484" y="2931509"/>
            <a:ext cx="1070394" cy="2096099"/>
          </a:xfrm>
          <a:prstGeom prst="line">
            <a:avLst/>
          </a:prstGeom>
          <a:ln w="3175">
            <a:solidFill>
              <a:srgbClr val="C00000"/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89686CA7-C042-20A3-E5AB-2961A0D1617C}"/>
              </a:ext>
            </a:extLst>
          </p:cNvPr>
          <p:cNvCxnSpPr>
            <a:cxnSpLocks/>
          </p:cNvCxnSpPr>
          <p:nvPr/>
        </p:nvCxnSpPr>
        <p:spPr bwMode="auto">
          <a:xfrm flipV="1">
            <a:off x="6643484" y="2874881"/>
            <a:ext cx="1803844" cy="2152727"/>
          </a:xfrm>
          <a:prstGeom prst="line">
            <a:avLst/>
          </a:prstGeom>
          <a:ln w="3175">
            <a:solidFill>
              <a:srgbClr val="C00000"/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E8A4A64-955A-C4F9-0A8A-126A9D5FE4A9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908821" y="5027608"/>
            <a:ext cx="285319" cy="2749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314B667B-9F30-B6F0-5A45-7F3D056B464A}"/>
              </a:ext>
            </a:extLst>
          </p:cNvPr>
          <p:cNvCxnSpPr>
            <a:cxnSpLocks/>
          </p:cNvCxnSpPr>
          <p:nvPr/>
        </p:nvCxnSpPr>
        <p:spPr bwMode="auto">
          <a:xfrm flipV="1">
            <a:off x="5355109" y="1192025"/>
            <a:ext cx="0" cy="40708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23DD996E-E5E2-9297-7B23-F3118E0F3188}"/>
              </a:ext>
            </a:extLst>
          </p:cNvPr>
          <p:cNvGrpSpPr/>
          <p:nvPr/>
        </p:nvGrpSpPr>
        <p:grpSpPr>
          <a:xfrm>
            <a:off x="9986072" y="1782893"/>
            <a:ext cx="901384" cy="593148"/>
            <a:chOff x="5237181" y="3915108"/>
            <a:chExt cx="901384" cy="593148"/>
          </a:xfrm>
        </p:grpSpPr>
        <p:cxnSp>
          <p:nvCxnSpPr>
            <p:cNvPr id="18" name="Gerader Verbinder 17">
              <a:extLst>
                <a:ext uri="{FF2B5EF4-FFF2-40B4-BE49-F238E27FC236}">
                  <a16:creationId xmlns:a16="http://schemas.microsoft.com/office/drawing/2014/main" id="{84B8FFF9-EFA5-67C7-E02D-09DCFD65600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440117" y="4264374"/>
              <a:ext cx="698448" cy="0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Gerader Verbinder 18">
              <a:extLst>
                <a:ext uri="{FF2B5EF4-FFF2-40B4-BE49-F238E27FC236}">
                  <a16:creationId xmlns:a16="http://schemas.microsoft.com/office/drawing/2014/main" id="{A5F69624-3233-A307-B12F-31F852A95D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5662000" y="4099517"/>
              <a:ext cx="364435" cy="408739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headEnd type="stealth" w="sm" len="sm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93EA436-6A7C-7E1C-CAD3-735280C28221}"/>
                </a:ext>
              </a:extLst>
            </p:cNvPr>
            <p:cNvSpPr/>
            <p:nvPr/>
          </p:nvSpPr>
          <p:spPr bwMode="auto">
            <a:xfrm flipH="1">
              <a:off x="5598245" y="3915108"/>
              <a:ext cx="52800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sz="8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Z=180mm</a:t>
              </a: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CC2085B5-B8F5-FBBB-4DBC-0DDF29F2671F}"/>
                </a:ext>
              </a:extLst>
            </p:cNvPr>
            <p:cNvSpPr/>
            <p:nvPr/>
          </p:nvSpPr>
          <p:spPr bwMode="auto">
            <a:xfrm flipH="1">
              <a:off x="5237181" y="4280885"/>
              <a:ext cx="52800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sz="8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X=80mm</a:t>
              </a:r>
            </a:p>
          </p:txBody>
        </p:sp>
      </p:grp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1BC3226E-AD0D-F9A8-FA21-00E25B389B46}"/>
              </a:ext>
            </a:extLst>
          </p:cNvPr>
          <p:cNvCxnSpPr>
            <a:cxnSpLocks/>
          </p:cNvCxnSpPr>
          <p:nvPr/>
        </p:nvCxnSpPr>
        <p:spPr bwMode="auto">
          <a:xfrm flipV="1">
            <a:off x="10518276" y="1035195"/>
            <a:ext cx="0" cy="40708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headEnd type="stealth" w="sm" len="sm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67572250-A213-A706-0558-0C133211327D}"/>
              </a:ext>
            </a:extLst>
          </p:cNvPr>
          <p:cNvGrpSpPr/>
          <p:nvPr/>
        </p:nvGrpSpPr>
        <p:grpSpPr>
          <a:xfrm>
            <a:off x="5871914" y="2398683"/>
            <a:ext cx="448171" cy="889833"/>
            <a:chOff x="1409496" y="1811951"/>
            <a:chExt cx="720567" cy="1530122"/>
          </a:xfrm>
        </p:grpSpPr>
        <p:sp>
          <p:nvSpPr>
            <p:cNvPr id="34" name="Ellipse 33">
              <a:extLst>
                <a:ext uri="{FF2B5EF4-FFF2-40B4-BE49-F238E27FC236}">
                  <a16:creationId xmlns:a16="http://schemas.microsoft.com/office/drawing/2014/main" id="{475B8E7C-79C7-7ECB-08F2-ACF161A86D4A}"/>
                </a:ext>
              </a:extLst>
            </p:cNvPr>
            <p:cNvSpPr/>
            <p:nvPr/>
          </p:nvSpPr>
          <p:spPr>
            <a:xfrm>
              <a:off x="1739901" y="2984500"/>
              <a:ext cx="72000" cy="72000"/>
            </a:xfrm>
            <a:prstGeom prst="ellipse">
              <a:avLst/>
            </a:prstGeom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33B606DE-C1CE-76B2-E4C9-1B8531C2F194}"/>
                </a:ext>
              </a:extLst>
            </p:cNvPr>
            <p:cNvSpPr/>
            <p:nvPr/>
          </p:nvSpPr>
          <p:spPr>
            <a:xfrm>
              <a:off x="1416676" y="3296354"/>
              <a:ext cx="713387" cy="45719"/>
            </a:xfrm>
            <a:prstGeom prst="rect">
              <a:avLst/>
            </a:prstGeom>
            <a:solidFill>
              <a:schemeClr val="accent2">
                <a:alpha val="3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7D1C57C2-D397-AD50-9DEE-6FB371F569B9}"/>
                </a:ext>
              </a:extLst>
            </p:cNvPr>
            <p:cNvSpPr/>
            <p:nvPr/>
          </p:nvSpPr>
          <p:spPr>
            <a:xfrm>
              <a:off x="1409496" y="3295946"/>
              <a:ext cx="713387" cy="45719"/>
            </a:xfrm>
            <a:prstGeom prst="rect">
              <a:avLst/>
            </a:prstGeom>
            <a:solidFill>
              <a:schemeClr val="accent2">
                <a:alpha val="3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8B12D253-A7CE-5C4D-24AE-6EDD594E7535}"/>
                </a:ext>
              </a:extLst>
            </p:cNvPr>
            <p:cNvSpPr/>
            <p:nvPr/>
          </p:nvSpPr>
          <p:spPr>
            <a:xfrm>
              <a:off x="1416676" y="2896668"/>
              <a:ext cx="713387" cy="45719"/>
            </a:xfrm>
            <a:prstGeom prst="rect">
              <a:avLst/>
            </a:prstGeom>
            <a:solidFill>
              <a:schemeClr val="accent2">
                <a:alpha val="3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8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cxnSp>
          <p:nvCxnSpPr>
            <p:cNvPr id="42" name="Gerader Verbinder 41">
              <a:extLst>
                <a:ext uri="{FF2B5EF4-FFF2-40B4-BE49-F238E27FC236}">
                  <a16:creationId xmlns:a16="http://schemas.microsoft.com/office/drawing/2014/main" id="{A2FCE8B6-CC23-30BA-9E3D-4DA0CCAD51E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765159" y="1811951"/>
              <a:ext cx="0" cy="557378"/>
            </a:xfrm>
            <a:prstGeom prst="line">
              <a:avLst/>
            </a:prstGeom>
            <a:ln w="3175">
              <a:solidFill>
                <a:schemeClr val="tx1">
                  <a:lumMod val="65000"/>
                  <a:lumOff val="35000"/>
                </a:schemeClr>
              </a:solidFill>
              <a:prstDash val="dashDot"/>
              <a:tailEnd type="stealth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Bogen 42">
              <a:extLst>
                <a:ext uri="{FF2B5EF4-FFF2-40B4-BE49-F238E27FC236}">
                  <a16:creationId xmlns:a16="http://schemas.microsoft.com/office/drawing/2014/main" id="{8451C068-8A1A-46FE-06E1-D4E44F317A9C}"/>
                </a:ext>
              </a:extLst>
            </p:cNvPr>
            <p:cNvSpPr/>
            <p:nvPr/>
          </p:nvSpPr>
          <p:spPr bwMode="auto">
            <a:xfrm rot="10800000">
              <a:off x="1452143" y="1990095"/>
              <a:ext cx="580806" cy="201089"/>
            </a:xfrm>
            <a:prstGeom prst="arc">
              <a:avLst>
                <a:gd name="adj1" fmla="val 11559520"/>
                <a:gd name="adj2" fmla="val 10015504"/>
              </a:avLst>
            </a:prstGeom>
            <a:solidFill>
              <a:schemeClr val="bg1">
                <a:lumMod val="95000"/>
                <a:alpha val="22000"/>
              </a:schemeClr>
            </a:solidFill>
            <a:ln w="3175">
              <a:solidFill>
                <a:srgbClr val="4D4D4D"/>
              </a:solidFill>
              <a:prstDash val="lgDashDotDot"/>
              <a:headEnd type="stealth" w="sm" len="sm"/>
              <a:tailEnd type="stealth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b"/>
            <a:lstStyle/>
            <a:p>
              <a:pPr algn="ctr">
                <a:defRPr/>
              </a:pPr>
              <a:endParaRPr lang="de-DE" sz="800" dirty="0">
                <a:solidFill>
                  <a:srgbClr val="4D4D4D"/>
                </a:solidFill>
              </a:endParaRPr>
            </a:p>
          </p:txBody>
        </p:sp>
      </p:grpSp>
      <p:sp>
        <p:nvSpPr>
          <p:cNvPr id="44" name="Bogen 43">
            <a:extLst>
              <a:ext uri="{FF2B5EF4-FFF2-40B4-BE49-F238E27FC236}">
                <a16:creationId xmlns:a16="http://schemas.microsoft.com/office/drawing/2014/main" id="{AD00452D-99F1-22E1-7A39-DF19B29273B7}"/>
              </a:ext>
            </a:extLst>
          </p:cNvPr>
          <p:cNvSpPr/>
          <p:nvPr/>
        </p:nvSpPr>
        <p:spPr bwMode="auto">
          <a:xfrm rot="5400000" flipV="1">
            <a:off x="2538354" y="4057856"/>
            <a:ext cx="1999037" cy="1964548"/>
          </a:xfrm>
          <a:prstGeom prst="arc">
            <a:avLst>
              <a:gd name="adj1" fmla="val 1121855"/>
              <a:gd name="adj2" fmla="val 20583945"/>
            </a:avLst>
          </a:prstGeom>
          <a:solidFill>
            <a:schemeClr val="bg1">
              <a:lumMod val="95000"/>
              <a:alpha val="22000"/>
            </a:schemeClr>
          </a:solidFill>
          <a:ln w="3175">
            <a:solidFill>
              <a:srgbClr val="4D4D4D"/>
            </a:solidFill>
            <a:prstDash val="lgDashDotDot"/>
            <a:headEnd type="none" w="sm" len="sm"/>
            <a:tailEnd type="stealth" w="sm" len="sm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>
              <a:defRPr/>
            </a:pPr>
            <a:endParaRPr lang="de-DE" sz="800" dirty="0">
              <a:solidFill>
                <a:srgbClr val="4D4D4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7687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: abgerundete Ecken 1">
            <a:extLst>
              <a:ext uri="{FF2B5EF4-FFF2-40B4-BE49-F238E27FC236}">
                <a16:creationId xmlns:a16="http://schemas.microsoft.com/office/drawing/2014/main" id="{81086C5D-F30A-E842-1F5C-7131C927E13D}"/>
              </a:ext>
            </a:extLst>
          </p:cNvPr>
          <p:cNvSpPr/>
          <p:nvPr/>
        </p:nvSpPr>
        <p:spPr bwMode="auto">
          <a:xfrm>
            <a:off x="4976730" y="3980958"/>
            <a:ext cx="640685" cy="49860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6350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de-DE" sz="800" dirty="0">
                <a:solidFill>
                  <a:srgbClr val="4D4D4D"/>
                </a:solidFill>
              </a:rPr>
              <a:t>S1 + S2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476218D1-4979-2476-29AC-0E9462120EDB}"/>
              </a:ext>
            </a:extLst>
          </p:cNvPr>
          <p:cNvSpPr/>
          <p:nvPr/>
        </p:nvSpPr>
        <p:spPr bwMode="auto">
          <a:xfrm rot="16200000">
            <a:off x="6542893" y="4581687"/>
            <a:ext cx="648000" cy="49860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6350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de-DE" sz="800" dirty="0">
                <a:solidFill>
                  <a:srgbClr val="4D4D4D"/>
                </a:solidFill>
              </a:rPr>
              <a:t>S 4 + 5</a:t>
            </a:r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1F4E9531-60EA-FE05-895B-A4A8159F06A8}"/>
              </a:ext>
            </a:extLst>
          </p:cNvPr>
          <p:cNvCxnSpPr>
            <a:cxnSpLocks/>
            <a:stCxn id="53" idx="4"/>
            <a:endCxn id="75" idx="5"/>
          </p:cNvCxnSpPr>
          <p:nvPr/>
        </p:nvCxnSpPr>
        <p:spPr bwMode="auto">
          <a:xfrm flipH="1" flipV="1">
            <a:off x="4852318" y="5458884"/>
            <a:ext cx="1827027" cy="178763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4937D0AC-084B-A00A-B263-B9FA01C7CCD7}"/>
              </a:ext>
            </a:extLst>
          </p:cNvPr>
          <p:cNvGrpSpPr/>
          <p:nvPr/>
        </p:nvGrpSpPr>
        <p:grpSpPr>
          <a:xfrm rot="16200000">
            <a:off x="-2856060" y="3701363"/>
            <a:ext cx="5873921" cy="184896"/>
            <a:chOff x="2933472" y="1161307"/>
            <a:chExt cx="3479489" cy="125141"/>
          </a:xfrm>
        </p:grpSpPr>
        <p:cxnSp>
          <p:nvCxnSpPr>
            <p:cNvPr id="21" name="Gerade Verbindung mit Pfeil 20">
              <a:extLst>
                <a:ext uri="{FF2B5EF4-FFF2-40B4-BE49-F238E27FC236}">
                  <a16:creationId xmlns:a16="http://schemas.microsoft.com/office/drawing/2014/main" id="{C284FEAE-1D63-9BDA-E250-812954663DA9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672109" y="-516974"/>
              <a:ext cx="2215" cy="3479489"/>
            </a:xfrm>
            <a:prstGeom prst="straightConnector1">
              <a:avLst/>
            </a:prstGeom>
            <a:noFill/>
            <a:ln w="63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  <a:headEnd type="stealth" w="sm" len="med"/>
              <a:tailEnd type="stealth" w="sm" len="med"/>
            </a:ln>
            <a:effectLst/>
          </p:spPr>
        </p:cxnSp>
        <p:sp>
          <p:nvSpPr>
            <p:cNvPr id="23" name="Rechteck: abgerundete Ecken 22">
              <a:extLst>
                <a:ext uri="{FF2B5EF4-FFF2-40B4-BE49-F238E27FC236}">
                  <a16:creationId xmlns:a16="http://schemas.microsoft.com/office/drawing/2014/main" id="{CB547DD8-F676-520D-3756-71BB98A8BB91}"/>
                </a:ext>
              </a:extLst>
            </p:cNvPr>
            <p:cNvSpPr/>
            <p:nvPr/>
          </p:nvSpPr>
          <p:spPr>
            <a:xfrm>
              <a:off x="4253726" y="1161307"/>
              <a:ext cx="823930" cy="125141"/>
            </a:xfrm>
            <a:prstGeom prst="roundRect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180</a:t>
              </a: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00</a:t>
              </a: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5DD51CC9-3921-3CDF-82A0-96929C531CDC}"/>
              </a:ext>
            </a:extLst>
          </p:cNvPr>
          <p:cNvGrpSpPr/>
          <p:nvPr/>
        </p:nvGrpSpPr>
        <p:grpSpPr>
          <a:xfrm>
            <a:off x="106268" y="6695080"/>
            <a:ext cx="9830174" cy="184896"/>
            <a:chOff x="2933472" y="1161307"/>
            <a:chExt cx="3479489" cy="125141"/>
          </a:xfrm>
        </p:grpSpPr>
        <p:cxnSp>
          <p:nvCxnSpPr>
            <p:cNvPr id="25" name="Gerade Verbindung mit Pfeil 24">
              <a:extLst>
                <a:ext uri="{FF2B5EF4-FFF2-40B4-BE49-F238E27FC236}">
                  <a16:creationId xmlns:a16="http://schemas.microsoft.com/office/drawing/2014/main" id="{651656AF-600B-CD4E-5F68-77F15DAD80E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672109" y="-516974"/>
              <a:ext cx="2215" cy="3479489"/>
            </a:xfrm>
            <a:prstGeom prst="straightConnector1">
              <a:avLst/>
            </a:prstGeom>
            <a:noFill/>
            <a:ln w="63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  <a:headEnd type="stealth" w="sm" len="med"/>
              <a:tailEnd type="stealth" w="sm" len="med"/>
            </a:ln>
            <a:effectLst/>
          </p:spPr>
        </p:cxnSp>
        <p:sp>
          <p:nvSpPr>
            <p:cNvPr id="26" name="Rechteck: abgerundete Ecken 25">
              <a:extLst>
                <a:ext uri="{FF2B5EF4-FFF2-40B4-BE49-F238E27FC236}">
                  <a16:creationId xmlns:a16="http://schemas.microsoft.com/office/drawing/2014/main" id="{F64BFCD8-92B8-A05B-CAF1-78D98D7350E9}"/>
                </a:ext>
              </a:extLst>
            </p:cNvPr>
            <p:cNvSpPr/>
            <p:nvPr/>
          </p:nvSpPr>
          <p:spPr>
            <a:xfrm>
              <a:off x="4253726" y="1161307"/>
              <a:ext cx="823930" cy="125141"/>
            </a:xfrm>
            <a:prstGeom prst="roundRect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8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300</a:t>
              </a: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00</a:t>
              </a:r>
            </a:p>
          </p:txBody>
        </p:sp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5AF725F7-20E2-717E-0430-9733B76F515B}"/>
              </a:ext>
            </a:extLst>
          </p:cNvPr>
          <p:cNvGrpSpPr/>
          <p:nvPr/>
        </p:nvGrpSpPr>
        <p:grpSpPr>
          <a:xfrm>
            <a:off x="10686438" y="4444369"/>
            <a:ext cx="1410846" cy="777394"/>
            <a:chOff x="1770786" y="3370588"/>
            <a:chExt cx="3146195" cy="777394"/>
          </a:xfrm>
        </p:grpSpPr>
        <p:sp>
          <p:nvSpPr>
            <p:cNvPr id="28" name="Rechteck: abgerundete Ecken 27">
              <a:extLst>
                <a:ext uri="{FF2B5EF4-FFF2-40B4-BE49-F238E27FC236}">
                  <a16:creationId xmlns:a16="http://schemas.microsoft.com/office/drawing/2014/main" id="{9E11942C-3EBA-AE82-4698-C58F15A186DD}"/>
                </a:ext>
              </a:extLst>
            </p:cNvPr>
            <p:cNvSpPr/>
            <p:nvPr/>
          </p:nvSpPr>
          <p:spPr bwMode="auto">
            <a:xfrm>
              <a:off x="1770786" y="3370588"/>
              <a:ext cx="3146195" cy="777394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85000"/>
                <a:alpha val="15000"/>
              </a:schemeClr>
            </a:solidFill>
            <a:ln w="6350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de-DE" sz="800" dirty="0">
                <a:solidFill>
                  <a:srgbClr val="4D4D4D"/>
                </a:solidFill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0CBB33E1-1F42-3F1D-1329-9CF4EF428E86}"/>
                </a:ext>
              </a:extLst>
            </p:cNvPr>
            <p:cNvSpPr/>
            <p:nvPr/>
          </p:nvSpPr>
          <p:spPr bwMode="auto">
            <a:xfrm flipH="1">
              <a:off x="2895309" y="3576845"/>
              <a:ext cx="16156" cy="129366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sz="800" i="1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VM - ECU</a:t>
              </a:r>
            </a:p>
          </p:txBody>
        </p:sp>
      </p:grpSp>
      <p:grpSp>
        <p:nvGrpSpPr>
          <p:cNvPr id="30" name="Gruppieren 29">
            <a:extLst>
              <a:ext uri="{FF2B5EF4-FFF2-40B4-BE49-F238E27FC236}">
                <a16:creationId xmlns:a16="http://schemas.microsoft.com/office/drawing/2014/main" id="{7262B625-FF74-0443-7FE0-7CFEACB34046}"/>
              </a:ext>
            </a:extLst>
          </p:cNvPr>
          <p:cNvGrpSpPr/>
          <p:nvPr/>
        </p:nvGrpSpPr>
        <p:grpSpPr>
          <a:xfrm rot="18000000">
            <a:off x="4655473" y="5052310"/>
            <a:ext cx="2304429" cy="184896"/>
            <a:chOff x="2918422" y="1161307"/>
            <a:chExt cx="3494539" cy="125141"/>
          </a:xfrm>
        </p:grpSpPr>
        <p:cxnSp>
          <p:nvCxnSpPr>
            <p:cNvPr id="32" name="Gerade Verbindung mit Pfeil 31">
              <a:extLst>
                <a:ext uri="{FF2B5EF4-FFF2-40B4-BE49-F238E27FC236}">
                  <a16:creationId xmlns:a16="http://schemas.microsoft.com/office/drawing/2014/main" id="{1AAF0773-E3C3-6653-9F1A-0B97BE7C3F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8422" y="1223878"/>
              <a:ext cx="3494539" cy="6940"/>
            </a:xfrm>
            <a:prstGeom prst="straightConnector1">
              <a:avLst/>
            </a:prstGeom>
            <a:noFill/>
            <a:ln w="6350" cap="flat" cmpd="sng" algn="ctr">
              <a:solidFill>
                <a:srgbClr val="E7E6E6">
                  <a:lumMod val="50000"/>
                </a:srgbClr>
              </a:solidFill>
              <a:prstDash val="solid"/>
              <a:miter lim="800000"/>
              <a:headEnd type="stealth" w="sm" len="med"/>
              <a:tailEnd type="stealth" w="sm" len="med"/>
            </a:ln>
            <a:effectLst/>
          </p:spPr>
        </p:cxnSp>
        <p:sp>
          <p:nvSpPr>
            <p:cNvPr id="35" name="Rechteck: abgerundete Ecken 34">
              <a:extLst>
                <a:ext uri="{FF2B5EF4-FFF2-40B4-BE49-F238E27FC236}">
                  <a16:creationId xmlns:a16="http://schemas.microsoft.com/office/drawing/2014/main" id="{E132540C-A14B-D7B9-3773-B7FBA7334B53}"/>
                </a:ext>
              </a:extLst>
            </p:cNvPr>
            <p:cNvSpPr/>
            <p:nvPr/>
          </p:nvSpPr>
          <p:spPr>
            <a:xfrm>
              <a:off x="4253726" y="1161307"/>
              <a:ext cx="823930" cy="125141"/>
            </a:xfrm>
            <a:prstGeom prst="roundRect">
              <a:avLst/>
            </a:prstGeom>
            <a:solidFill>
              <a:sysClr val="window" lastClr="FFFFFF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800" kern="0" dirty="0">
                  <a:solidFill>
                    <a:schemeClr val="tx1">
                      <a:lumMod val="75000"/>
                      <a:lumOff val="25000"/>
                      <a:alpha val="76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66</a:t>
              </a:r>
              <a:r>
                <a:rPr kumimoji="0" lang="de-DE" sz="8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  <a:alpha val="76000"/>
                    </a:schemeClr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00</a:t>
              </a:r>
            </a:p>
          </p:txBody>
        </p:sp>
      </p:grpSp>
      <p:sp>
        <p:nvSpPr>
          <p:cNvPr id="36" name="Rechteck: abgerundete Ecken 35">
            <a:extLst>
              <a:ext uri="{FF2B5EF4-FFF2-40B4-BE49-F238E27FC236}">
                <a16:creationId xmlns:a16="http://schemas.microsoft.com/office/drawing/2014/main" id="{5AA98B7B-A2EF-9BB2-239F-2662FAB94D82}"/>
              </a:ext>
            </a:extLst>
          </p:cNvPr>
          <p:cNvSpPr/>
          <p:nvPr/>
        </p:nvSpPr>
        <p:spPr bwMode="auto">
          <a:xfrm>
            <a:off x="5644611" y="3983992"/>
            <a:ext cx="640685" cy="49860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6350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de-DE" sz="800" dirty="0">
                <a:solidFill>
                  <a:srgbClr val="4D4D4D"/>
                </a:solidFill>
              </a:rPr>
              <a:t>S 15</a:t>
            </a:r>
          </a:p>
        </p:txBody>
      </p:sp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8E40A78E-A202-D423-F254-E8B325859729}"/>
              </a:ext>
            </a:extLst>
          </p:cNvPr>
          <p:cNvGrpSpPr/>
          <p:nvPr/>
        </p:nvGrpSpPr>
        <p:grpSpPr>
          <a:xfrm>
            <a:off x="6615810" y="5422683"/>
            <a:ext cx="1032906" cy="432000"/>
            <a:chOff x="3688058" y="3488854"/>
            <a:chExt cx="1032906" cy="432000"/>
          </a:xfrm>
        </p:grpSpPr>
        <p:sp>
          <p:nvSpPr>
            <p:cNvPr id="39" name="Rechteck: abgerundete Ecken 38">
              <a:extLst>
                <a:ext uri="{FF2B5EF4-FFF2-40B4-BE49-F238E27FC236}">
                  <a16:creationId xmlns:a16="http://schemas.microsoft.com/office/drawing/2014/main" id="{E0EA5A5C-0D67-8292-A44C-CF0E6125BCDF}"/>
                </a:ext>
              </a:extLst>
            </p:cNvPr>
            <p:cNvSpPr/>
            <p:nvPr/>
          </p:nvSpPr>
          <p:spPr bwMode="auto">
            <a:xfrm rot="16200000">
              <a:off x="3721358" y="3455554"/>
              <a:ext cx="432000" cy="498600"/>
            </a:xfrm>
            <a:prstGeom prst="roundRect">
              <a:avLst>
                <a:gd name="adj" fmla="val 14082"/>
              </a:avLst>
            </a:prstGeom>
            <a:solidFill>
              <a:schemeClr val="bg1">
                <a:lumMod val="85000"/>
                <a:alpha val="15000"/>
              </a:schemeClr>
            </a:solidFill>
            <a:ln w="6350">
              <a:solidFill>
                <a:srgbClr val="4D4D4D"/>
              </a:solidFill>
              <a:prstDash val="lgDashDot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r>
                <a:rPr lang="de-DE" sz="800" dirty="0">
                  <a:solidFill>
                    <a:srgbClr val="4D4D4D"/>
                  </a:solidFill>
                </a:rPr>
                <a:t>S 6</a:t>
              </a:r>
            </a:p>
          </p:txBody>
        </p:sp>
        <p:grpSp>
          <p:nvGrpSpPr>
            <p:cNvPr id="45" name="Gruppieren 44">
              <a:extLst>
                <a:ext uri="{FF2B5EF4-FFF2-40B4-BE49-F238E27FC236}">
                  <a16:creationId xmlns:a16="http://schemas.microsoft.com/office/drawing/2014/main" id="{846EB222-333D-BCCB-8BB2-E6934E9EF98D}"/>
                </a:ext>
              </a:extLst>
            </p:cNvPr>
            <p:cNvGrpSpPr/>
            <p:nvPr/>
          </p:nvGrpSpPr>
          <p:grpSpPr>
            <a:xfrm rot="16200000">
              <a:off x="4325509" y="3484458"/>
              <a:ext cx="377926" cy="412985"/>
              <a:chOff x="5578322" y="5205558"/>
              <a:chExt cx="1062615" cy="1222447"/>
            </a:xfrm>
          </p:grpSpPr>
          <p:pic>
            <p:nvPicPr>
              <p:cNvPr id="46" name="Grafik 55">
                <a:extLst>
                  <a:ext uri="{FF2B5EF4-FFF2-40B4-BE49-F238E27FC236}">
                    <a16:creationId xmlns:a16="http://schemas.microsoft.com/office/drawing/2014/main" id="{65ED4585-A878-B01F-7C90-57E513FA64C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artisticPaintStrokes trans="22000" intensity="1"/>
                        </a14:imgEffect>
                        <a14:imgEffect>
                          <a14:sharpenSoften amount="-100000"/>
                        </a14:imgEffect>
                        <a14:imgEffect>
                          <a14:colorTemperature colorTemp="5831"/>
                        </a14:imgEffect>
                        <a14:imgEffect>
                          <a14:saturation sat="0"/>
                        </a14:imgEffect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78322" y="5530418"/>
                <a:ext cx="1062615" cy="897587"/>
              </a:xfrm>
              <a:prstGeom prst="rect">
                <a:avLst/>
              </a:prstGeom>
              <a:noFill/>
              <a:ln>
                <a:noFill/>
              </a:ln>
              <a:effectLst>
                <a:softEdge rad="31750"/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7" name="Rechteck 46">
                <a:extLst>
                  <a:ext uri="{FF2B5EF4-FFF2-40B4-BE49-F238E27FC236}">
                    <a16:creationId xmlns:a16="http://schemas.microsoft.com/office/drawing/2014/main" id="{3E6F267E-BF7B-492D-75E2-6B453134CA96}"/>
                  </a:ext>
                </a:extLst>
              </p:cNvPr>
              <p:cNvSpPr/>
              <p:nvPr/>
            </p:nvSpPr>
            <p:spPr bwMode="auto">
              <a:xfrm flipH="1">
                <a:off x="5800505" y="5205558"/>
                <a:ext cx="52801" cy="45718"/>
              </a:xfrm>
              <a:prstGeom prst="rect">
                <a:avLst/>
              </a:prstGeom>
              <a:solidFill>
                <a:srgbClr val="C00000">
                  <a:alpha val="12000"/>
                </a:srgbClr>
              </a:solidFill>
              <a:ln>
                <a:noFill/>
                <a:headEnd type="none" w="med" len="med"/>
                <a:tailEnd type="triangle" w="med" len="med"/>
              </a:ln>
              <a:effectLst>
                <a:outerShdw blurRad="50800" dist="38100" dir="8100000" algn="tr" rotWithShape="0">
                  <a:prstClr val="black">
                    <a:alpha val="27000"/>
                  </a:prstClr>
                </a:outerShdw>
              </a:effectLst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wrap="none"/>
              <a:lstStyle/>
              <a:p>
                <a:pPr>
                  <a:defRPr/>
                </a:pPr>
                <a:r>
                  <a:rPr lang="en-US" sz="1000" i="1" dirty="0">
                    <a:solidFill>
                      <a:srgbClr val="C00000"/>
                    </a:solidFill>
                  </a:rPr>
                  <a:t>W3</a:t>
                </a:r>
              </a:p>
            </p:txBody>
          </p:sp>
        </p:grpSp>
      </p:grpSp>
      <p:sp>
        <p:nvSpPr>
          <p:cNvPr id="48" name="Rechteck: abgerundete Ecken 47">
            <a:extLst>
              <a:ext uri="{FF2B5EF4-FFF2-40B4-BE49-F238E27FC236}">
                <a16:creationId xmlns:a16="http://schemas.microsoft.com/office/drawing/2014/main" id="{94029124-6D89-8670-6388-AAE7CDC6D8BD}"/>
              </a:ext>
            </a:extLst>
          </p:cNvPr>
          <p:cNvSpPr/>
          <p:nvPr/>
        </p:nvSpPr>
        <p:spPr bwMode="auto">
          <a:xfrm>
            <a:off x="6316144" y="3974739"/>
            <a:ext cx="432000" cy="498600"/>
          </a:xfrm>
          <a:prstGeom prst="roundRect">
            <a:avLst>
              <a:gd name="adj" fmla="val 14082"/>
            </a:avLst>
          </a:prstGeom>
          <a:solidFill>
            <a:schemeClr val="bg1">
              <a:lumMod val="85000"/>
              <a:alpha val="15000"/>
            </a:schemeClr>
          </a:solidFill>
          <a:ln w="6350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de-DE" sz="800" dirty="0">
                <a:solidFill>
                  <a:srgbClr val="4D4D4D"/>
                </a:solidFill>
              </a:rPr>
              <a:t>S 3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A3E49262-5D40-EB84-2BAC-2B7D6DB1AB35}"/>
              </a:ext>
            </a:extLst>
          </p:cNvPr>
          <p:cNvCxnSpPr>
            <a:cxnSpLocks/>
            <a:stCxn id="50" idx="0"/>
            <a:endCxn id="51" idx="2"/>
          </p:cNvCxnSpPr>
          <p:nvPr/>
        </p:nvCxnSpPr>
        <p:spPr bwMode="auto">
          <a:xfrm flipV="1">
            <a:off x="5322781" y="4408790"/>
            <a:ext cx="1185347" cy="3421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Ellipse 49">
            <a:extLst>
              <a:ext uri="{FF2B5EF4-FFF2-40B4-BE49-F238E27FC236}">
                <a16:creationId xmlns:a16="http://schemas.microsoft.com/office/drawing/2014/main" id="{03C6D64A-7B84-5281-981C-F1C5D1E2818A}"/>
              </a:ext>
            </a:extLst>
          </p:cNvPr>
          <p:cNvSpPr/>
          <p:nvPr/>
        </p:nvSpPr>
        <p:spPr>
          <a:xfrm rot="21543579">
            <a:off x="5296459" y="4412208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Ellipse 50">
            <a:extLst>
              <a:ext uri="{FF2B5EF4-FFF2-40B4-BE49-F238E27FC236}">
                <a16:creationId xmlns:a16="http://schemas.microsoft.com/office/drawing/2014/main" id="{8CC618C0-C0E9-D957-9595-491AB9E8E884}"/>
              </a:ext>
            </a:extLst>
          </p:cNvPr>
          <p:cNvSpPr/>
          <p:nvPr/>
        </p:nvSpPr>
        <p:spPr>
          <a:xfrm rot="21441338">
            <a:off x="6508100" y="4384698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2" name="Ellipse 51">
            <a:extLst>
              <a:ext uri="{FF2B5EF4-FFF2-40B4-BE49-F238E27FC236}">
                <a16:creationId xmlns:a16="http://schemas.microsoft.com/office/drawing/2014/main" id="{B7CC7FD4-5647-A983-3A8C-B7534F3CCCA6}"/>
              </a:ext>
            </a:extLst>
          </p:cNvPr>
          <p:cNvSpPr/>
          <p:nvPr/>
        </p:nvSpPr>
        <p:spPr>
          <a:xfrm>
            <a:off x="6678678" y="4872958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3" name="Ellipse 52">
            <a:extLst>
              <a:ext uri="{FF2B5EF4-FFF2-40B4-BE49-F238E27FC236}">
                <a16:creationId xmlns:a16="http://schemas.microsoft.com/office/drawing/2014/main" id="{C9BC0B0E-985B-07DB-4A5B-3246684FAD4C}"/>
              </a:ext>
            </a:extLst>
          </p:cNvPr>
          <p:cNvSpPr/>
          <p:nvPr/>
        </p:nvSpPr>
        <p:spPr>
          <a:xfrm>
            <a:off x="6652648" y="5591928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4" name="Ellipse 53">
            <a:extLst>
              <a:ext uri="{FF2B5EF4-FFF2-40B4-BE49-F238E27FC236}">
                <a16:creationId xmlns:a16="http://schemas.microsoft.com/office/drawing/2014/main" id="{FC6B20B1-2178-D839-B02D-F0D72C22500A}"/>
              </a:ext>
            </a:extLst>
          </p:cNvPr>
          <p:cNvSpPr/>
          <p:nvPr/>
        </p:nvSpPr>
        <p:spPr>
          <a:xfrm>
            <a:off x="4810767" y="4956567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6</a:t>
            </a:r>
          </a:p>
        </p:txBody>
      </p:sp>
      <p:cxnSp>
        <p:nvCxnSpPr>
          <p:cNvPr id="55" name="Gerader Verbinder 54">
            <a:extLst>
              <a:ext uri="{FF2B5EF4-FFF2-40B4-BE49-F238E27FC236}">
                <a16:creationId xmlns:a16="http://schemas.microsoft.com/office/drawing/2014/main" id="{4782F6B7-B237-EEBB-3B7A-A4E6831D7CB7}"/>
              </a:ext>
            </a:extLst>
          </p:cNvPr>
          <p:cNvCxnSpPr>
            <a:cxnSpLocks/>
            <a:stCxn id="51" idx="5"/>
          </p:cNvCxnSpPr>
          <p:nvPr/>
        </p:nvCxnSpPr>
        <p:spPr bwMode="auto">
          <a:xfrm>
            <a:off x="6554401" y="4422834"/>
            <a:ext cx="145284" cy="444972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erader Verbinder 55">
            <a:extLst>
              <a:ext uri="{FF2B5EF4-FFF2-40B4-BE49-F238E27FC236}">
                <a16:creationId xmlns:a16="http://schemas.microsoft.com/office/drawing/2014/main" id="{DAA01670-C78A-4443-7044-F320FB53860F}"/>
              </a:ext>
            </a:extLst>
          </p:cNvPr>
          <p:cNvCxnSpPr>
            <a:cxnSpLocks/>
            <a:stCxn id="52" idx="4"/>
            <a:endCxn id="53" idx="6"/>
          </p:cNvCxnSpPr>
          <p:nvPr/>
        </p:nvCxnSpPr>
        <p:spPr bwMode="auto">
          <a:xfrm>
            <a:off x="6705375" y="4918677"/>
            <a:ext cx="667" cy="696111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Gerader Verbinder 56">
            <a:extLst>
              <a:ext uri="{FF2B5EF4-FFF2-40B4-BE49-F238E27FC236}">
                <a16:creationId xmlns:a16="http://schemas.microsoft.com/office/drawing/2014/main" id="{2F48FC78-FA45-F794-2978-F6384AC825A0}"/>
              </a:ext>
            </a:extLst>
          </p:cNvPr>
          <p:cNvCxnSpPr>
            <a:cxnSpLocks/>
          </p:cNvCxnSpPr>
          <p:nvPr/>
        </p:nvCxnSpPr>
        <p:spPr>
          <a:xfrm rot="5400000">
            <a:off x="5769786" y="3823882"/>
            <a:ext cx="0" cy="2662727"/>
          </a:xfrm>
          <a:prstGeom prst="line">
            <a:avLst/>
          </a:prstGeom>
          <a:ln w="3175">
            <a:solidFill>
              <a:schemeClr val="tx1">
                <a:lumMod val="75000"/>
                <a:lumOff val="25000"/>
              </a:schemeClr>
            </a:solidFill>
            <a:prstDash val="lgDashDot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8" name="Gruppieren 57">
            <a:extLst>
              <a:ext uri="{FF2B5EF4-FFF2-40B4-BE49-F238E27FC236}">
                <a16:creationId xmlns:a16="http://schemas.microsoft.com/office/drawing/2014/main" id="{2D0D0DF9-E3ED-3689-26D4-4B633EA9266F}"/>
              </a:ext>
            </a:extLst>
          </p:cNvPr>
          <p:cNvGrpSpPr/>
          <p:nvPr/>
        </p:nvGrpSpPr>
        <p:grpSpPr>
          <a:xfrm rot="16200000">
            <a:off x="7293602" y="4638427"/>
            <a:ext cx="377926" cy="393767"/>
            <a:chOff x="4342491" y="4661902"/>
            <a:chExt cx="1062616" cy="1165561"/>
          </a:xfrm>
        </p:grpSpPr>
        <p:pic>
          <p:nvPicPr>
            <p:cNvPr id="59" name="Grafik 55">
              <a:extLst>
                <a:ext uri="{FF2B5EF4-FFF2-40B4-BE49-F238E27FC236}">
                  <a16:creationId xmlns:a16="http://schemas.microsoft.com/office/drawing/2014/main" id="{F6CA1F1E-0D81-066A-DE7D-AC23F118D6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Strokes trans="22000" intensity="1"/>
                      </a14:imgEffect>
                      <a14:imgEffect>
                        <a14:sharpenSoften amount="-100000"/>
                      </a14:imgEffect>
                      <a14:imgEffect>
                        <a14:colorTemperature colorTemp="5831"/>
                      </a14:imgEffect>
                      <a14:imgEffect>
                        <a14:saturation sat="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491" y="4929876"/>
              <a:ext cx="1062616" cy="897587"/>
            </a:xfrm>
            <a:prstGeom prst="rect">
              <a:avLst/>
            </a:prstGeom>
            <a:noFill/>
            <a:ln>
              <a:noFill/>
            </a:ln>
            <a:effectLst>
              <a:softEdge rad="3175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1C68C3BC-E89C-E797-3F7D-7163EACA1258}"/>
                </a:ext>
              </a:extLst>
            </p:cNvPr>
            <p:cNvSpPr/>
            <p:nvPr/>
          </p:nvSpPr>
          <p:spPr bwMode="auto">
            <a:xfrm rot="60000" flipH="1">
              <a:off x="4575435" y="4661902"/>
              <a:ext cx="52801" cy="45718"/>
            </a:xfrm>
            <a:prstGeom prst="rect">
              <a:avLst/>
            </a:prstGeom>
            <a:solidFill>
              <a:schemeClr val="tx1">
                <a:lumMod val="65000"/>
                <a:lumOff val="35000"/>
                <a:alpha val="12000"/>
              </a:schemeClr>
            </a:solidFill>
            <a:ln>
              <a:noFill/>
              <a:headEnd type="none" w="med" len="med"/>
              <a:tailEnd type="triangle" w="med" len="med"/>
            </a:ln>
            <a:effectLst>
              <a:outerShdw blurRad="50800" dist="38100" dir="8100000" algn="tr" rotWithShape="0">
                <a:prstClr val="black">
                  <a:alpha val="27000"/>
                </a:prstClr>
              </a:outerShdw>
            </a:effectLst>
          </p:spPr>
          <p:style>
            <a:lnRef idx="1">
              <a:schemeClr val="accent3"/>
            </a:lnRef>
            <a:fillRef idx="3">
              <a:schemeClr val="accent3"/>
            </a:fillRef>
            <a:effectRef idx="2">
              <a:schemeClr val="accent3"/>
            </a:effectRef>
            <a:fontRef idx="minor">
              <a:schemeClr val="lt1"/>
            </a:fontRef>
          </p:style>
          <p:txBody>
            <a:bodyPr wrap="none"/>
            <a:lstStyle/>
            <a:p>
              <a:pPr>
                <a:defRPr/>
              </a:pPr>
              <a:r>
                <a:rPr lang="en-US" sz="1000" i="1" dirty="0">
                  <a:solidFill>
                    <a:schemeClr val="accent5">
                      <a:lumMod val="75000"/>
                    </a:schemeClr>
                  </a:solidFill>
                </a:rPr>
                <a:t>W2</a:t>
              </a:r>
            </a:p>
          </p:txBody>
        </p:sp>
      </p:grp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2D14103A-2BAB-8B4B-0EA6-0F1A26A63CFC}"/>
              </a:ext>
            </a:extLst>
          </p:cNvPr>
          <p:cNvCxnSpPr>
            <a:cxnSpLocks/>
            <a:stCxn id="62" idx="1"/>
            <a:endCxn id="63" idx="4"/>
          </p:cNvCxnSpPr>
          <p:nvPr/>
        </p:nvCxnSpPr>
        <p:spPr bwMode="auto">
          <a:xfrm flipH="1" flipV="1">
            <a:off x="3935170" y="4251239"/>
            <a:ext cx="524637" cy="118660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Ellipse 61">
            <a:extLst>
              <a:ext uri="{FF2B5EF4-FFF2-40B4-BE49-F238E27FC236}">
                <a16:creationId xmlns:a16="http://schemas.microsoft.com/office/drawing/2014/main" id="{277979ED-5D99-AA50-BA93-CF4A6AA0584B}"/>
              </a:ext>
            </a:extLst>
          </p:cNvPr>
          <p:cNvSpPr/>
          <p:nvPr/>
        </p:nvSpPr>
        <p:spPr>
          <a:xfrm>
            <a:off x="4451988" y="5431148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3" name="Ellipse 62">
            <a:extLst>
              <a:ext uri="{FF2B5EF4-FFF2-40B4-BE49-F238E27FC236}">
                <a16:creationId xmlns:a16="http://schemas.microsoft.com/office/drawing/2014/main" id="{14B53EE2-E136-C900-4337-F870558CE25D}"/>
              </a:ext>
            </a:extLst>
          </p:cNvPr>
          <p:cNvSpPr/>
          <p:nvPr/>
        </p:nvSpPr>
        <p:spPr>
          <a:xfrm>
            <a:off x="3908473" y="4205520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4" name="Ellipse 63">
            <a:extLst>
              <a:ext uri="{FF2B5EF4-FFF2-40B4-BE49-F238E27FC236}">
                <a16:creationId xmlns:a16="http://schemas.microsoft.com/office/drawing/2014/main" id="{7A582774-8029-DDB9-7A2D-00479B94DFB2}"/>
              </a:ext>
            </a:extLst>
          </p:cNvPr>
          <p:cNvSpPr/>
          <p:nvPr/>
        </p:nvSpPr>
        <p:spPr>
          <a:xfrm>
            <a:off x="3250831" y="4193181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5" name="Ellipse 64">
            <a:extLst>
              <a:ext uri="{FF2B5EF4-FFF2-40B4-BE49-F238E27FC236}">
                <a16:creationId xmlns:a16="http://schemas.microsoft.com/office/drawing/2014/main" id="{00C1A02F-11A0-088B-D103-B4D9903B545D}"/>
              </a:ext>
            </a:extLst>
          </p:cNvPr>
          <p:cNvSpPr/>
          <p:nvPr/>
        </p:nvSpPr>
        <p:spPr>
          <a:xfrm>
            <a:off x="2596924" y="4591687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Ellipse 65">
            <a:extLst>
              <a:ext uri="{FF2B5EF4-FFF2-40B4-BE49-F238E27FC236}">
                <a16:creationId xmlns:a16="http://schemas.microsoft.com/office/drawing/2014/main" id="{6C2D8545-49BF-E210-D827-88FCA16D07C2}"/>
              </a:ext>
            </a:extLst>
          </p:cNvPr>
          <p:cNvSpPr/>
          <p:nvPr/>
        </p:nvSpPr>
        <p:spPr>
          <a:xfrm>
            <a:off x="2592167" y="5238957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BBA0A171-957D-1B36-2AF1-F73408B9B7B7}"/>
              </a:ext>
            </a:extLst>
          </p:cNvPr>
          <p:cNvSpPr/>
          <p:nvPr/>
        </p:nvSpPr>
        <p:spPr>
          <a:xfrm>
            <a:off x="2565470" y="5904264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40D27622-E052-8B65-4BAE-C23C3A6BF30A}"/>
              </a:ext>
            </a:extLst>
          </p:cNvPr>
          <p:cNvSpPr/>
          <p:nvPr/>
        </p:nvSpPr>
        <p:spPr>
          <a:xfrm>
            <a:off x="4490249" y="4881634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7</a:t>
            </a:r>
          </a:p>
        </p:txBody>
      </p:sp>
      <p:cxnSp>
        <p:nvCxnSpPr>
          <p:cNvPr id="69" name="Gerader Verbinder 68">
            <a:extLst>
              <a:ext uri="{FF2B5EF4-FFF2-40B4-BE49-F238E27FC236}">
                <a16:creationId xmlns:a16="http://schemas.microsoft.com/office/drawing/2014/main" id="{4FB1E737-C65E-F2B0-4777-6755CAC3CABB}"/>
              </a:ext>
            </a:extLst>
          </p:cNvPr>
          <p:cNvCxnSpPr>
            <a:cxnSpLocks/>
            <a:stCxn id="63" idx="6"/>
            <a:endCxn id="64" idx="6"/>
          </p:cNvCxnSpPr>
          <p:nvPr/>
        </p:nvCxnSpPr>
        <p:spPr bwMode="auto">
          <a:xfrm flipH="1" flipV="1">
            <a:off x="3304225" y="4216041"/>
            <a:ext cx="657642" cy="12339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>
            <a:extLst>
              <a:ext uri="{FF2B5EF4-FFF2-40B4-BE49-F238E27FC236}">
                <a16:creationId xmlns:a16="http://schemas.microsoft.com/office/drawing/2014/main" id="{FD666DF2-CC2B-D66B-DBD8-FCDF8CCB004E}"/>
              </a:ext>
            </a:extLst>
          </p:cNvPr>
          <p:cNvCxnSpPr>
            <a:cxnSpLocks/>
            <a:stCxn id="64" idx="5"/>
            <a:endCxn id="65" idx="1"/>
          </p:cNvCxnSpPr>
          <p:nvPr/>
        </p:nvCxnSpPr>
        <p:spPr bwMode="auto">
          <a:xfrm flipH="1">
            <a:off x="2604743" y="4232205"/>
            <a:ext cx="691663" cy="366177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>
            <a:extLst>
              <a:ext uri="{FF2B5EF4-FFF2-40B4-BE49-F238E27FC236}">
                <a16:creationId xmlns:a16="http://schemas.microsoft.com/office/drawing/2014/main" id="{A63D12DF-2A41-0560-9575-7B1A48D24E52}"/>
              </a:ext>
            </a:extLst>
          </p:cNvPr>
          <p:cNvCxnSpPr>
            <a:cxnSpLocks/>
            <a:stCxn id="65" idx="4"/>
            <a:endCxn id="66" idx="0"/>
          </p:cNvCxnSpPr>
          <p:nvPr/>
        </p:nvCxnSpPr>
        <p:spPr bwMode="auto">
          <a:xfrm flipH="1">
            <a:off x="2618864" y="4637406"/>
            <a:ext cx="4757" cy="601551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>
            <a:extLst>
              <a:ext uri="{FF2B5EF4-FFF2-40B4-BE49-F238E27FC236}">
                <a16:creationId xmlns:a16="http://schemas.microsoft.com/office/drawing/2014/main" id="{479F1D32-DA8E-A3E0-D11F-B1ECB0B2F9C1}"/>
              </a:ext>
            </a:extLst>
          </p:cNvPr>
          <p:cNvCxnSpPr>
            <a:cxnSpLocks/>
            <a:stCxn id="67" idx="7"/>
            <a:endCxn id="68" idx="2"/>
          </p:cNvCxnSpPr>
          <p:nvPr/>
        </p:nvCxnSpPr>
        <p:spPr bwMode="auto">
          <a:xfrm flipV="1">
            <a:off x="2611045" y="4904494"/>
            <a:ext cx="1879204" cy="1006465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>
            <a:extLst>
              <a:ext uri="{FF2B5EF4-FFF2-40B4-BE49-F238E27FC236}">
                <a16:creationId xmlns:a16="http://schemas.microsoft.com/office/drawing/2014/main" id="{36E52219-3E95-2E67-7D19-4B1AD2C1FA37}"/>
              </a:ext>
            </a:extLst>
          </p:cNvPr>
          <p:cNvCxnSpPr>
            <a:cxnSpLocks/>
            <a:stCxn id="66" idx="4"/>
            <a:endCxn id="67" idx="0"/>
          </p:cNvCxnSpPr>
          <p:nvPr/>
        </p:nvCxnSpPr>
        <p:spPr bwMode="auto">
          <a:xfrm flipH="1">
            <a:off x="2592167" y="5284676"/>
            <a:ext cx="26697" cy="619588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Verbinder: gewinkelt 73">
            <a:extLst>
              <a:ext uri="{FF2B5EF4-FFF2-40B4-BE49-F238E27FC236}">
                <a16:creationId xmlns:a16="http://schemas.microsoft.com/office/drawing/2014/main" id="{31A7CF3C-B3EB-A2C0-1E2E-37AA9D188A03}"/>
              </a:ext>
            </a:extLst>
          </p:cNvPr>
          <p:cNvCxnSpPr>
            <a:cxnSpLocks/>
            <a:stCxn id="28" idx="1"/>
            <a:endCxn id="9" idx="2"/>
          </p:cNvCxnSpPr>
          <p:nvPr/>
        </p:nvCxnSpPr>
        <p:spPr>
          <a:xfrm rot="10800000">
            <a:off x="7116194" y="4830988"/>
            <a:ext cx="3570245" cy="2079"/>
          </a:xfrm>
          <a:prstGeom prst="bentConnector3">
            <a:avLst>
              <a:gd name="adj1" fmla="val 50000"/>
            </a:avLst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headEnd type="none" w="med" len="med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Ellipse 74">
            <a:extLst>
              <a:ext uri="{FF2B5EF4-FFF2-40B4-BE49-F238E27FC236}">
                <a16:creationId xmlns:a16="http://schemas.microsoft.com/office/drawing/2014/main" id="{0CDEE95C-8291-4A20-93E7-5961420DF1C6}"/>
              </a:ext>
            </a:extLst>
          </p:cNvPr>
          <p:cNvSpPr/>
          <p:nvPr/>
        </p:nvSpPr>
        <p:spPr>
          <a:xfrm>
            <a:off x="4806743" y="5419860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5</a:t>
            </a:r>
          </a:p>
        </p:txBody>
      </p:sp>
      <p:cxnSp>
        <p:nvCxnSpPr>
          <p:cNvPr id="76" name="Gerader Verbinder 75">
            <a:extLst>
              <a:ext uri="{FF2B5EF4-FFF2-40B4-BE49-F238E27FC236}">
                <a16:creationId xmlns:a16="http://schemas.microsoft.com/office/drawing/2014/main" id="{625F9E23-3C17-168F-B94E-E696444DA89A}"/>
              </a:ext>
            </a:extLst>
          </p:cNvPr>
          <p:cNvCxnSpPr>
            <a:cxnSpLocks/>
            <a:stCxn id="75" idx="0"/>
            <a:endCxn id="54" idx="4"/>
          </p:cNvCxnSpPr>
          <p:nvPr/>
        </p:nvCxnSpPr>
        <p:spPr bwMode="auto">
          <a:xfrm flipV="1">
            <a:off x="4833440" y="5002286"/>
            <a:ext cx="4024" cy="417574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Gerader Verbinder 76">
            <a:extLst>
              <a:ext uri="{FF2B5EF4-FFF2-40B4-BE49-F238E27FC236}">
                <a16:creationId xmlns:a16="http://schemas.microsoft.com/office/drawing/2014/main" id="{14D58D5C-D1CA-A392-BC91-71CE6ADAABE1}"/>
              </a:ext>
            </a:extLst>
          </p:cNvPr>
          <p:cNvCxnSpPr>
            <a:cxnSpLocks/>
            <a:stCxn id="54" idx="7"/>
          </p:cNvCxnSpPr>
          <p:nvPr/>
        </p:nvCxnSpPr>
        <p:spPr bwMode="auto">
          <a:xfrm flipV="1">
            <a:off x="4856342" y="4338747"/>
            <a:ext cx="1108088" cy="624515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prstDash val="dashDot"/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Ellipse 77">
            <a:extLst>
              <a:ext uri="{FF2B5EF4-FFF2-40B4-BE49-F238E27FC236}">
                <a16:creationId xmlns:a16="http://schemas.microsoft.com/office/drawing/2014/main" id="{51A663A6-C30E-9D19-2530-5CFD73585E97}"/>
              </a:ext>
            </a:extLst>
          </p:cNvPr>
          <p:cNvSpPr/>
          <p:nvPr/>
        </p:nvSpPr>
        <p:spPr>
          <a:xfrm rot="21543579">
            <a:off x="5959949" y="4302783"/>
            <a:ext cx="53394" cy="45719"/>
          </a:xfrm>
          <a:prstGeom prst="ellipse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3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5A2912D6-9A23-D48B-B322-FE7DCEB40A2E}"/>
              </a:ext>
            </a:extLst>
          </p:cNvPr>
          <p:cNvSpPr/>
          <p:nvPr/>
        </p:nvSpPr>
        <p:spPr bwMode="auto">
          <a:xfrm>
            <a:off x="5427578" y="5832770"/>
            <a:ext cx="799949" cy="498600"/>
          </a:xfrm>
          <a:prstGeom prst="roundRect">
            <a:avLst>
              <a:gd name="adj" fmla="val 14082"/>
            </a:avLst>
          </a:prstGeom>
          <a:solidFill>
            <a:srgbClr val="C00000">
              <a:alpha val="15000"/>
            </a:srgbClr>
          </a:solidFill>
          <a:ln w="6350">
            <a:solidFill>
              <a:srgbClr val="4D4D4D"/>
            </a:solidFill>
            <a:prstDash val="lgDashDot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de-DE" sz="800" dirty="0">
                <a:solidFill>
                  <a:srgbClr val="4D4D4D"/>
                </a:solidFill>
              </a:rPr>
              <a:t>S 16 REWORK</a:t>
            </a:r>
          </a:p>
        </p:txBody>
      </p:sp>
      <p:grpSp>
        <p:nvGrpSpPr>
          <p:cNvPr id="80" name="Gruppieren 79">
            <a:extLst>
              <a:ext uri="{FF2B5EF4-FFF2-40B4-BE49-F238E27FC236}">
                <a16:creationId xmlns:a16="http://schemas.microsoft.com/office/drawing/2014/main" id="{1F421D6A-5DAA-E56B-24E1-84ADBB6985A7}"/>
              </a:ext>
            </a:extLst>
          </p:cNvPr>
          <p:cNvGrpSpPr/>
          <p:nvPr/>
        </p:nvGrpSpPr>
        <p:grpSpPr>
          <a:xfrm>
            <a:off x="887920" y="1100683"/>
            <a:ext cx="2662727" cy="2528254"/>
            <a:chOff x="5195253" y="2604533"/>
            <a:chExt cx="2662727" cy="2528254"/>
          </a:xfrm>
        </p:grpSpPr>
        <p:grpSp>
          <p:nvGrpSpPr>
            <p:cNvPr id="81" name="Gruppieren 80">
              <a:extLst>
                <a:ext uri="{FF2B5EF4-FFF2-40B4-BE49-F238E27FC236}">
                  <a16:creationId xmlns:a16="http://schemas.microsoft.com/office/drawing/2014/main" id="{7730A265-3E2D-4CB5-2CC3-0CD7371B5157}"/>
                </a:ext>
              </a:extLst>
            </p:cNvPr>
            <p:cNvGrpSpPr/>
            <p:nvPr/>
          </p:nvGrpSpPr>
          <p:grpSpPr>
            <a:xfrm rot="16200000">
              <a:off x="5411002" y="2676450"/>
              <a:ext cx="2340231" cy="2356245"/>
              <a:chOff x="3524458" y="1351966"/>
              <a:chExt cx="3928905" cy="3923287"/>
            </a:xfrm>
          </p:grpSpPr>
          <p:sp>
            <p:nvSpPr>
              <p:cNvPr id="84" name="Bogen 83">
                <a:extLst>
                  <a:ext uri="{FF2B5EF4-FFF2-40B4-BE49-F238E27FC236}">
                    <a16:creationId xmlns:a16="http://schemas.microsoft.com/office/drawing/2014/main" id="{EFD882C5-3487-BC07-4206-8019D3698B3A}"/>
                  </a:ext>
                </a:extLst>
              </p:cNvPr>
              <p:cNvSpPr/>
              <p:nvPr/>
            </p:nvSpPr>
            <p:spPr bwMode="auto">
              <a:xfrm rot="10800000">
                <a:off x="3524458" y="1351966"/>
                <a:ext cx="3928905" cy="3923287"/>
              </a:xfrm>
              <a:prstGeom prst="arc">
                <a:avLst>
                  <a:gd name="adj1" fmla="val 681762"/>
                  <a:gd name="adj2" fmla="val 20999703"/>
                </a:avLst>
              </a:prstGeom>
              <a:solidFill>
                <a:schemeClr val="bg1">
                  <a:lumMod val="95000"/>
                  <a:alpha val="22000"/>
                </a:schemeClr>
              </a:solidFill>
              <a:ln w="3175">
                <a:solidFill>
                  <a:srgbClr val="4D4D4D"/>
                </a:solidFill>
                <a:prstDash val="lgDashDotDot"/>
                <a:headEnd type="stealth" w="sm" len="sm"/>
                <a:tailEnd type="stealth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  <p:pic>
            <p:nvPicPr>
              <p:cNvPr id="85" name="Grafik 84">
                <a:extLst>
                  <a:ext uri="{FF2B5EF4-FFF2-40B4-BE49-F238E27FC236}">
                    <a16:creationId xmlns:a16="http://schemas.microsoft.com/office/drawing/2014/main" id="{44650CBD-4800-5B40-516A-9D8AD32F10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alphaModFix amt="63000"/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5073303" y="2913044"/>
                <a:ext cx="1808046" cy="816900"/>
              </a:xfrm>
              <a:prstGeom prst="rect">
                <a:avLst/>
              </a:prstGeom>
            </p:spPr>
          </p:pic>
        </p:grp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6CAF1D91-A4E3-FB6B-D2DC-121AD8EA48C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526617" y="2523249"/>
              <a:ext cx="0" cy="2662727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  <a:prstDash val="lgDashDot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r Verbinder 82">
              <a:extLst>
                <a:ext uri="{FF2B5EF4-FFF2-40B4-BE49-F238E27FC236}">
                  <a16:creationId xmlns:a16="http://schemas.microsoft.com/office/drawing/2014/main" id="{B700EFB4-B0D0-99B9-D030-34C332C97E1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5320283" y="3868634"/>
              <a:ext cx="2528254" cy="51"/>
            </a:xfrm>
            <a:prstGeom prst="line">
              <a:avLst/>
            </a:prstGeom>
            <a:ln w="3175">
              <a:solidFill>
                <a:schemeClr val="tx1">
                  <a:lumMod val="75000"/>
                  <a:lumOff val="25000"/>
                </a:schemeClr>
              </a:solidFill>
              <a:prstDash val="lgDashDot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Gruppieren 85">
            <a:extLst>
              <a:ext uri="{FF2B5EF4-FFF2-40B4-BE49-F238E27FC236}">
                <a16:creationId xmlns:a16="http://schemas.microsoft.com/office/drawing/2014/main" id="{73023E13-03D1-0B27-B0A0-8024EA590538}"/>
              </a:ext>
            </a:extLst>
          </p:cNvPr>
          <p:cNvGrpSpPr/>
          <p:nvPr/>
        </p:nvGrpSpPr>
        <p:grpSpPr>
          <a:xfrm>
            <a:off x="4510396" y="1507965"/>
            <a:ext cx="1571382" cy="1551645"/>
            <a:chOff x="7934740" y="5045717"/>
            <a:chExt cx="1571382" cy="1551645"/>
          </a:xfrm>
        </p:grpSpPr>
        <p:grpSp>
          <p:nvGrpSpPr>
            <p:cNvPr id="87" name="Gruppieren 86">
              <a:extLst>
                <a:ext uri="{FF2B5EF4-FFF2-40B4-BE49-F238E27FC236}">
                  <a16:creationId xmlns:a16="http://schemas.microsoft.com/office/drawing/2014/main" id="{BD8E9951-F584-84FD-B115-A023456DF0B7}"/>
                </a:ext>
              </a:extLst>
            </p:cNvPr>
            <p:cNvGrpSpPr/>
            <p:nvPr/>
          </p:nvGrpSpPr>
          <p:grpSpPr>
            <a:xfrm rot="2580000">
              <a:off x="7939607" y="5081298"/>
              <a:ext cx="1566515" cy="1463490"/>
              <a:chOff x="7924675" y="5087204"/>
              <a:chExt cx="1566515" cy="1463490"/>
            </a:xfrm>
          </p:grpSpPr>
          <p:cxnSp>
            <p:nvCxnSpPr>
              <p:cNvPr id="101" name="Gerader Verbinder 100">
                <a:extLst>
                  <a:ext uri="{FF2B5EF4-FFF2-40B4-BE49-F238E27FC236}">
                    <a16:creationId xmlns:a16="http://schemas.microsoft.com/office/drawing/2014/main" id="{05AF03C7-DF64-1495-38F0-1AC8761B07B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707933" y="5038147"/>
                <a:ext cx="0" cy="1566515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  <a:prstDash val="lgDashDot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Gerader Verbinder 101">
                <a:extLst>
                  <a:ext uri="{FF2B5EF4-FFF2-40B4-BE49-F238E27FC236}">
                    <a16:creationId xmlns:a16="http://schemas.microsoft.com/office/drawing/2014/main" id="{3AF65A58-4E4C-2429-2616-46488CA120C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991136" y="5818934"/>
                <a:ext cx="1463490" cy="30"/>
              </a:xfrm>
              <a:prstGeom prst="line">
                <a:avLst/>
              </a:prstGeom>
              <a:ln w="3175">
                <a:solidFill>
                  <a:schemeClr val="tx1">
                    <a:lumMod val="75000"/>
                    <a:lumOff val="25000"/>
                  </a:schemeClr>
                </a:solidFill>
                <a:prstDash val="lgDashDot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8" name="Gruppieren 87">
              <a:extLst>
                <a:ext uri="{FF2B5EF4-FFF2-40B4-BE49-F238E27FC236}">
                  <a16:creationId xmlns:a16="http://schemas.microsoft.com/office/drawing/2014/main" id="{78912023-2C65-BE79-D7C6-7AE2F870040D}"/>
                </a:ext>
              </a:extLst>
            </p:cNvPr>
            <p:cNvGrpSpPr/>
            <p:nvPr/>
          </p:nvGrpSpPr>
          <p:grpSpPr>
            <a:xfrm>
              <a:off x="7934740" y="5045717"/>
              <a:ext cx="1568688" cy="1551645"/>
              <a:chOff x="7934740" y="5045717"/>
              <a:chExt cx="1568688" cy="1551645"/>
            </a:xfrm>
          </p:grpSpPr>
          <p:sp>
            <p:nvSpPr>
              <p:cNvPr id="89" name="Bogen 88">
                <a:extLst>
                  <a:ext uri="{FF2B5EF4-FFF2-40B4-BE49-F238E27FC236}">
                    <a16:creationId xmlns:a16="http://schemas.microsoft.com/office/drawing/2014/main" id="{5707A0B1-3E7C-40E7-2354-D22DE706C5BB}"/>
                  </a:ext>
                </a:extLst>
              </p:cNvPr>
              <p:cNvSpPr/>
              <p:nvPr/>
            </p:nvSpPr>
            <p:spPr bwMode="auto">
              <a:xfrm rot="5400000">
                <a:off x="8001618" y="5114213"/>
                <a:ext cx="1430167" cy="1416761"/>
              </a:xfrm>
              <a:prstGeom prst="arc">
                <a:avLst>
                  <a:gd name="adj1" fmla="val 5622361"/>
                  <a:gd name="adj2" fmla="val 5001246"/>
                </a:avLst>
              </a:prstGeom>
              <a:solidFill>
                <a:schemeClr val="bg1">
                  <a:lumMod val="95000"/>
                  <a:alpha val="22000"/>
                </a:schemeClr>
              </a:solidFill>
              <a:ln w="3175">
                <a:solidFill>
                  <a:srgbClr val="4D4D4D"/>
                </a:solidFill>
                <a:prstDash val="lgDashDotDot"/>
                <a:headEnd type="none" w="sm" len="sm"/>
                <a:tailEnd type="stealth" w="sm" len="sm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b"/>
              <a:lstStyle/>
              <a:p>
                <a:pPr algn="ctr">
                  <a:defRPr/>
                </a:pPr>
                <a:endParaRPr lang="de-DE" sz="800" dirty="0">
                  <a:solidFill>
                    <a:srgbClr val="4D4D4D"/>
                  </a:solidFill>
                </a:endParaRPr>
              </a:p>
            </p:txBody>
          </p:sp>
          <p:grpSp>
            <p:nvGrpSpPr>
              <p:cNvPr id="90" name="Gruppieren 89">
                <a:extLst>
                  <a:ext uri="{FF2B5EF4-FFF2-40B4-BE49-F238E27FC236}">
                    <a16:creationId xmlns:a16="http://schemas.microsoft.com/office/drawing/2014/main" id="{EA54B299-4D0B-4E9A-8879-A1A6C0BB55EE}"/>
                  </a:ext>
                </a:extLst>
              </p:cNvPr>
              <p:cNvGrpSpPr/>
              <p:nvPr/>
            </p:nvGrpSpPr>
            <p:grpSpPr>
              <a:xfrm>
                <a:off x="7934740" y="5091516"/>
                <a:ext cx="1566515" cy="1463490"/>
                <a:chOff x="7924675" y="5087204"/>
                <a:chExt cx="1566515" cy="1463490"/>
              </a:xfrm>
            </p:grpSpPr>
            <p:cxnSp>
              <p:nvCxnSpPr>
                <p:cNvPr id="99" name="Gerader Verbinder 98">
                  <a:extLst>
                    <a:ext uri="{FF2B5EF4-FFF2-40B4-BE49-F238E27FC236}">
                      <a16:creationId xmlns:a16="http://schemas.microsoft.com/office/drawing/2014/main" id="{ADBDCCF0-34FB-8BF3-1177-7A4F3FA3EF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8707933" y="5038147"/>
                  <a:ext cx="0" cy="1566515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Gerader Verbinder 99">
                  <a:extLst>
                    <a:ext uri="{FF2B5EF4-FFF2-40B4-BE49-F238E27FC236}">
                      <a16:creationId xmlns:a16="http://schemas.microsoft.com/office/drawing/2014/main" id="{B2F27E1E-BDB1-374B-0000-C9350643F9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7991136" y="5818934"/>
                  <a:ext cx="1463490" cy="30"/>
                </a:xfrm>
                <a:prstGeom prst="line">
                  <a:avLst/>
                </a:prstGeom>
                <a:ln w="3175">
                  <a:solidFill>
                    <a:schemeClr val="tx1">
                      <a:lumMod val="75000"/>
                      <a:lumOff val="25000"/>
                    </a:schemeClr>
                  </a:solidFill>
                  <a:prstDash val="lgDashDot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4821E0A5-5128-91CD-34B9-048E50EC1CB7}"/>
                  </a:ext>
                </a:extLst>
              </p:cNvPr>
              <p:cNvSpPr/>
              <p:nvPr/>
            </p:nvSpPr>
            <p:spPr>
              <a:xfrm>
                <a:off x="9395428" y="5766952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ADEA942F-E477-C885-1B37-AD22ED128F78}"/>
                  </a:ext>
                </a:extLst>
              </p:cNvPr>
              <p:cNvSpPr/>
              <p:nvPr/>
            </p:nvSpPr>
            <p:spPr>
              <a:xfrm>
                <a:off x="9207756" y="6252736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DC11E44D-BB4B-8324-30EF-A4AA246EB9B4}"/>
                  </a:ext>
                </a:extLst>
              </p:cNvPr>
              <p:cNvSpPr/>
              <p:nvPr/>
            </p:nvSpPr>
            <p:spPr>
              <a:xfrm>
                <a:off x="8677255" y="6489362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EC1BEE07-3F4D-16BE-E322-4535FDFCAC3B}"/>
                  </a:ext>
                </a:extLst>
              </p:cNvPr>
              <p:cNvSpPr/>
              <p:nvPr/>
            </p:nvSpPr>
            <p:spPr>
              <a:xfrm>
                <a:off x="8204136" y="6307849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Ellipse 94">
                <a:extLst>
                  <a:ext uri="{FF2B5EF4-FFF2-40B4-BE49-F238E27FC236}">
                    <a16:creationId xmlns:a16="http://schemas.microsoft.com/office/drawing/2014/main" id="{80BE82AE-E3FD-AF5D-B857-655345DF731D}"/>
                  </a:ext>
                </a:extLst>
              </p:cNvPr>
              <p:cNvSpPr/>
              <p:nvPr/>
            </p:nvSpPr>
            <p:spPr>
              <a:xfrm>
                <a:off x="9162615" y="525833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Ellipse 95">
                <a:extLst>
                  <a:ext uri="{FF2B5EF4-FFF2-40B4-BE49-F238E27FC236}">
                    <a16:creationId xmlns:a16="http://schemas.microsoft.com/office/drawing/2014/main" id="{84F593D5-2491-376F-670D-6F910AD53714}"/>
                  </a:ext>
                </a:extLst>
              </p:cNvPr>
              <p:cNvSpPr/>
              <p:nvPr/>
            </p:nvSpPr>
            <p:spPr>
              <a:xfrm>
                <a:off x="8680667" y="5045717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Ellipse 96">
                <a:extLst>
                  <a:ext uri="{FF2B5EF4-FFF2-40B4-BE49-F238E27FC236}">
                    <a16:creationId xmlns:a16="http://schemas.microsoft.com/office/drawing/2014/main" id="{22393A4F-3502-675C-84E6-8D1766931FEE}"/>
                  </a:ext>
                </a:extLst>
              </p:cNvPr>
              <p:cNvSpPr/>
              <p:nvPr/>
            </p:nvSpPr>
            <p:spPr>
              <a:xfrm>
                <a:off x="8150136" y="527850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4">
                      <a:lumMod val="20000"/>
                      <a:lumOff val="8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" name="Ellipse 97">
                <a:extLst>
                  <a:ext uri="{FF2B5EF4-FFF2-40B4-BE49-F238E27FC236}">
                    <a16:creationId xmlns:a16="http://schemas.microsoft.com/office/drawing/2014/main" id="{EB9CB2E7-9E93-64CA-9133-A5245459EE63}"/>
                  </a:ext>
                </a:extLst>
              </p:cNvPr>
              <p:cNvSpPr/>
              <p:nvPr/>
            </p:nvSpPr>
            <p:spPr>
              <a:xfrm>
                <a:off x="7957452" y="5774601"/>
                <a:ext cx="108000" cy="108000"/>
              </a:xfrm>
              <a:prstGeom prst="ellipse">
                <a:avLst/>
              </a:prstGeom>
              <a:gradFill flip="none" rotWithShape="1">
                <a:gsLst>
                  <a:gs pos="0">
                    <a:schemeClr val="accent6">
                      <a:lumMod val="0"/>
                      <a:lumOff val="100000"/>
                    </a:schemeClr>
                  </a:gs>
                  <a:gs pos="35000">
                    <a:schemeClr val="accent6">
                      <a:lumMod val="0"/>
                      <a:lumOff val="100000"/>
                    </a:schemeClr>
                  </a:gs>
                  <a:gs pos="100000">
                    <a:schemeClr val="accent6">
                      <a:lumMod val="100000"/>
                    </a:schemeClr>
                  </a:gs>
                </a:gsLst>
                <a:path path="circle">
                  <a:fillToRect l="50000" t="-80000" r="50000" b="180000"/>
                </a:path>
                <a:tileRect/>
              </a:gra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300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71831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>
            <a:extLst>
              <a:ext uri="{FF2B5EF4-FFF2-40B4-BE49-F238E27FC236}">
                <a16:creationId xmlns:a16="http://schemas.microsoft.com/office/drawing/2014/main" id="{703F5148-1098-81A2-6850-237CD4400BFF}"/>
              </a:ext>
            </a:extLst>
          </p:cNvPr>
          <p:cNvSpPr txBox="1"/>
          <p:nvPr/>
        </p:nvSpPr>
        <p:spPr>
          <a:xfrm>
            <a:off x="4293904" y="45943"/>
            <a:ext cx="28815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Gilroy"/>
              </a:rPr>
              <a:t>  ST 1 - Stößel positionieren</a:t>
            </a:r>
            <a:endParaRPr lang="de-DE" sz="1000" i="1" dirty="0">
              <a:solidFill>
                <a:schemeClr val="tx1">
                  <a:lumMod val="75000"/>
                  <a:lumOff val="25000"/>
                </a:schemeClr>
              </a:solidFill>
              <a:latin typeface="Gilroy"/>
            </a:endParaRPr>
          </a:p>
        </p:txBody>
      </p:sp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7C497C42-682F-4050-AFFE-1070943B992B}"/>
              </a:ext>
            </a:extLst>
          </p:cNvPr>
          <p:cNvCxnSpPr>
            <a:cxnSpLocks/>
          </p:cNvCxnSpPr>
          <p:nvPr/>
        </p:nvCxnSpPr>
        <p:spPr bwMode="auto">
          <a:xfrm>
            <a:off x="1553167" y="798773"/>
            <a:ext cx="0" cy="25200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none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Grafik 49">
            <a:extLst>
              <a:ext uri="{FF2B5EF4-FFF2-40B4-BE49-F238E27FC236}">
                <a16:creationId xmlns:a16="http://schemas.microsoft.com/office/drawing/2014/main" id="{2DA5D2C6-7353-08A9-477E-DC1F2708BA7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l="37441" t="48879" r="54189" b="25290"/>
          <a:stretch/>
        </p:blipFill>
        <p:spPr>
          <a:xfrm rot="11137770">
            <a:off x="1445865" y="4991271"/>
            <a:ext cx="387040" cy="29236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51" name="Rechteck 50">
            <a:extLst>
              <a:ext uri="{FF2B5EF4-FFF2-40B4-BE49-F238E27FC236}">
                <a16:creationId xmlns:a16="http://schemas.microsoft.com/office/drawing/2014/main" id="{CAA30BF5-CDDF-DA12-E71C-ACBF4668F23C}"/>
              </a:ext>
            </a:extLst>
          </p:cNvPr>
          <p:cNvSpPr/>
          <p:nvPr/>
        </p:nvSpPr>
        <p:spPr bwMode="auto">
          <a:xfrm flipV="1">
            <a:off x="1111656" y="4349926"/>
            <a:ext cx="142544" cy="116522"/>
          </a:xfrm>
          <a:prstGeom prst="rect">
            <a:avLst/>
          </a:prstGeom>
          <a:solidFill>
            <a:srgbClr val="FF0000">
              <a:alpha val="28000"/>
            </a:srgbClr>
          </a:solidFill>
          <a:ln w="3175" cap="flat" cmpd="sng" algn="ctr">
            <a:solidFill>
              <a:schemeClr val="tx1"/>
            </a:solidFill>
            <a:prstDash val="lgDashDotDot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endParaRPr lang="de-DE">
              <a:latin typeface="Arial" charset="0"/>
            </a:endParaRPr>
          </a:p>
        </p:txBody>
      </p:sp>
      <p:pic>
        <p:nvPicPr>
          <p:cNvPr id="52" name="Grafik 51">
            <a:extLst>
              <a:ext uri="{FF2B5EF4-FFF2-40B4-BE49-F238E27FC236}">
                <a16:creationId xmlns:a16="http://schemas.microsoft.com/office/drawing/2014/main" id="{D8027A68-7EDB-E229-1D73-6FF34436DF5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1000"/>
          </a:blip>
          <a:srcRect l="34495"/>
          <a:stretch/>
        </p:blipFill>
        <p:spPr>
          <a:xfrm>
            <a:off x="7504996" y="940867"/>
            <a:ext cx="796145" cy="539214"/>
          </a:xfrm>
          <a:prstGeom prst="rect">
            <a:avLst/>
          </a:prstGeom>
        </p:spPr>
      </p:pic>
      <p:pic>
        <p:nvPicPr>
          <p:cNvPr id="54" name="Grafik 53">
            <a:extLst>
              <a:ext uri="{FF2B5EF4-FFF2-40B4-BE49-F238E27FC236}">
                <a16:creationId xmlns:a16="http://schemas.microsoft.com/office/drawing/2014/main" id="{BA439B71-9AF3-8D47-9DCE-D1B506D4BA8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1000"/>
          </a:blip>
          <a:srcRect l="34495"/>
          <a:stretch/>
        </p:blipFill>
        <p:spPr>
          <a:xfrm flipV="1">
            <a:off x="499803" y="1999710"/>
            <a:ext cx="926239" cy="627324"/>
          </a:xfrm>
          <a:prstGeom prst="rect">
            <a:avLst/>
          </a:prstGeom>
        </p:spPr>
      </p:pic>
      <p:sp>
        <p:nvSpPr>
          <p:cNvPr id="57" name="Rechteck 56">
            <a:extLst>
              <a:ext uri="{FF2B5EF4-FFF2-40B4-BE49-F238E27FC236}">
                <a16:creationId xmlns:a16="http://schemas.microsoft.com/office/drawing/2014/main" id="{F00A363F-1FE5-7E22-45B4-FE30759A8507}"/>
              </a:ext>
            </a:extLst>
          </p:cNvPr>
          <p:cNvSpPr/>
          <p:nvPr/>
        </p:nvSpPr>
        <p:spPr bwMode="auto">
          <a:xfrm flipH="1">
            <a:off x="1537110" y="581280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Reinigungszugang evtl. Einschleussung Sonderteile</a:t>
            </a:r>
            <a:endParaRPr lang="de-DE" sz="600" dirty="0">
              <a:solidFill>
                <a:schemeClr val="tx2">
                  <a:lumMod val="65000"/>
                  <a:lumOff val="35000"/>
                </a:schemeClr>
              </a:solidFill>
            </a:endParaRPr>
          </a:p>
        </p:txBody>
      </p:sp>
      <p:cxnSp>
        <p:nvCxnSpPr>
          <p:cNvPr id="61" name="Gerader Verbinder 60">
            <a:extLst>
              <a:ext uri="{FF2B5EF4-FFF2-40B4-BE49-F238E27FC236}">
                <a16:creationId xmlns:a16="http://schemas.microsoft.com/office/drawing/2014/main" id="{5730E5F5-14BC-12E7-0DC6-B464C690C5B8}"/>
              </a:ext>
            </a:extLst>
          </p:cNvPr>
          <p:cNvCxnSpPr>
            <a:cxnSpLocks/>
          </p:cNvCxnSpPr>
          <p:nvPr/>
        </p:nvCxnSpPr>
        <p:spPr bwMode="auto">
          <a:xfrm flipH="1">
            <a:off x="501128" y="4280625"/>
            <a:ext cx="347133" cy="0"/>
          </a:xfrm>
          <a:prstGeom prst="line">
            <a:avLst/>
          </a:prstGeom>
          <a:ln w="3175">
            <a:solidFill>
              <a:schemeClr val="tx1">
                <a:lumMod val="65000"/>
                <a:lumOff val="35000"/>
              </a:schemeClr>
            </a:solidFill>
            <a:headEnd type="none"/>
            <a:tailEnd type="stealth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hteck 61">
            <a:extLst>
              <a:ext uri="{FF2B5EF4-FFF2-40B4-BE49-F238E27FC236}">
                <a16:creationId xmlns:a16="http://schemas.microsoft.com/office/drawing/2014/main" id="{A009BBB2-8753-1AD2-143F-6F0CC402CC1D}"/>
              </a:ext>
            </a:extLst>
          </p:cNvPr>
          <p:cNvSpPr/>
          <p:nvPr/>
        </p:nvSpPr>
        <p:spPr bwMode="auto">
          <a:xfrm flipV="1">
            <a:off x="314270" y="4223257"/>
            <a:ext cx="944691" cy="114737"/>
          </a:xfrm>
          <a:prstGeom prst="rect">
            <a:avLst/>
          </a:prstGeom>
          <a:solidFill>
            <a:srgbClr val="92D050">
              <a:alpha val="28000"/>
            </a:srgbClr>
          </a:solidFill>
          <a:ln w="3175" cap="flat" cmpd="sng" algn="ctr">
            <a:solidFill>
              <a:schemeClr val="tx1"/>
            </a:solidFill>
            <a:prstDash val="lgDashDotDot"/>
            <a:round/>
            <a:headEnd type="none" w="med" len="med"/>
            <a:tailEnd type="triangle" w="med" len="med"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endParaRPr lang="de-DE">
              <a:latin typeface="Arial" charset="0"/>
            </a:endParaRPr>
          </a:p>
        </p:txBody>
      </p:sp>
      <p:grpSp>
        <p:nvGrpSpPr>
          <p:cNvPr id="63" name="Gruppieren 62">
            <a:extLst>
              <a:ext uri="{FF2B5EF4-FFF2-40B4-BE49-F238E27FC236}">
                <a16:creationId xmlns:a16="http://schemas.microsoft.com/office/drawing/2014/main" id="{46CC2E14-EE3E-E7F3-45DE-ABEECC48E5FC}"/>
              </a:ext>
            </a:extLst>
          </p:cNvPr>
          <p:cNvGrpSpPr/>
          <p:nvPr/>
        </p:nvGrpSpPr>
        <p:grpSpPr>
          <a:xfrm rot="5400000" flipH="1">
            <a:off x="836973" y="755245"/>
            <a:ext cx="531577" cy="960133"/>
            <a:chOff x="6710530" y="1176300"/>
            <a:chExt cx="531577" cy="960133"/>
          </a:xfrm>
        </p:grpSpPr>
        <p:pic>
          <p:nvPicPr>
            <p:cNvPr id="64" name="Grafik 63">
              <a:extLst>
                <a:ext uri="{FF2B5EF4-FFF2-40B4-BE49-F238E27FC236}">
                  <a16:creationId xmlns:a16="http://schemas.microsoft.com/office/drawing/2014/main" id="{BB3F6046-91A3-3EDE-82FF-58098F92AF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41898" r="-1"/>
            <a:stretch/>
          </p:blipFill>
          <p:spPr>
            <a:xfrm rot="16200000" flipV="1">
              <a:off x="6615144" y="1271686"/>
              <a:ext cx="722350" cy="531577"/>
            </a:xfrm>
            <a:prstGeom prst="rect">
              <a:avLst/>
            </a:prstGeom>
          </p:spPr>
        </p:pic>
        <p:pic>
          <p:nvPicPr>
            <p:cNvPr id="65" name="Grafik 64">
              <a:extLst>
                <a:ext uri="{FF2B5EF4-FFF2-40B4-BE49-F238E27FC236}">
                  <a16:creationId xmlns:a16="http://schemas.microsoft.com/office/drawing/2014/main" id="{44A9AC5F-17A6-FEFB-E801-8C71892A91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36460" t="60105" r="43911" b="-1"/>
            <a:stretch/>
          </p:blipFill>
          <p:spPr>
            <a:xfrm rot="16200000" flipV="1">
              <a:off x="6694548" y="1908374"/>
              <a:ext cx="244041" cy="212078"/>
            </a:xfrm>
            <a:prstGeom prst="rect">
              <a:avLst/>
            </a:prstGeom>
          </p:spPr>
        </p:pic>
      </p:grpSp>
      <p:pic>
        <p:nvPicPr>
          <p:cNvPr id="66" name="Grafik 65">
            <a:extLst>
              <a:ext uri="{FF2B5EF4-FFF2-40B4-BE49-F238E27FC236}">
                <a16:creationId xmlns:a16="http://schemas.microsoft.com/office/drawing/2014/main" id="{18327E88-30A4-CEFA-E1A7-39D5D4B15C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 amt="51000"/>
          </a:blip>
          <a:srcRect l="34495"/>
          <a:stretch/>
        </p:blipFill>
        <p:spPr>
          <a:xfrm rot="5400000">
            <a:off x="468177" y="3068283"/>
            <a:ext cx="784600" cy="531395"/>
          </a:xfrm>
          <a:prstGeom prst="rect">
            <a:avLst/>
          </a:prstGeom>
        </p:spPr>
      </p:pic>
      <p:grpSp>
        <p:nvGrpSpPr>
          <p:cNvPr id="71" name="Gruppieren 70">
            <a:extLst>
              <a:ext uri="{FF2B5EF4-FFF2-40B4-BE49-F238E27FC236}">
                <a16:creationId xmlns:a16="http://schemas.microsoft.com/office/drawing/2014/main" id="{E5D5E7D1-AB8F-CE6C-FA83-A523A81FB87C}"/>
              </a:ext>
            </a:extLst>
          </p:cNvPr>
          <p:cNvGrpSpPr/>
          <p:nvPr/>
        </p:nvGrpSpPr>
        <p:grpSpPr>
          <a:xfrm rot="16200000" flipH="1" flipV="1">
            <a:off x="4974766" y="3250658"/>
            <a:ext cx="265789" cy="480465"/>
            <a:chOff x="6710530" y="1176300"/>
            <a:chExt cx="531577" cy="960133"/>
          </a:xfrm>
        </p:grpSpPr>
        <p:pic>
          <p:nvPicPr>
            <p:cNvPr id="73" name="Grafik 72">
              <a:extLst>
                <a:ext uri="{FF2B5EF4-FFF2-40B4-BE49-F238E27FC236}">
                  <a16:creationId xmlns:a16="http://schemas.microsoft.com/office/drawing/2014/main" id="{97A7915A-9F68-6CE6-EBD2-C271B12D33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41898" r="-1"/>
            <a:stretch/>
          </p:blipFill>
          <p:spPr>
            <a:xfrm rot="16200000" flipV="1">
              <a:off x="6615144" y="1271686"/>
              <a:ext cx="722350" cy="531577"/>
            </a:xfrm>
            <a:prstGeom prst="rect">
              <a:avLst/>
            </a:prstGeom>
          </p:spPr>
        </p:pic>
        <p:pic>
          <p:nvPicPr>
            <p:cNvPr id="74" name="Grafik 73">
              <a:extLst>
                <a:ext uri="{FF2B5EF4-FFF2-40B4-BE49-F238E27FC236}">
                  <a16:creationId xmlns:a16="http://schemas.microsoft.com/office/drawing/2014/main" id="{6A2EDA3F-F871-22A3-BD5E-D4471B1181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36460" t="60105" r="43911" b="-1"/>
            <a:stretch/>
          </p:blipFill>
          <p:spPr>
            <a:xfrm rot="16200000" flipV="1">
              <a:off x="6694548" y="1908374"/>
              <a:ext cx="244041" cy="212078"/>
            </a:xfrm>
            <a:prstGeom prst="rect">
              <a:avLst/>
            </a:prstGeom>
          </p:spPr>
        </p:pic>
      </p:grpSp>
      <p:pic>
        <p:nvPicPr>
          <p:cNvPr id="81" name="Grafik 80">
            <a:extLst>
              <a:ext uri="{FF2B5EF4-FFF2-40B4-BE49-F238E27FC236}">
                <a16:creationId xmlns:a16="http://schemas.microsoft.com/office/drawing/2014/main" id="{01D21145-6AC2-71FD-E198-254BBD14730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70000"/>
          </a:blip>
          <a:stretch>
            <a:fillRect/>
          </a:stretch>
        </p:blipFill>
        <p:spPr>
          <a:xfrm>
            <a:off x="7390569" y="368590"/>
            <a:ext cx="288176" cy="853855"/>
          </a:xfrm>
          <a:prstGeom prst="rect">
            <a:avLst/>
          </a:prstGeom>
        </p:spPr>
      </p:pic>
      <p:sp>
        <p:nvSpPr>
          <p:cNvPr id="89" name="Rechteck 88">
            <a:extLst>
              <a:ext uri="{FF2B5EF4-FFF2-40B4-BE49-F238E27FC236}">
                <a16:creationId xmlns:a16="http://schemas.microsoft.com/office/drawing/2014/main" id="{E180BC7A-FEF4-078A-CA4C-ABE2BF11BB01}"/>
              </a:ext>
            </a:extLst>
          </p:cNvPr>
          <p:cNvSpPr/>
          <p:nvPr/>
        </p:nvSpPr>
        <p:spPr bwMode="auto">
          <a:xfrm flipH="1">
            <a:off x="10180048" y="1153668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Stößel positionieren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90" name="Rechteck 89">
            <a:extLst>
              <a:ext uri="{FF2B5EF4-FFF2-40B4-BE49-F238E27FC236}">
                <a16:creationId xmlns:a16="http://schemas.microsoft.com/office/drawing/2014/main" id="{6EB11DAF-4A9A-2042-A689-897772C3CDEC}"/>
              </a:ext>
            </a:extLst>
          </p:cNvPr>
          <p:cNvSpPr/>
          <p:nvPr/>
        </p:nvSpPr>
        <p:spPr bwMode="auto">
          <a:xfrm flipH="1">
            <a:off x="10180048" y="1406438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 auf Anschlag einpressen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97" name="Rechteck 96">
            <a:extLst>
              <a:ext uri="{FF2B5EF4-FFF2-40B4-BE49-F238E27FC236}">
                <a16:creationId xmlns:a16="http://schemas.microsoft.com/office/drawing/2014/main" id="{56CD6397-6F76-D9B8-2A10-9548B1C2E41D}"/>
              </a:ext>
            </a:extLst>
          </p:cNvPr>
          <p:cNvSpPr/>
          <p:nvPr/>
        </p:nvSpPr>
        <p:spPr bwMode="auto">
          <a:xfrm flipH="1">
            <a:off x="10180048" y="1651313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Dichtbuchse positionieren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98" name="Rechteck 97">
            <a:extLst>
              <a:ext uri="{FF2B5EF4-FFF2-40B4-BE49-F238E27FC236}">
                <a16:creationId xmlns:a16="http://schemas.microsoft.com/office/drawing/2014/main" id="{E4DFEB9E-EBB2-8242-E927-492D7083E4DD}"/>
              </a:ext>
            </a:extLst>
          </p:cNvPr>
          <p:cNvSpPr/>
          <p:nvPr/>
        </p:nvSpPr>
        <p:spPr bwMode="auto">
          <a:xfrm flipH="1">
            <a:off x="10180048" y="1904083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Hülse in Dichtbuchse einpressen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99" name="Rechteck 98">
            <a:extLst>
              <a:ext uri="{FF2B5EF4-FFF2-40B4-BE49-F238E27FC236}">
                <a16:creationId xmlns:a16="http://schemas.microsoft.com/office/drawing/2014/main" id="{0AB803B9-325E-4511-72CC-F39641C70C18}"/>
              </a:ext>
            </a:extLst>
          </p:cNvPr>
          <p:cNvSpPr/>
          <p:nvPr/>
        </p:nvSpPr>
        <p:spPr bwMode="auto">
          <a:xfrm flipH="1">
            <a:off x="10180048" y="217376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Ankerbaugruppe einlegen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00" name="Rechteck 99">
            <a:extLst>
              <a:ext uri="{FF2B5EF4-FFF2-40B4-BE49-F238E27FC236}">
                <a16:creationId xmlns:a16="http://schemas.microsoft.com/office/drawing/2014/main" id="{9B8D1E3C-191D-0C6C-EA70-7A98A12D9183}"/>
              </a:ext>
            </a:extLst>
          </p:cNvPr>
          <p:cNvSpPr/>
          <p:nvPr/>
        </p:nvSpPr>
        <p:spPr bwMode="auto">
          <a:xfrm flipH="1">
            <a:off x="10180048" y="2426537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Abschlussscheibe einpressen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01" name="Rechteck 100">
            <a:extLst>
              <a:ext uri="{FF2B5EF4-FFF2-40B4-BE49-F238E27FC236}">
                <a16:creationId xmlns:a16="http://schemas.microsoft.com/office/drawing/2014/main" id="{75F71B3C-FD37-A472-ED2C-F87A43F3DAA3}"/>
              </a:ext>
            </a:extLst>
          </p:cNvPr>
          <p:cNvSpPr/>
          <p:nvPr/>
        </p:nvSpPr>
        <p:spPr bwMode="auto">
          <a:xfrm flipH="1">
            <a:off x="10180048" y="269097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Baugruppe drehen und Feder einlegen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02" name="Rechteck 101">
            <a:extLst>
              <a:ext uri="{FF2B5EF4-FFF2-40B4-BE49-F238E27FC236}">
                <a16:creationId xmlns:a16="http://schemas.microsoft.com/office/drawing/2014/main" id="{9FC2F6DC-C1ED-266C-9D3A-4F72ECAA1FAE}"/>
              </a:ext>
            </a:extLst>
          </p:cNvPr>
          <p:cNvSpPr/>
          <p:nvPr/>
        </p:nvSpPr>
        <p:spPr bwMode="auto">
          <a:xfrm flipH="1">
            <a:off x="10180048" y="294374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Polkern auf Vormaß einpressen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05" name="Rechteck 104">
            <a:extLst>
              <a:ext uri="{FF2B5EF4-FFF2-40B4-BE49-F238E27FC236}">
                <a16:creationId xmlns:a16="http://schemas.microsoft.com/office/drawing/2014/main" id="{F5272D41-5EAB-5FCB-D6DF-9C2469F4C14C}"/>
              </a:ext>
            </a:extLst>
          </p:cNvPr>
          <p:cNvSpPr/>
          <p:nvPr/>
        </p:nvSpPr>
        <p:spPr bwMode="auto">
          <a:xfrm flipH="1">
            <a:off x="10180048" y="318291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Gehäuse positionieren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06" name="Rechteck 105">
            <a:extLst>
              <a:ext uri="{FF2B5EF4-FFF2-40B4-BE49-F238E27FC236}">
                <a16:creationId xmlns:a16="http://schemas.microsoft.com/office/drawing/2014/main" id="{C3CD7440-6B38-355E-CF2C-119AC272A22D}"/>
              </a:ext>
            </a:extLst>
          </p:cNvPr>
          <p:cNvSpPr/>
          <p:nvPr/>
        </p:nvSpPr>
        <p:spPr bwMode="auto">
          <a:xfrm flipH="1">
            <a:off x="10180048" y="3435686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Aktorbaugruppe einlegen und verstemmen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3" name="Rechteck 112">
            <a:extLst>
              <a:ext uri="{FF2B5EF4-FFF2-40B4-BE49-F238E27FC236}">
                <a16:creationId xmlns:a16="http://schemas.microsoft.com/office/drawing/2014/main" id="{A69D444F-35DB-EF57-8567-9AA4CF827282}"/>
              </a:ext>
            </a:extLst>
          </p:cNvPr>
          <p:cNvSpPr/>
          <p:nvPr/>
        </p:nvSpPr>
        <p:spPr bwMode="auto">
          <a:xfrm flipH="1">
            <a:off x="10180048" y="3680561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Achse einpressen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4" name="Rechteck 113">
            <a:extLst>
              <a:ext uri="{FF2B5EF4-FFF2-40B4-BE49-F238E27FC236}">
                <a16:creationId xmlns:a16="http://schemas.microsoft.com/office/drawing/2014/main" id="{80929890-CE9F-7540-2A0D-0578FAB4B3EF}"/>
              </a:ext>
            </a:extLst>
          </p:cNvPr>
          <p:cNvSpPr/>
          <p:nvPr/>
        </p:nvSpPr>
        <p:spPr bwMode="auto">
          <a:xfrm flipH="1">
            <a:off x="10180048" y="3933331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Klinke einlegen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5" name="Rechteck 114">
            <a:extLst>
              <a:ext uri="{FF2B5EF4-FFF2-40B4-BE49-F238E27FC236}">
                <a16:creationId xmlns:a16="http://schemas.microsoft.com/office/drawing/2014/main" id="{64FCAFEC-5BE5-F8BC-7246-FF4812097577}"/>
              </a:ext>
            </a:extLst>
          </p:cNvPr>
          <p:cNvSpPr/>
          <p:nvPr/>
        </p:nvSpPr>
        <p:spPr bwMode="auto">
          <a:xfrm flipH="1">
            <a:off x="10180048" y="420301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Buchse aufpressen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6" name="Rechteck 115">
            <a:extLst>
              <a:ext uri="{FF2B5EF4-FFF2-40B4-BE49-F238E27FC236}">
                <a16:creationId xmlns:a16="http://schemas.microsoft.com/office/drawing/2014/main" id="{E40A8D9C-776C-AE2B-519F-097788477B8A}"/>
              </a:ext>
            </a:extLst>
          </p:cNvPr>
          <p:cNvSpPr/>
          <p:nvPr/>
        </p:nvSpPr>
        <p:spPr bwMode="auto">
          <a:xfrm flipH="1">
            <a:off x="10180048" y="4455785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Aktor einstellen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7" name="Rechteck 116">
            <a:extLst>
              <a:ext uri="{FF2B5EF4-FFF2-40B4-BE49-F238E27FC236}">
                <a16:creationId xmlns:a16="http://schemas.microsoft.com/office/drawing/2014/main" id="{4B34266D-57D2-BC05-6B57-FA8B27AC53A7}"/>
              </a:ext>
            </a:extLst>
          </p:cNvPr>
          <p:cNvSpPr/>
          <p:nvPr/>
        </p:nvSpPr>
        <p:spPr bwMode="auto">
          <a:xfrm flipH="1">
            <a:off x="10180048" y="4720223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Polkern/Hülse Laserschweißen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8" name="Rechteck 117">
            <a:extLst>
              <a:ext uri="{FF2B5EF4-FFF2-40B4-BE49-F238E27FC236}">
                <a16:creationId xmlns:a16="http://schemas.microsoft.com/office/drawing/2014/main" id="{A0F47C76-0CFC-FBD8-C472-15E04EC8B1E6}"/>
              </a:ext>
            </a:extLst>
          </p:cNvPr>
          <p:cNvSpPr/>
          <p:nvPr/>
        </p:nvSpPr>
        <p:spPr bwMode="auto">
          <a:xfrm flipH="1">
            <a:off x="10180048" y="4972993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Funktionstest Aktor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19" name="Rechteck: abgerundete Ecken 118">
            <a:extLst>
              <a:ext uri="{FF2B5EF4-FFF2-40B4-BE49-F238E27FC236}">
                <a16:creationId xmlns:a16="http://schemas.microsoft.com/office/drawing/2014/main" id="{B4A7FD21-F355-F314-92B0-FFB487AB75AE}"/>
              </a:ext>
            </a:extLst>
          </p:cNvPr>
          <p:cNvSpPr/>
          <p:nvPr/>
        </p:nvSpPr>
        <p:spPr>
          <a:xfrm>
            <a:off x="9893808" y="134543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120" name="Rechteck: abgerundete Ecken 119">
            <a:extLst>
              <a:ext uri="{FF2B5EF4-FFF2-40B4-BE49-F238E27FC236}">
                <a16:creationId xmlns:a16="http://schemas.microsoft.com/office/drawing/2014/main" id="{2F30F3B7-4D75-B0D7-CB1A-009DEA728323}"/>
              </a:ext>
            </a:extLst>
          </p:cNvPr>
          <p:cNvSpPr/>
          <p:nvPr/>
        </p:nvSpPr>
        <p:spPr>
          <a:xfrm>
            <a:off x="9893807" y="1605886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121" name="Rechteck: abgerundete Ecken 120">
            <a:extLst>
              <a:ext uri="{FF2B5EF4-FFF2-40B4-BE49-F238E27FC236}">
                <a16:creationId xmlns:a16="http://schemas.microsoft.com/office/drawing/2014/main" id="{F7634248-3A5E-5392-EC7E-C7CD694241C1}"/>
              </a:ext>
            </a:extLst>
          </p:cNvPr>
          <p:cNvSpPr/>
          <p:nvPr/>
        </p:nvSpPr>
        <p:spPr>
          <a:xfrm>
            <a:off x="9893807" y="187045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22" name="Rechteck: abgerundete Ecken 121">
            <a:extLst>
              <a:ext uri="{FF2B5EF4-FFF2-40B4-BE49-F238E27FC236}">
                <a16:creationId xmlns:a16="http://schemas.microsoft.com/office/drawing/2014/main" id="{AFEA2B74-841C-83D4-D156-C82BB323C574}"/>
              </a:ext>
            </a:extLst>
          </p:cNvPr>
          <p:cNvSpPr/>
          <p:nvPr/>
        </p:nvSpPr>
        <p:spPr>
          <a:xfrm>
            <a:off x="9894592" y="109660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123" name="Rechteck: abgerundete Ecken 122">
            <a:extLst>
              <a:ext uri="{FF2B5EF4-FFF2-40B4-BE49-F238E27FC236}">
                <a16:creationId xmlns:a16="http://schemas.microsoft.com/office/drawing/2014/main" id="{294B7034-5415-4DC1-6338-0D8D58A61E88}"/>
              </a:ext>
            </a:extLst>
          </p:cNvPr>
          <p:cNvSpPr/>
          <p:nvPr/>
        </p:nvSpPr>
        <p:spPr>
          <a:xfrm>
            <a:off x="9893806" y="2122873"/>
            <a:ext cx="145075" cy="149782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5</a:t>
            </a:r>
          </a:p>
        </p:txBody>
      </p:sp>
      <p:sp>
        <p:nvSpPr>
          <p:cNvPr id="124" name="Rechteck: abgerundete Ecken 123">
            <a:extLst>
              <a:ext uri="{FF2B5EF4-FFF2-40B4-BE49-F238E27FC236}">
                <a16:creationId xmlns:a16="http://schemas.microsoft.com/office/drawing/2014/main" id="{0E223E56-7F1B-832C-6EBE-2289DBBC606D}"/>
              </a:ext>
            </a:extLst>
          </p:cNvPr>
          <p:cNvSpPr/>
          <p:nvPr/>
        </p:nvSpPr>
        <p:spPr>
          <a:xfrm>
            <a:off x="9893805" y="2378752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125" name="Rechteck: abgerundete Ecken 124">
            <a:extLst>
              <a:ext uri="{FF2B5EF4-FFF2-40B4-BE49-F238E27FC236}">
                <a16:creationId xmlns:a16="http://schemas.microsoft.com/office/drawing/2014/main" id="{D56CEF0A-4A15-1A14-8285-90B925F2420D}"/>
              </a:ext>
            </a:extLst>
          </p:cNvPr>
          <p:cNvSpPr/>
          <p:nvPr/>
        </p:nvSpPr>
        <p:spPr>
          <a:xfrm>
            <a:off x="9893803" y="3620408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11</a:t>
            </a:r>
          </a:p>
        </p:txBody>
      </p:sp>
      <p:sp>
        <p:nvSpPr>
          <p:cNvPr id="126" name="Rechteck: abgerundete Ecken 125">
            <a:extLst>
              <a:ext uri="{FF2B5EF4-FFF2-40B4-BE49-F238E27FC236}">
                <a16:creationId xmlns:a16="http://schemas.microsoft.com/office/drawing/2014/main" id="{3F094C03-E5C4-B7BC-0526-51B0450872E0}"/>
              </a:ext>
            </a:extLst>
          </p:cNvPr>
          <p:cNvSpPr/>
          <p:nvPr/>
        </p:nvSpPr>
        <p:spPr>
          <a:xfrm>
            <a:off x="9893802" y="3879672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12</a:t>
            </a:r>
          </a:p>
        </p:txBody>
      </p:sp>
      <p:sp>
        <p:nvSpPr>
          <p:cNvPr id="127" name="Rechteck: abgerundete Ecken 126">
            <a:extLst>
              <a:ext uri="{FF2B5EF4-FFF2-40B4-BE49-F238E27FC236}">
                <a16:creationId xmlns:a16="http://schemas.microsoft.com/office/drawing/2014/main" id="{B476C58E-D5ED-6F29-C454-23CD2FE7D550}"/>
              </a:ext>
            </a:extLst>
          </p:cNvPr>
          <p:cNvSpPr/>
          <p:nvPr/>
        </p:nvSpPr>
        <p:spPr>
          <a:xfrm>
            <a:off x="9893804" y="288695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8</a:t>
            </a:r>
          </a:p>
        </p:txBody>
      </p:sp>
      <p:sp>
        <p:nvSpPr>
          <p:cNvPr id="128" name="Rechteck: abgerundete Ecken 127">
            <a:extLst>
              <a:ext uri="{FF2B5EF4-FFF2-40B4-BE49-F238E27FC236}">
                <a16:creationId xmlns:a16="http://schemas.microsoft.com/office/drawing/2014/main" id="{F9A3344F-7918-3C6C-2CDD-974717D98C89}"/>
              </a:ext>
            </a:extLst>
          </p:cNvPr>
          <p:cNvSpPr/>
          <p:nvPr/>
        </p:nvSpPr>
        <p:spPr>
          <a:xfrm>
            <a:off x="9893804" y="312808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9</a:t>
            </a:r>
          </a:p>
        </p:txBody>
      </p:sp>
      <p:sp>
        <p:nvSpPr>
          <p:cNvPr id="129" name="Rechteck: abgerundete Ecken 128">
            <a:extLst>
              <a:ext uri="{FF2B5EF4-FFF2-40B4-BE49-F238E27FC236}">
                <a16:creationId xmlns:a16="http://schemas.microsoft.com/office/drawing/2014/main" id="{96DCFC1B-012D-DB79-53F3-4298E08DCA74}"/>
              </a:ext>
            </a:extLst>
          </p:cNvPr>
          <p:cNvSpPr/>
          <p:nvPr/>
        </p:nvSpPr>
        <p:spPr>
          <a:xfrm>
            <a:off x="9894877" y="3385282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</a:t>
            </a:r>
          </a:p>
        </p:txBody>
      </p:sp>
      <p:sp>
        <p:nvSpPr>
          <p:cNvPr id="130" name="Rechteck: abgerundete Ecken 129">
            <a:extLst>
              <a:ext uri="{FF2B5EF4-FFF2-40B4-BE49-F238E27FC236}">
                <a16:creationId xmlns:a16="http://schemas.microsoft.com/office/drawing/2014/main" id="{03244FB1-55C1-4312-DC19-22BAADC99136}"/>
              </a:ext>
            </a:extLst>
          </p:cNvPr>
          <p:cNvSpPr/>
          <p:nvPr/>
        </p:nvSpPr>
        <p:spPr>
          <a:xfrm>
            <a:off x="9894592" y="263379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  <p:sp>
        <p:nvSpPr>
          <p:cNvPr id="131" name="Rechteck: abgerundete Ecken 130">
            <a:extLst>
              <a:ext uri="{FF2B5EF4-FFF2-40B4-BE49-F238E27FC236}">
                <a16:creationId xmlns:a16="http://schemas.microsoft.com/office/drawing/2014/main" id="{A1B80480-33E9-DEBE-FB03-8109DC9994A8}"/>
              </a:ext>
            </a:extLst>
          </p:cNvPr>
          <p:cNvSpPr/>
          <p:nvPr/>
        </p:nvSpPr>
        <p:spPr>
          <a:xfrm>
            <a:off x="9893801" y="4141917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13</a:t>
            </a:r>
          </a:p>
        </p:txBody>
      </p:sp>
      <p:sp>
        <p:nvSpPr>
          <p:cNvPr id="132" name="Rechteck 131">
            <a:extLst>
              <a:ext uri="{FF2B5EF4-FFF2-40B4-BE49-F238E27FC236}">
                <a16:creationId xmlns:a16="http://schemas.microsoft.com/office/drawing/2014/main" id="{A3988FFE-FD40-1BA9-C873-DA49A931B571}"/>
              </a:ext>
            </a:extLst>
          </p:cNvPr>
          <p:cNvSpPr/>
          <p:nvPr/>
        </p:nvSpPr>
        <p:spPr bwMode="auto">
          <a:xfrm flipH="1">
            <a:off x="10181680" y="521751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Laserbeschriften Aktor</a:t>
            </a:r>
          </a:p>
          <a:p>
            <a:pPr eaLnBrk="1" hangingPunct="1">
              <a:defRPr/>
            </a:pP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33" name="Rechteck 132">
            <a:extLst>
              <a:ext uri="{FF2B5EF4-FFF2-40B4-BE49-F238E27FC236}">
                <a16:creationId xmlns:a16="http://schemas.microsoft.com/office/drawing/2014/main" id="{82DB1F54-42E2-F85F-D88B-CAE7AE530E5B}"/>
              </a:ext>
            </a:extLst>
          </p:cNvPr>
          <p:cNvSpPr/>
          <p:nvPr/>
        </p:nvSpPr>
        <p:spPr bwMode="auto">
          <a:xfrm flipH="1">
            <a:off x="10181680" y="5470282"/>
            <a:ext cx="45719" cy="45719"/>
          </a:xfrm>
          <a:prstGeom prst="rect">
            <a:avLst/>
          </a:prstGeom>
          <a:solidFill>
            <a:schemeClr val="tx1">
              <a:lumMod val="65000"/>
              <a:lumOff val="35000"/>
              <a:alpha val="12000"/>
            </a:schemeClr>
          </a:solidFill>
          <a:ln>
            <a:noFill/>
            <a:headEnd type="none" w="med" len="med"/>
            <a:tailEnd type="triangle" w="med" len="med"/>
          </a:ln>
          <a:effectLst>
            <a:outerShdw blurRad="50800" dist="38100" dir="8100000" algn="tr" rotWithShape="0">
              <a:prstClr val="black">
                <a:alpha val="27000"/>
              </a:prstClr>
            </a:outerShdw>
          </a:effectLst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/>
          <a:lstStyle/>
          <a:p>
            <a:pPr>
              <a:defRPr/>
            </a:pPr>
            <a:r>
              <a:rPr lang="de-DE" sz="600" i="1" dirty="0">
                <a:solidFill>
                  <a:schemeClr val="bg1">
                    <a:lumMod val="50000"/>
                  </a:schemeClr>
                </a:solidFill>
              </a:rPr>
              <a:t>Verpackung Aktor</a:t>
            </a:r>
            <a:r>
              <a:rPr lang="de-DE" sz="600" dirty="0">
                <a:solidFill>
                  <a:schemeClr val="tx2">
                    <a:lumMod val="65000"/>
                    <a:lumOff val="35000"/>
                  </a:schemeClr>
                </a:solidFill>
              </a:rPr>
              <a:t> </a:t>
            </a:r>
          </a:p>
        </p:txBody>
      </p:sp>
      <p:sp>
        <p:nvSpPr>
          <p:cNvPr id="134" name="Rechteck: abgerundete Ecken 133">
            <a:extLst>
              <a:ext uri="{FF2B5EF4-FFF2-40B4-BE49-F238E27FC236}">
                <a16:creationId xmlns:a16="http://schemas.microsoft.com/office/drawing/2014/main" id="{28516745-4A93-8F35-A9C3-BBBCD718B6CE}"/>
              </a:ext>
            </a:extLst>
          </p:cNvPr>
          <p:cNvSpPr/>
          <p:nvPr/>
        </p:nvSpPr>
        <p:spPr>
          <a:xfrm>
            <a:off x="9887513" y="4644488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r>
          </a:p>
        </p:txBody>
      </p:sp>
      <p:sp>
        <p:nvSpPr>
          <p:cNvPr id="135" name="Rechteck: abgerundete Ecken 134">
            <a:extLst>
              <a:ext uri="{FF2B5EF4-FFF2-40B4-BE49-F238E27FC236}">
                <a16:creationId xmlns:a16="http://schemas.microsoft.com/office/drawing/2014/main" id="{4D8EA343-4378-0A71-7610-3CF900EAD38B}"/>
              </a:ext>
            </a:extLst>
          </p:cNvPr>
          <p:cNvSpPr/>
          <p:nvPr/>
        </p:nvSpPr>
        <p:spPr>
          <a:xfrm>
            <a:off x="9887512" y="4903752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16</a:t>
            </a:r>
          </a:p>
        </p:txBody>
      </p:sp>
      <p:sp>
        <p:nvSpPr>
          <p:cNvPr id="136" name="Rechteck: abgerundete Ecken 135">
            <a:extLst>
              <a:ext uri="{FF2B5EF4-FFF2-40B4-BE49-F238E27FC236}">
                <a16:creationId xmlns:a16="http://schemas.microsoft.com/office/drawing/2014/main" id="{C15C9274-93BE-8C69-03B1-8E2CB8650ECC}"/>
              </a:ext>
            </a:extLst>
          </p:cNvPr>
          <p:cNvSpPr/>
          <p:nvPr/>
        </p:nvSpPr>
        <p:spPr>
          <a:xfrm>
            <a:off x="9888587" y="4409362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14</a:t>
            </a:r>
          </a:p>
        </p:txBody>
      </p:sp>
      <p:sp>
        <p:nvSpPr>
          <p:cNvPr id="137" name="Rechteck: abgerundete Ecken 136">
            <a:extLst>
              <a:ext uri="{FF2B5EF4-FFF2-40B4-BE49-F238E27FC236}">
                <a16:creationId xmlns:a16="http://schemas.microsoft.com/office/drawing/2014/main" id="{652E306B-99B0-65FB-F519-8D7CF7E3DCF0}"/>
              </a:ext>
            </a:extLst>
          </p:cNvPr>
          <p:cNvSpPr/>
          <p:nvPr/>
        </p:nvSpPr>
        <p:spPr>
          <a:xfrm>
            <a:off x="9887511" y="5165997"/>
            <a:ext cx="145075" cy="149782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17</a:t>
            </a:r>
          </a:p>
        </p:txBody>
      </p:sp>
      <p:sp>
        <p:nvSpPr>
          <p:cNvPr id="138" name="Rechteck: abgerundete Ecken 137">
            <a:extLst>
              <a:ext uri="{FF2B5EF4-FFF2-40B4-BE49-F238E27FC236}">
                <a16:creationId xmlns:a16="http://schemas.microsoft.com/office/drawing/2014/main" id="{7961A509-0A83-3F96-7232-A5E9E516893A}"/>
              </a:ext>
            </a:extLst>
          </p:cNvPr>
          <p:cNvSpPr/>
          <p:nvPr/>
        </p:nvSpPr>
        <p:spPr>
          <a:xfrm>
            <a:off x="9887510" y="5442678"/>
            <a:ext cx="145075" cy="149782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18</a:t>
            </a:r>
          </a:p>
        </p:txBody>
      </p:sp>
      <p:sp>
        <p:nvSpPr>
          <p:cNvPr id="140" name="Rechteck: abgerundete Ecken 139">
            <a:extLst>
              <a:ext uri="{FF2B5EF4-FFF2-40B4-BE49-F238E27FC236}">
                <a16:creationId xmlns:a16="http://schemas.microsoft.com/office/drawing/2014/main" id="{FE4731B2-7E7B-95A2-EB10-745DA1BDFD93}"/>
              </a:ext>
            </a:extLst>
          </p:cNvPr>
          <p:cNvSpPr/>
          <p:nvPr/>
        </p:nvSpPr>
        <p:spPr>
          <a:xfrm>
            <a:off x="4908474" y="3354109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</a:t>
            </a:r>
          </a:p>
        </p:txBody>
      </p:sp>
      <p:sp>
        <p:nvSpPr>
          <p:cNvPr id="145" name="Rechteck 144">
            <a:extLst>
              <a:ext uri="{FF2B5EF4-FFF2-40B4-BE49-F238E27FC236}">
                <a16:creationId xmlns:a16="http://schemas.microsoft.com/office/drawing/2014/main" id="{73F8F1E4-AD1F-4953-BEFF-29A2F715A89D}"/>
              </a:ext>
            </a:extLst>
          </p:cNvPr>
          <p:cNvSpPr/>
          <p:nvPr/>
        </p:nvSpPr>
        <p:spPr>
          <a:xfrm>
            <a:off x="5396092" y="507920"/>
            <a:ext cx="679508" cy="11336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57" name="Gruppieren 156">
            <a:extLst>
              <a:ext uri="{FF2B5EF4-FFF2-40B4-BE49-F238E27FC236}">
                <a16:creationId xmlns:a16="http://schemas.microsoft.com/office/drawing/2014/main" id="{7096332F-3FA2-409A-01E0-7EF2C087D94C}"/>
              </a:ext>
            </a:extLst>
          </p:cNvPr>
          <p:cNvGrpSpPr/>
          <p:nvPr/>
        </p:nvGrpSpPr>
        <p:grpSpPr>
          <a:xfrm>
            <a:off x="4232361" y="1842147"/>
            <a:ext cx="611729" cy="3514418"/>
            <a:chOff x="5823997" y="1760659"/>
            <a:chExt cx="611729" cy="3514418"/>
          </a:xfrm>
        </p:grpSpPr>
        <p:pic>
          <p:nvPicPr>
            <p:cNvPr id="146" name="Grafik 145">
              <a:extLst>
                <a:ext uri="{FF2B5EF4-FFF2-40B4-BE49-F238E27FC236}">
                  <a16:creationId xmlns:a16="http://schemas.microsoft.com/office/drawing/2014/main" id="{921AF98B-7E39-FE67-13EE-7867E40E92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 t="12482" b="16810"/>
            <a:stretch/>
          </p:blipFill>
          <p:spPr>
            <a:xfrm rot="5400000" flipV="1">
              <a:off x="4356776" y="3277635"/>
              <a:ext cx="3514418" cy="480466"/>
            </a:xfrm>
            <a:prstGeom prst="rect">
              <a:avLst/>
            </a:prstGeom>
          </p:spPr>
        </p:pic>
        <p:pic>
          <p:nvPicPr>
            <p:cNvPr id="147" name="Grafik 146">
              <a:extLst>
                <a:ext uri="{FF2B5EF4-FFF2-40B4-BE49-F238E27FC236}">
                  <a16:creationId xmlns:a16="http://schemas.microsoft.com/office/drawing/2014/main" id="{49543E50-862F-ED06-404A-11A77AD6F08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 l="70259" t="82810" r="19261" b="5450"/>
            <a:stretch/>
          </p:blipFill>
          <p:spPr>
            <a:xfrm rot="16200000">
              <a:off x="6213476" y="4373742"/>
              <a:ext cx="368300" cy="76201"/>
            </a:xfrm>
            <a:prstGeom prst="rect">
              <a:avLst/>
            </a:prstGeom>
          </p:spPr>
        </p:pic>
        <p:pic>
          <p:nvPicPr>
            <p:cNvPr id="148" name="Grafik 147">
              <a:extLst>
                <a:ext uri="{FF2B5EF4-FFF2-40B4-BE49-F238E27FC236}">
                  <a16:creationId xmlns:a16="http://schemas.microsoft.com/office/drawing/2014/main" id="{DB868271-9FDC-82FB-AA2B-9A18EDF7B7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 l="19192" t="82810" r="54063" b="5121"/>
            <a:stretch/>
          </p:blipFill>
          <p:spPr>
            <a:xfrm rot="16200000">
              <a:off x="5923439" y="2868588"/>
              <a:ext cx="939889" cy="78336"/>
            </a:xfrm>
            <a:prstGeom prst="rect">
              <a:avLst/>
            </a:prstGeom>
          </p:spPr>
        </p:pic>
        <p:pic>
          <p:nvPicPr>
            <p:cNvPr id="155" name="Grafik 154">
              <a:extLst>
                <a:ext uri="{FF2B5EF4-FFF2-40B4-BE49-F238E27FC236}">
                  <a16:creationId xmlns:a16="http://schemas.microsoft.com/office/drawing/2014/main" id="{FDFDBBC2-D2E8-ABF5-1EA2-BA3C80CA96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 l="53515" t="4048" r="18393" b="82258"/>
            <a:stretch/>
          </p:blipFill>
          <p:spPr>
            <a:xfrm rot="16200000">
              <a:off x="5374812" y="4082293"/>
              <a:ext cx="987266" cy="88896"/>
            </a:xfrm>
            <a:prstGeom prst="rect">
              <a:avLst/>
            </a:prstGeom>
          </p:spPr>
        </p:pic>
        <p:pic>
          <p:nvPicPr>
            <p:cNvPr id="156" name="Grafik 155">
              <a:extLst>
                <a:ext uri="{FF2B5EF4-FFF2-40B4-BE49-F238E27FC236}">
                  <a16:creationId xmlns:a16="http://schemas.microsoft.com/office/drawing/2014/main" id="{0C4F5F95-97B1-E709-21A9-003E58F105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duotone>
                <a:schemeClr val="accent3">
                  <a:shade val="45000"/>
                  <a:satMod val="135000"/>
                </a:schemeClr>
                <a:prstClr val="white"/>
              </a:duotone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300000"/>
                      </a14:imgEffect>
                    </a14:imgLayer>
                  </a14:imgProps>
                </a:ext>
              </a:extLst>
            </a:blip>
            <a:srcRect l="69796" t="4774" r="19331" b="84658"/>
            <a:stretch/>
          </p:blipFill>
          <p:spPr>
            <a:xfrm rot="16200000">
              <a:off x="5673696" y="2605147"/>
              <a:ext cx="382108" cy="68602"/>
            </a:xfrm>
            <a:prstGeom prst="rect">
              <a:avLst/>
            </a:prstGeom>
          </p:spPr>
        </p:pic>
      </p:grpSp>
      <p:grpSp>
        <p:nvGrpSpPr>
          <p:cNvPr id="158" name="Gruppieren 157">
            <a:extLst>
              <a:ext uri="{FF2B5EF4-FFF2-40B4-BE49-F238E27FC236}">
                <a16:creationId xmlns:a16="http://schemas.microsoft.com/office/drawing/2014/main" id="{DBFA3F9D-9411-09E9-A880-DAEC010C9A87}"/>
              </a:ext>
            </a:extLst>
          </p:cNvPr>
          <p:cNvGrpSpPr/>
          <p:nvPr/>
        </p:nvGrpSpPr>
        <p:grpSpPr>
          <a:xfrm rot="16200000" flipV="1">
            <a:off x="5244406" y="2834342"/>
            <a:ext cx="265790" cy="480465"/>
            <a:chOff x="6710530" y="1176300"/>
            <a:chExt cx="531577" cy="960133"/>
          </a:xfrm>
        </p:grpSpPr>
        <p:pic>
          <p:nvPicPr>
            <p:cNvPr id="159" name="Grafik 158">
              <a:extLst>
                <a:ext uri="{FF2B5EF4-FFF2-40B4-BE49-F238E27FC236}">
                  <a16:creationId xmlns:a16="http://schemas.microsoft.com/office/drawing/2014/main" id="{822DD962-F92B-6B42-862C-7E63FA0FB61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41898" r="-1"/>
            <a:stretch/>
          </p:blipFill>
          <p:spPr>
            <a:xfrm rot="16200000" flipV="1">
              <a:off x="6615144" y="1271686"/>
              <a:ext cx="722350" cy="531577"/>
            </a:xfrm>
            <a:prstGeom prst="rect">
              <a:avLst/>
            </a:prstGeom>
          </p:spPr>
        </p:pic>
        <p:pic>
          <p:nvPicPr>
            <p:cNvPr id="160" name="Grafik 159">
              <a:extLst>
                <a:ext uri="{FF2B5EF4-FFF2-40B4-BE49-F238E27FC236}">
                  <a16:creationId xmlns:a16="http://schemas.microsoft.com/office/drawing/2014/main" id="{E0098BB2-C510-9BC6-1B75-5E6F37BB59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36460" t="60105" r="43911" b="-1"/>
            <a:stretch/>
          </p:blipFill>
          <p:spPr>
            <a:xfrm rot="16200000" flipV="1">
              <a:off x="6694548" y="1908374"/>
              <a:ext cx="244041" cy="212078"/>
            </a:xfrm>
            <a:prstGeom prst="rect">
              <a:avLst/>
            </a:prstGeom>
          </p:spPr>
        </p:pic>
      </p:grpSp>
      <p:grpSp>
        <p:nvGrpSpPr>
          <p:cNvPr id="161" name="Gruppieren 160">
            <a:extLst>
              <a:ext uri="{FF2B5EF4-FFF2-40B4-BE49-F238E27FC236}">
                <a16:creationId xmlns:a16="http://schemas.microsoft.com/office/drawing/2014/main" id="{824DE66D-A8DA-6218-B682-555221E760DD}"/>
              </a:ext>
            </a:extLst>
          </p:cNvPr>
          <p:cNvGrpSpPr/>
          <p:nvPr/>
        </p:nvGrpSpPr>
        <p:grpSpPr>
          <a:xfrm rot="16200000" flipH="1" flipV="1">
            <a:off x="5238793" y="3108278"/>
            <a:ext cx="265789" cy="480465"/>
            <a:chOff x="6710530" y="1176300"/>
            <a:chExt cx="531577" cy="960133"/>
          </a:xfrm>
        </p:grpSpPr>
        <p:pic>
          <p:nvPicPr>
            <p:cNvPr id="162" name="Grafik 161">
              <a:extLst>
                <a:ext uri="{FF2B5EF4-FFF2-40B4-BE49-F238E27FC236}">
                  <a16:creationId xmlns:a16="http://schemas.microsoft.com/office/drawing/2014/main" id="{8EE57C1C-DD80-A739-15CD-C5ACD4FDDE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41898" r="-1"/>
            <a:stretch/>
          </p:blipFill>
          <p:spPr>
            <a:xfrm rot="16200000" flipV="1">
              <a:off x="6615144" y="1271686"/>
              <a:ext cx="722350" cy="531577"/>
            </a:xfrm>
            <a:prstGeom prst="rect">
              <a:avLst/>
            </a:prstGeom>
          </p:spPr>
        </p:pic>
        <p:pic>
          <p:nvPicPr>
            <p:cNvPr id="163" name="Grafik 162">
              <a:extLst>
                <a:ext uri="{FF2B5EF4-FFF2-40B4-BE49-F238E27FC236}">
                  <a16:creationId xmlns:a16="http://schemas.microsoft.com/office/drawing/2014/main" id="{7734A9C7-BDD8-BC1E-BAE7-A3DAF59C2B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36460" t="60105" r="43911" b="-1"/>
            <a:stretch/>
          </p:blipFill>
          <p:spPr>
            <a:xfrm rot="16200000" flipV="1">
              <a:off x="6694548" y="1908374"/>
              <a:ext cx="244041" cy="212078"/>
            </a:xfrm>
            <a:prstGeom prst="rect">
              <a:avLst/>
            </a:prstGeom>
          </p:spPr>
        </p:pic>
      </p:grpSp>
      <p:grpSp>
        <p:nvGrpSpPr>
          <p:cNvPr id="164" name="Gruppieren 163">
            <a:extLst>
              <a:ext uri="{FF2B5EF4-FFF2-40B4-BE49-F238E27FC236}">
                <a16:creationId xmlns:a16="http://schemas.microsoft.com/office/drawing/2014/main" id="{613C6703-2E55-B28F-030A-44DA83DBF1D3}"/>
              </a:ext>
            </a:extLst>
          </p:cNvPr>
          <p:cNvGrpSpPr/>
          <p:nvPr/>
        </p:nvGrpSpPr>
        <p:grpSpPr>
          <a:xfrm rot="16200000" flipV="1">
            <a:off x="4948253" y="2676243"/>
            <a:ext cx="265790" cy="480465"/>
            <a:chOff x="6710530" y="1176300"/>
            <a:chExt cx="531577" cy="960133"/>
          </a:xfrm>
        </p:grpSpPr>
        <p:pic>
          <p:nvPicPr>
            <p:cNvPr id="165" name="Grafik 164">
              <a:extLst>
                <a:ext uri="{FF2B5EF4-FFF2-40B4-BE49-F238E27FC236}">
                  <a16:creationId xmlns:a16="http://schemas.microsoft.com/office/drawing/2014/main" id="{1D995DE3-745B-060A-F362-CA81799C9A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41898" r="-1"/>
            <a:stretch/>
          </p:blipFill>
          <p:spPr>
            <a:xfrm rot="16200000" flipV="1">
              <a:off x="6615144" y="1271686"/>
              <a:ext cx="722350" cy="531577"/>
            </a:xfrm>
            <a:prstGeom prst="rect">
              <a:avLst/>
            </a:prstGeom>
          </p:spPr>
        </p:pic>
        <p:pic>
          <p:nvPicPr>
            <p:cNvPr id="166" name="Grafik 165">
              <a:extLst>
                <a:ext uri="{FF2B5EF4-FFF2-40B4-BE49-F238E27FC236}">
                  <a16:creationId xmlns:a16="http://schemas.microsoft.com/office/drawing/2014/main" id="{085EACE8-B259-E29E-0B23-5357A1ED230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36460" t="60105" r="43911" b="-1"/>
            <a:stretch/>
          </p:blipFill>
          <p:spPr>
            <a:xfrm rot="16200000" flipV="1">
              <a:off x="6694548" y="1908374"/>
              <a:ext cx="244041" cy="212078"/>
            </a:xfrm>
            <a:prstGeom prst="rect">
              <a:avLst/>
            </a:prstGeom>
          </p:spPr>
        </p:pic>
      </p:grpSp>
      <p:grpSp>
        <p:nvGrpSpPr>
          <p:cNvPr id="167" name="Gruppieren 166">
            <a:extLst>
              <a:ext uri="{FF2B5EF4-FFF2-40B4-BE49-F238E27FC236}">
                <a16:creationId xmlns:a16="http://schemas.microsoft.com/office/drawing/2014/main" id="{A94A2946-8B50-2D39-0060-9A03D22E7220}"/>
              </a:ext>
            </a:extLst>
          </p:cNvPr>
          <p:cNvGrpSpPr/>
          <p:nvPr/>
        </p:nvGrpSpPr>
        <p:grpSpPr>
          <a:xfrm rot="16200000" flipV="1">
            <a:off x="4948253" y="2421196"/>
            <a:ext cx="265790" cy="480465"/>
            <a:chOff x="6710530" y="1176300"/>
            <a:chExt cx="531577" cy="960133"/>
          </a:xfrm>
        </p:grpSpPr>
        <p:pic>
          <p:nvPicPr>
            <p:cNvPr id="168" name="Grafik 167">
              <a:extLst>
                <a:ext uri="{FF2B5EF4-FFF2-40B4-BE49-F238E27FC236}">
                  <a16:creationId xmlns:a16="http://schemas.microsoft.com/office/drawing/2014/main" id="{9BFD6163-B5E6-EDB1-9CBC-65DD9BA1B9F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41898" r="-1"/>
            <a:stretch/>
          </p:blipFill>
          <p:spPr>
            <a:xfrm rot="16200000" flipV="1">
              <a:off x="6615144" y="1271686"/>
              <a:ext cx="722350" cy="531577"/>
            </a:xfrm>
            <a:prstGeom prst="rect">
              <a:avLst/>
            </a:prstGeom>
          </p:spPr>
        </p:pic>
        <p:pic>
          <p:nvPicPr>
            <p:cNvPr id="169" name="Grafik 168">
              <a:extLst>
                <a:ext uri="{FF2B5EF4-FFF2-40B4-BE49-F238E27FC236}">
                  <a16:creationId xmlns:a16="http://schemas.microsoft.com/office/drawing/2014/main" id="{5D66C400-3792-2F42-DA66-42BEA646D8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36460" t="60105" r="43911" b="-1"/>
            <a:stretch/>
          </p:blipFill>
          <p:spPr>
            <a:xfrm rot="16200000" flipV="1">
              <a:off x="6694548" y="1908374"/>
              <a:ext cx="244041" cy="212078"/>
            </a:xfrm>
            <a:prstGeom prst="rect">
              <a:avLst/>
            </a:prstGeom>
          </p:spPr>
        </p:pic>
      </p:grpSp>
      <p:grpSp>
        <p:nvGrpSpPr>
          <p:cNvPr id="170" name="Gruppieren 169">
            <a:extLst>
              <a:ext uri="{FF2B5EF4-FFF2-40B4-BE49-F238E27FC236}">
                <a16:creationId xmlns:a16="http://schemas.microsoft.com/office/drawing/2014/main" id="{16F23A4F-BBF5-2E80-B36F-17E36D5F32BA}"/>
              </a:ext>
            </a:extLst>
          </p:cNvPr>
          <p:cNvGrpSpPr/>
          <p:nvPr/>
        </p:nvGrpSpPr>
        <p:grpSpPr>
          <a:xfrm rot="10800000" flipH="1" flipV="1">
            <a:off x="4763335" y="1939593"/>
            <a:ext cx="265789" cy="480465"/>
            <a:chOff x="6710530" y="1176300"/>
            <a:chExt cx="531577" cy="960133"/>
          </a:xfrm>
        </p:grpSpPr>
        <p:pic>
          <p:nvPicPr>
            <p:cNvPr id="171" name="Grafik 170">
              <a:extLst>
                <a:ext uri="{FF2B5EF4-FFF2-40B4-BE49-F238E27FC236}">
                  <a16:creationId xmlns:a16="http://schemas.microsoft.com/office/drawing/2014/main" id="{CCEF7B51-C35B-F036-50BB-01B176A58B0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41898" r="-1"/>
            <a:stretch/>
          </p:blipFill>
          <p:spPr>
            <a:xfrm rot="16200000" flipV="1">
              <a:off x="6615144" y="1271686"/>
              <a:ext cx="722350" cy="531577"/>
            </a:xfrm>
            <a:prstGeom prst="rect">
              <a:avLst/>
            </a:prstGeom>
          </p:spPr>
        </p:pic>
        <p:pic>
          <p:nvPicPr>
            <p:cNvPr id="172" name="Grafik 171">
              <a:extLst>
                <a:ext uri="{FF2B5EF4-FFF2-40B4-BE49-F238E27FC236}">
                  <a16:creationId xmlns:a16="http://schemas.microsoft.com/office/drawing/2014/main" id="{F488D693-A8F8-FE10-1D4E-93F944ACF0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36460" t="60105" r="43911" b="-1"/>
            <a:stretch/>
          </p:blipFill>
          <p:spPr>
            <a:xfrm rot="16200000" flipV="1">
              <a:off x="6694548" y="1908374"/>
              <a:ext cx="244041" cy="212078"/>
            </a:xfrm>
            <a:prstGeom prst="rect">
              <a:avLst/>
            </a:prstGeom>
          </p:spPr>
        </p:pic>
      </p:grpSp>
      <p:grpSp>
        <p:nvGrpSpPr>
          <p:cNvPr id="173" name="Gruppieren 172">
            <a:extLst>
              <a:ext uri="{FF2B5EF4-FFF2-40B4-BE49-F238E27FC236}">
                <a16:creationId xmlns:a16="http://schemas.microsoft.com/office/drawing/2014/main" id="{FDF12089-6626-D3E7-EC50-BB0E23BA2A9D}"/>
              </a:ext>
            </a:extLst>
          </p:cNvPr>
          <p:cNvGrpSpPr/>
          <p:nvPr/>
        </p:nvGrpSpPr>
        <p:grpSpPr>
          <a:xfrm rot="10800000" flipV="1">
            <a:off x="4065465" y="1937343"/>
            <a:ext cx="265790" cy="480465"/>
            <a:chOff x="6710530" y="1176300"/>
            <a:chExt cx="531577" cy="960133"/>
          </a:xfrm>
        </p:grpSpPr>
        <p:pic>
          <p:nvPicPr>
            <p:cNvPr id="174" name="Grafik 173">
              <a:extLst>
                <a:ext uri="{FF2B5EF4-FFF2-40B4-BE49-F238E27FC236}">
                  <a16:creationId xmlns:a16="http://schemas.microsoft.com/office/drawing/2014/main" id="{6653532E-52A7-3BEE-344E-7494ACC4A6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41898" r="-1"/>
            <a:stretch/>
          </p:blipFill>
          <p:spPr>
            <a:xfrm rot="16200000" flipV="1">
              <a:off x="6615144" y="1271686"/>
              <a:ext cx="722350" cy="531577"/>
            </a:xfrm>
            <a:prstGeom prst="rect">
              <a:avLst/>
            </a:prstGeom>
          </p:spPr>
        </p:pic>
        <p:pic>
          <p:nvPicPr>
            <p:cNvPr id="175" name="Grafik 174">
              <a:extLst>
                <a:ext uri="{FF2B5EF4-FFF2-40B4-BE49-F238E27FC236}">
                  <a16:creationId xmlns:a16="http://schemas.microsoft.com/office/drawing/2014/main" id="{9416E140-CED2-D3FE-7EE7-24585A5CD4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alphaModFix amt="51000"/>
            </a:blip>
            <a:srcRect l="36460" t="60105" r="43911" b="-1"/>
            <a:stretch/>
          </p:blipFill>
          <p:spPr>
            <a:xfrm rot="16200000" flipV="1">
              <a:off x="6694548" y="1908374"/>
              <a:ext cx="244041" cy="212078"/>
            </a:xfrm>
            <a:prstGeom prst="rect">
              <a:avLst/>
            </a:prstGeom>
          </p:spPr>
        </p:pic>
      </p:grpSp>
      <p:sp>
        <p:nvSpPr>
          <p:cNvPr id="176" name="Rechteck: abgerundete Ecken 175">
            <a:extLst>
              <a:ext uri="{FF2B5EF4-FFF2-40B4-BE49-F238E27FC236}">
                <a16:creationId xmlns:a16="http://schemas.microsoft.com/office/drawing/2014/main" id="{9434A3AD-8FA7-A97C-3E6F-B36C46FFCFD0}"/>
              </a:ext>
            </a:extLst>
          </p:cNvPr>
          <p:cNvSpPr/>
          <p:nvPr/>
        </p:nvSpPr>
        <p:spPr>
          <a:xfrm>
            <a:off x="5360211" y="323550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</a:t>
            </a:r>
          </a:p>
        </p:txBody>
      </p:sp>
      <p:sp>
        <p:nvSpPr>
          <p:cNvPr id="177" name="Rechteck: abgerundete Ecken 176">
            <a:extLst>
              <a:ext uri="{FF2B5EF4-FFF2-40B4-BE49-F238E27FC236}">
                <a16:creationId xmlns:a16="http://schemas.microsoft.com/office/drawing/2014/main" id="{0153FD3D-D8AF-EDA3-7309-C74946D8D39E}"/>
              </a:ext>
            </a:extLst>
          </p:cNvPr>
          <p:cNvSpPr/>
          <p:nvPr/>
        </p:nvSpPr>
        <p:spPr>
          <a:xfrm>
            <a:off x="5360211" y="2990571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3</a:t>
            </a:r>
          </a:p>
        </p:txBody>
      </p:sp>
      <p:sp>
        <p:nvSpPr>
          <p:cNvPr id="178" name="Rechteck: abgerundete Ecken 177">
            <a:extLst>
              <a:ext uri="{FF2B5EF4-FFF2-40B4-BE49-F238E27FC236}">
                <a16:creationId xmlns:a16="http://schemas.microsoft.com/office/drawing/2014/main" id="{AE2CB0E9-19D3-6A86-9259-74E7874C9D4B}"/>
              </a:ext>
            </a:extLst>
          </p:cNvPr>
          <p:cNvSpPr/>
          <p:nvPr/>
        </p:nvSpPr>
        <p:spPr>
          <a:xfrm>
            <a:off x="5068105" y="2844952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4</a:t>
            </a:r>
          </a:p>
        </p:txBody>
      </p:sp>
      <p:sp>
        <p:nvSpPr>
          <p:cNvPr id="179" name="Rechteck: abgerundete Ecken 178">
            <a:extLst>
              <a:ext uri="{FF2B5EF4-FFF2-40B4-BE49-F238E27FC236}">
                <a16:creationId xmlns:a16="http://schemas.microsoft.com/office/drawing/2014/main" id="{684F7F17-7AB9-AFF7-9863-ADFF0C9B2FB3}"/>
              </a:ext>
            </a:extLst>
          </p:cNvPr>
          <p:cNvSpPr/>
          <p:nvPr/>
        </p:nvSpPr>
        <p:spPr>
          <a:xfrm>
            <a:off x="5077702" y="2564052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6</a:t>
            </a:r>
          </a:p>
        </p:txBody>
      </p:sp>
      <p:sp>
        <p:nvSpPr>
          <p:cNvPr id="180" name="Rechteck: abgerundete Ecken 179">
            <a:extLst>
              <a:ext uri="{FF2B5EF4-FFF2-40B4-BE49-F238E27FC236}">
                <a16:creationId xmlns:a16="http://schemas.microsoft.com/office/drawing/2014/main" id="{EC2A2219-86F6-0AD3-CB45-61C8B164C3A2}"/>
              </a:ext>
            </a:extLst>
          </p:cNvPr>
          <p:cNvSpPr/>
          <p:nvPr/>
        </p:nvSpPr>
        <p:spPr>
          <a:xfrm>
            <a:off x="4823691" y="1998760"/>
            <a:ext cx="145075" cy="149782"/>
          </a:xfrm>
          <a:prstGeom prst="roundRect">
            <a:avLst/>
          </a:prstGeom>
          <a:solidFill>
            <a:srgbClr val="FFFF00"/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129597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Design">
  <a:themeElements>
    <a:clrScheme name="Gluth">
      <a:dk1>
        <a:srgbClr val="000000"/>
      </a:dk1>
      <a:lt1>
        <a:srgbClr val="FFFFFF"/>
      </a:lt1>
      <a:dk2>
        <a:srgbClr val="2C3E48"/>
      </a:dk2>
      <a:lt2>
        <a:srgbClr val="54B19E"/>
      </a:lt2>
      <a:accent1>
        <a:srgbClr val="008976"/>
      </a:accent1>
      <a:accent2>
        <a:srgbClr val="C0504D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luth">
    <a:dk1>
      <a:srgbClr val="000000"/>
    </a:dk1>
    <a:lt1>
      <a:srgbClr val="FFFFFF"/>
    </a:lt1>
    <a:dk2>
      <a:srgbClr val="2C3E48"/>
    </a:dk2>
    <a:lt2>
      <a:srgbClr val="54B19E"/>
    </a:lt2>
    <a:accent1>
      <a:srgbClr val="008976"/>
    </a:accent1>
    <a:accent2>
      <a:srgbClr val="C0504D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1661</Words>
  <Application>Microsoft Office PowerPoint</Application>
  <PresentationFormat>Breitbild</PresentationFormat>
  <Paragraphs>880</Paragraphs>
  <Slides>37</Slides>
  <Notes>31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37</vt:i4>
      </vt:variant>
    </vt:vector>
  </HeadingPairs>
  <TitlesOfParts>
    <vt:vector size="44" baseType="lpstr">
      <vt:lpstr>Arial</vt:lpstr>
      <vt:lpstr>Bosch Office Sans</vt:lpstr>
      <vt:lpstr>Calibri</vt:lpstr>
      <vt:lpstr>Gilroy</vt:lpstr>
      <vt:lpstr>Gilroy ExtraBold</vt:lpstr>
      <vt:lpstr>Gilroy Light</vt:lpstr>
      <vt:lpstr>Office-Design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Hohenwarter Thomas</dc:creator>
  <cp:lastModifiedBy>Wolf Andreas</cp:lastModifiedBy>
  <cp:revision>700</cp:revision>
  <cp:lastPrinted>2024-01-22T15:49:13Z</cp:lastPrinted>
  <dcterms:created xsi:type="dcterms:W3CDTF">2021-03-17T11:57:24Z</dcterms:created>
  <dcterms:modified xsi:type="dcterms:W3CDTF">2024-05-08T09:51:02Z</dcterms:modified>
</cp:coreProperties>
</file>